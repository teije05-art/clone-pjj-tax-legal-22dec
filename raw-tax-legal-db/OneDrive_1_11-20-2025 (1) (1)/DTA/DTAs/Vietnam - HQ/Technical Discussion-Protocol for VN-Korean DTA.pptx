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36.xml" ContentType="application/vnd.openxmlformats-officedocument.presentationml.slideLayout+xml"/>
  <Override PartName="/ppt/slideLayouts/slideLayout5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58.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theme/theme5.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app.xml" ContentType="application/vnd.openxmlformats-officedocument.extended-properties+xml"/>
  <Override PartName="/docProps/core.xml" ContentType="application/vnd.openxmlformats-package.core-properties+xml"/>
  <Override PartName="/ppt/tags/tag5.xml" ContentType="application/vnd.openxmlformats-officedocument.presentationml.tag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4039" r:id="rId1"/>
    <p:sldMasterId id="2147484073" r:id="rId2"/>
    <p:sldMasterId id="2147484102" r:id="rId3"/>
  </p:sldMasterIdLst>
  <p:notesMasterIdLst>
    <p:notesMasterId r:id="rId8"/>
  </p:notesMasterIdLst>
  <p:handoutMasterIdLst>
    <p:handoutMasterId r:id="rId9"/>
  </p:handoutMasterIdLst>
  <p:sldIdLst>
    <p:sldId id="497" r:id="rId4"/>
    <p:sldId id="1772" r:id="rId5"/>
    <p:sldId id="1773" r:id="rId6"/>
    <p:sldId id="498" r:id="rId7"/>
  </p:sldIdLst>
  <p:sldSz cx="9144000" cy="6858000" type="screen4x3"/>
  <p:notesSz cx="9296400" cy="70104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orient="horz" pos="2341" userDrawn="1">
          <p15:clr>
            <a:srgbClr val="A4A3A4"/>
          </p15:clr>
        </p15:guide>
        <p15:guide id="3" orient="horz" pos="709" userDrawn="1">
          <p15:clr>
            <a:srgbClr val="A4A3A4"/>
          </p15:clr>
        </p15:guide>
        <p15:guide id="4" orient="horz" pos="3840" userDrawn="1">
          <p15:clr>
            <a:srgbClr val="A4A3A4"/>
          </p15:clr>
        </p15:guide>
        <p15:guide id="5" pos="2925" userDrawn="1">
          <p15:clr>
            <a:srgbClr val="A4A3A4"/>
          </p15:clr>
        </p15:guide>
        <p15:guide id="6" pos="2784" userDrawn="1">
          <p15:clr>
            <a:srgbClr val="A4A3A4"/>
          </p15:clr>
        </p15:guide>
        <p15:guide id="7" pos="1488" userDrawn="1">
          <p15:clr>
            <a:srgbClr val="A4A3A4"/>
          </p15:clr>
        </p15:guide>
        <p15:guide id="8" pos="1383" userDrawn="1">
          <p15:clr>
            <a:srgbClr val="A4A3A4"/>
          </p15:clr>
        </p15:guide>
        <p15:guide id="9" pos="113" userDrawn="1">
          <p15:clr>
            <a:srgbClr val="A4A3A4"/>
          </p15:clr>
        </p15:guide>
        <p15:guide id="10" pos="4195" userDrawn="1">
          <p15:clr>
            <a:srgbClr val="A4A3A4"/>
          </p15:clr>
        </p15:guide>
        <p15:guide id="11" pos="4332" userDrawn="1">
          <p15:clr>
            <a:srgbClr val="A4A3A4"/>
          </p15:clr>
        </p15:guide>
        <p15:guide id="12" pos="5616" userDrawn="1">
          <p15:clr>
            <a:srgbClr val="A4A3A4"/>
          </p15:clr>
        </p15:guide>
      </p15:sldGuideLst>
    </p:ext>
    <p:ext uri="{2D200454-40CA-4A62-9FC3-DE9A4176ACB9}">
      <p15:notesGuideLst xmlns:p15="http://schemas.microsoft.com/office/powerpoint/2012/main">
        <p15:guide id="1" orient="horz" pos="2208" userDrawn="1">
          <p15:clr>
            <a:srgbClr val="A4A3A4"/>
          </p15:clr>
        </p15:guide>
        <p15:guide id="2" pos="2925"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ui, Quynh Van (HAN-Intern)" initials="BQV(" lastIdx="1" clrIdx="0">
    <p:extLst>
      <p:ext uri="{19B8F6BF-5375-455C-9EA6-DF929625EA0E}">
        <p15:presenceInfo xmlns:p15="http://schemas.microsoft.com/office/powerpoint/2012/main" userId="Bui, Quynh Van (HAN-Inter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1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7857" autoAdjust="0"/>
  </p:normalViewPr>
  <p:slideViewPr>
    <p:cSldViewPr>
      <p:cViewPr>
        <p:scale>
          <a:sx n="92" d="100"/>
          <a:sy n="92" d="100"/>
        </p:scale>
        <p:origin x="564" y="-392"/>
      </p:cViewPr>
      <p:guideLst>
        <p:guide orient="horz" pos="2205"/>
        <p:guide orient="horz" pos="2341"/>
        <p:guide orient="horz" pos="709"/>
        <p:guide orient="horz" pos="3840"/>
        <p:guide pos="2925"/>
        <p:guide pos="2784"/>
        <p:guide pos="1488"/>
        <p:guide pos="1383"/>
        <p:guide pos="113"/>
        <p:guide pos="4195"/>
        <p:guide pos="4332"/>
        <p:guide pos="5616"/>
      </p:guideLst>
    </p:cSldViewPr>
  </p:slideViewPr>
  <p:notesTextViewPr>
    <p:cViewPr>
      <p:scale>
        <a:sx n="75" d="100"/>
        <a:sy n="75" d="100"/>
      </p:scale>
      <p:origin x="0" y="0"/>
    </p:cViewPr>
  </p:notesTextViewPr>
  <p:sorterViewPr>
    <p:cViewPr>
      <p:scale>
        <a:sx n="66" d="100"/>
        <a:sy n="66" d="100"/>
      </p:scale>
      <p:origin x="0" y="0"/>
    </p:cViewPr>
  </p:sorterViewPr>
  <p:notesViewPr>
    <p:cSldViewPr>
      <p:cViewPr varScale="1">
        <p:scale>
          <a:sx n="54" d="100"/>
          <a:sy n="54" d="100"/>
        </p:scale>
        <p:origin x="-2706" y="-96"/>
      </p:cViewPr>
      <p:guideLst>
        <p:guide orient="horz" pos="2208"/>
        <p:guide pos="292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18" Type="http://schemas.openxmlformats.org/officeDocument/2006/relationships/customXml" Target="../customXml/item3.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17" Type="http://schemas.openxmlformats.org/officeDocument/2006/relationships/customXml" Target="../customXml/item2.xml"/><Relationship Id="rId2" Type="http://schemas.openxmlformats.org/officeDocument/2006/relationships/slideMaster" Target="slideMasters/slideMaster2.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tags" Target="tags/tag1.xml"/><Relationship Id="rId4" Type="http://schemas.openxmlformats.org/officeDocument/2006/relationships/slide" Target="slides/slide1.xml"/><Relationship Id="rId9" Type="http://schemas.openxmlformats.org/officeDocument/2006/relationships/handoutMaster" Target="handoutMasters/handoutMaster1.xml"/><Relationship Id="rId14"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0"/>
            <a:ext cx="4029513" cy="350760"/>
          </a:xfrm>
          <a:prstGeom prst="rect">
            <a:avLst/>
          </a:prstGeom>
        </p:spPr>
        <p:txBody>
          <a:bodyPr vert="horz" lIns="91427" tIns="45713" rIns="91427" bIns="45713" rtlCol="0"/>
          <a:lstStyle>
            <a:lvl1pPr algn="l">
              <a:defRPr sz="1200"/>
            </a:lvl1pPr>
          </a:lstStyle>
          <a:p>
            <a:endParaRPr lang="en-GB" dirty="0"/>
          </a:p>
        </p:txBody>
      </p:sp>
      <p:sp>
        <p:nvSpPr>
          <p:cNvPr id="3" name="Date Placeholder 2"/>
          <p:cNvSpPr>
            <a:spLocks noGrp="1"/>
          </p:cNvSpPr>
          <p:nvPr>
            <p:ph type="dt" sz="quarter" idx="1"/>
          </p:nvPr>
        </p:nvSpPr>
        <p:spPr>
          <a:xfrm>
            <a:off x="5264744" y="0"/>
            <a:ext cx="4029511" cy="350760"/>
          </a:xfrm>
          <a:prstGeom prst="rect">
            <a:avLst/>
          </a:prstGeom>
        </p:spPr>
        <p:txBody>
          <a:bodyPr vert="horz" lIns="91427" tIns="45713" rIns="91427" bIns="45713" rtlCol="0"/>
          <a:lstStyle>
            <a:lvl1pPr algn="r">
              <a:defRPr sz="1200"/>
            </a:lvl1pPr>
          </a:lstStyle>
          <a:p>
            <a:fld id="{C4CA5C24-48F8-4C34-8C55-881699C22E15}" type="datetimeFigureOut">
              <a:rPr lang="en-GB" smtClean="0"/>
              <a:pPr/>
              <a:t>17/06/2020</a:t>
            </a:fld>
            <a:endParaRPr lang="en-GB" dirty="0"/>
          </a:p>
        </p:txBody>
      </p:sp>
      <p:sp>
        <p:nvSpPr>
          <p:cNvPr id="4" name="Footer Placeholder 3"/>
          <p:cNvSpPr>
            <a:spLocks noGrp="1"/>
          </p:cNvSpPr>
          <p:nvPr>
            <p:ph type="ftr" sz="quarter" idx="2"/>
          </p:nvPr>
        </p:nvSpPr>
        <p:spPr>
          <a:xfrm>
            <a:off x="3" y="6658443"/>
            <a:ext cx="4029513" cy="350760"/>
          </a:xfrm>
          <a:prstGeom prst="rect">
            <a:avLst/>
          </a:prstGeom>
        </p:spPr>
        <p:txBody>
          <a:bodyPr vert="horz" lIns="91427" tIns="45713" rIns="91427" bIns="45713" rtlCol="0" anchor="b"/>
          <a:lstStyle>
            <a:lvl1pPr algn="l">
              <a:defRPr sz="1200"/>
            </a:lvl1pPr>
          </a:lstStyle>
          <a:p>
            <a:endParaRPr lang="en-GB" dirty="0"/>
          </a:p>
        </p:txBody>
      </p:sp>
      <p:sp>
        <p:nvSpPr>
          <p:cNvPr id="5" name="Slide Number Placeholder 4"/>
          <p:cNvSpPr>
            <a:spLocks noGrp="1"/>
          </p:cNvSpPr>
          <p:nvPr>
            <p:ph type="sldNum" sz="quarter" idx="3"/>
          </p:nvPr>
        </p:nvSpPr>
        <p:spPr>
          <a:xfrm>
            <a:off x="5264744" y="6658443"/>
            <a:ext cx="4029511" cy="350760"/>
          </a:xfrm>
          <a:prstGeom prst="rect">
            <a:avLst/>
          </a:prstGeom>
        </p:spPr>
        <p:txBody>
          <a:bodyPr vert="horz" lIns="91427" tIns="45713" rIns="91427" bIns="45713" rtlCol="0" anchor="b"/>
          <a:lstStyle>
            <a:lvl1pPr algn="r">
              <a:defRPr sz="1200"/>
            </a:lvl1pPr>
          </a:lstStyle>
          <a:p>
            <a:fld id="{295DA114-EB68-4B26-81F4-3ABFC8375B69}" type="slidenum">
              <a:rPr lang="en-GB" smtClean="0"/>
              <a:pPr/>
              <a:t>‹#›</a:t>
            </a:fld>
            <a:endParaRPr lang="en-GB" dirty="0"/>
          </a:p>
        </p:txBody>
      </p:sp>
    </p:spTree>
    <p:extLst>
      <p:ext uri="{BB962C8B-B14F-4D97-AF65-F5344CB8AC3E}">
        <p14:creationId xmlns:p14="http://schemas.microsoft.com/office/powerpoint/2010/main" val="8419235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4027481" cy="350856"/>
          </a:xfrm>
          <a:prstGeom prst="rect">
            <a:avLst/>
          </a:prstGeom>
        </p:spPr>
        <p:txBody>
          <a:bodyPr vert="horz" lIns="91427" tIns="45713" rIns="91427" bIns="45713" rtlCol="0"/>
          <a:lstStyle>
            <a:lvl1pPr algn="l">
              <a:defRPr sz="1200">
                <a:latin typeface="Arial" pitchFamily="34" charset="0"/>
              </a:defRPr>
            </a:lvl1pPr>
          </a:lstStyle>
          <a:p>
            <a:endParaRPr lang="en-GB" dirty="0"/>
          </a:p>
        </p:txBody>
      </p:sp>
      <p:sp>
        <p:nvSpPr>
          <p:cNvPr id="3" name="Date Placeholder 2"/>
          <p:cNvSpPr>
            <a:spLocks noGrp="1"/>
          </p:cNvSpPr>
          <p:nvPr>
            <p:ph type="dt" idx="1"/>
          </p:nvPr>
        </p:nvSpPr>
        <p:spPr>
          <a:xfrm>
            <a:off x="5266708" y="1"/>
            <a:ext cx="4027481" cy="350856"/>
          </a:xfrm>
          <a:prstGeom prst="rect">
            <a:avLst/>
          </a:prstGeom>
        </p:spPr>
        <p:txBody>
          <a:bodyPr vert="horz" lIns="91427" tIns="45713" rIns="91427" bIns="45713" rtlCol="0"/>
          <a:lstStyle>
            <a:lvl1pPr algn="r">
              <a:defRPr sz="1200">
                <a:latin typeface="Arial" pitchFamily="34" charset="0"/>
              </a:defRPr>
            </a:lvl1pPr>
          </a:lstStyle>
          <a:p>
            <a:fld id="{401ED0C7-3E32-4A75-9B3F-8FC951D18CE2}" type="datetimeFigureOut">
              <a:rPr lang="en-GB" smtClean="0"/>
              <a:pPr/>
              <a:t>17/06/2020</a:t>
            </a:fld>
            <a:endParaRPr lang="en-GB" dirty="0"/>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91427" tIns="45713" rIns="91427" bIns="45713" rtlCol="0" anchor="ctr"/>
          <a:lstStyle/>
          <a:p>
            <a:endParaRPr lang="en-GB" dirty="0"/>
          </a:p>
        </p:txBody>
      </p:sp>
      <p:sp>
        <p:nvSpPr>
          <p:cNvPr id="5" name="Notes Placeholder 4"/>
          <p:cNvSpPr>
            <a:spLocks noGrp="1"/>
          </p:cNvSpPr>
          <p:nvPr>
            <p:ph type="body" sz="quarter" idx="3"/>
          </p:nvPr>
        </p:nvSpPr>
        <p:spPr>
          <a:xfrm>
            <a:off x="929421" y="3330333"/>
            <a:ext cx="7437563" cy="3154344"/>
          </a:xfrm>
          <a:prstGeom prst="rect">
            <a:avLst/>
          </a:prstGeom>
        </p:spPr>
        <p:txBody>
          <a:bodyPr vert="horz" lIns="91427" tIns="45713" rIns="91427" bIns="45713"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2" y="6658423"/>
            <a:ext cx="4027481" cy="350856"/>
          </a:xfrm>
          <a:prstGeom prst="rect">
            <a:avLst/>
          </a:prstGeom>
        </p:spPr>
        <p:txBody>
          <a:bodyPr vert="horz" lIns="91427" tIns="45713" rIns="91427" bIns="45713" rtlCol="0" anchor="b"/>
          <a:lstStyle>
            <a:lvl1pPr algn="l">
              <a:defRPr sz="1200">
                <a:latin typeface="Arial" pitchFamily="34" charset="0"/>
              </a:defRPr>
            </a:lvl1pPr>
          </a:lstStyle>
          <a:p>
            <a:endParaRPr lang="en-GB" dirty="0"/>
          </a:p>
        </p:txBody>
      </p:sp>
      <p:sp>
        <p:nvSpPr>
          <p:cNvPr id="7" name="Slide Number Placeholder 6"/>
          <p:cNvSpPr>
            <a:spLocks noGrp="1"/>
          </p:cNvSpPr>
          <p:nvPr>
            <p:ph type="sldNum" sz="quarter" idx="5"/>
          </p:nvPr>
        </p:nvSpPr>
        <p:spPr>
          <a:xfrm>
            <a:off x="5266708" y="6658423"/>
            <a:ext cx="4027481" cy="350856"/>
          </a:xfrm>
          <a:prstGeom prst="rect">
            <a:avLst/>
          </a:prstGeom>
        </p:spPr>
        <p:txBody>
          <a:bodyPr vert="horz" lIns="91427" tIns="45713" rIns="91427" bIns="45713" rtlCol="0" anchor="b"/>
          <a:lstStyle>
            <a:lvl1pPr algn="r">
              <a:defRPr sz="1200">
                <a:latin typeface="Arial" pitchFamily="34" charset="0"/>
              </a:defRPr>
            </a:lvl1pPr>
          </a:lstStyle>
          <a:p>
            <a:fld id="{2BD81518-8AD5-49CC-B774-4D66F72228B3}" type="slidenum">
              <a:rPr lang="en-GB" smtClean="0"/>
              <a:pPr/>
              <a:t>‹#›</a:t>
            </a:fld>
            <a:endParaRPr lang="en-GB" dirty="0"/>
          </a:p>
        </p:txBody>
      </p:sp>
    </p:spTree>
    <p:extLst>
      <p:ext uri="{BB962C8B-B14F-4D97-AF65-F5344CB8AC3E}">
        <p14:creationId xmlns:p14="http://schemas.microsoft.com/office/powerpoint/2010/main" val="3868987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dirty="0">
                <a:solidFill>
                  <a:schemeClr val="tx1"/>
                </a:solidFill>
                <a:effectLst/>
                <a:latin typeface="Arial" pitchFamily="34" charset="0"/>
                <a:ea typeface="+mn-ea"/>
                <a:cs typeface="+mn-cs"/>
              </a:rPr>
              <a:t>36. These problems arise chiefly where goods are provided, or services performed, by the other parts of the enterprise or a related party in connection with the building site or construction or installation project. Whilst these problems can arise with any permanent establishment, they are particularly acute for building sites and construction or installation projects. In these circumstances, it is necessary to pay close attention to the general principle that profits are attributable to a permanent establishment only with respect to activities carried on by the enterprise through that permanent establishment. </a:t>
            </a:r>
          </a:p>
          <a:p>
            <a:r>
              <a:rPr lang="en-US" sz="1200" i="0" kern="1200" dirty="0">
                <a:solidFill>
                  <a:schemeClr val="tx1"/>
                </a:solidFill>
                <a:effectLst/>
                <a:latin typeface="Arial" pitchFamily="34" charset="0"/>
                <a:ea typeface="+mn-ea"/>
                <a:cs typeface="+mn-cs"/>
              </a:rPr>
              <a:t>37. For example, where such goods are supplied by the other parts of the enterprise, the profits arising from that supply do not result from the activities carried on through the permanent establishment and are not attributable to it. Similarly, profits resulting from the provision of services (such as planning, designing, drawing blueprints, or rendering technical advice) by the parts of the enterprise operating outside the State where the permanent establishment is located do not result from the activities carried on through the permanent establishment and are not attributable to it.” </a:t>
            </a:r>
          </a:p>
          <a:p>
            <a:endParaRPr lang="en-US" i="0" dirty="0"/>
          </a:p>
        </p:txBody>
      </p:sp>
      <p:sp>
        <p:nvSpPr>
          <p:cNvPr id="4" name="Slide Number Placeholder 3"/>
          <p:cNvSpPr>
            <a:spLocks noGrp="1"/>
          </p:cNvSpPr>
          <p:nvPr>
            <p:ph type="sldNum" sz="quarter" idx="5"/>
          </p:nvPr>
        </p:nvSpPr>
        <p:spPr/>
        <p:txBody>
          <a:bodyPr/>
          <a:lstStyle/>
          <a:p>
            <a:fld id="{2BD81518-8AD5-49CC-B774-4D66F72228B3}" type="slidenum">
              <a:rPr lang="en-GB" smtClean="0"/>
              <a:pPr/>
              <a:t>1</a:t>
            </a:fld>
            <a:endParaRPr lang="en-GB" dirty="0"/>
          </a:p>
        </p:txBody>
      </p:sp>
    </p:spTree>
    <p:extLst>
      <p:ext uri="{BB962C8B-B14F-4D97-AF65-F5344CB8AC3E}">
        <p14:creationId xmlns:p14="http://schemas.microsoft.com/office/powerpoint/2010/main" val="3794030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fld id="{2BD81518-8AD5-49CC-B774-4D66F72228B3}" type="slidenum">
              <a:rPr lang="en-GB" smtClean="0"/>
              <a:pPr/>
              <a:t>2</a:t>
            </a:fld>
            <a:endParaRPr lang="en-GB" dirty="0"/>
          </a:p>
        </p:txBody>
      </p:sp>
    </p:spTree>
    <p:extLst>
      <p:ext uri="{BB962C8B-B14F-4D97-AF65-F5344CB8AC3E}">
        <p14:creationId xmlns:p14="http://schemas.microsoft.com/office/powerpoint/2010/main" val="30606120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kpmg.com/socialmedia" TargetMode="External"/><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8" name="object 3"/>
          <p:cNvSpPr/>
          <p:nvPr userDrawn="1"/>
        </p:nvSpPr>
        <p:spPr>
          <a:xfrm>
            <a:off x="2" y="0"/>
            <a:ext cx="747713"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dirty="0">
              <a:latin typeface="Univers for KPMG" panose="020B0603020202020204" pitchFamily="34" charset="0"/>
            </a:endParaRPr>
          </a:p>
        </p:txBody>
      </p:sp>
      <p:sp>
        <p:nvSpPr>
          <p:cNvPr id="9" name="Rectangle 8">
            <a:hlinkClick r:id="rId3"/>
          </p:cNvPr>
          <p:cNvSpPr>
            <a:spLocks noChangeArrowheads="1"/>
          </p:cNvSpPr>
          <p:nvPr userDrawn="1"/>
        </p:nvSpPr>
        <p:spPr bwMode="auto">
          <a:xfrm>
            <a:off x="1570328" y="3459664"/>
            <a:ext cx="1752293" cy="184666"/>
          </a:xfrm>
          <a:prstGeom prst="rect">
            <a:avLst/>
          </a:prstGeom>
          <a:noFill/>
          <a:ln w="9525">
            <a:noFill/>
            <a:miter lim="800000"/>
            <a:headEnd/>
            <a:tailEnd/>
          </a:ln>
          <a:effectLst/>
        </p:spPr>
        <p:txBody>
          <a:bodyPr wrap="square" lIns="0" tIns="0" rIns="0" bIns="0" anchor="ctr">
            <a:spAutoFit/>
          </a:bodyPr>
          <a:lstStyle/>
          <a:p>
            <a:pPr>
              <a:defRPr/>
            </a:pPr>
            <a:r>
              <a:rPr lang="en-GB" sz="1200" b="1" i="0" kern="0" dirty="0">
                <a:solidFill>
                  <a:srgbClr val="00338D"/>
                </a:solidFill>
                <a:latin typeface="Univers for KPMG"/>
                <a:ea typeface="Times New Roman" pitchFamily="18" charset="0"/>
                <a:cs typeface="Univers for KPMG"/>
              </a:rPr>
              <a:t>kpmg.com/</a:t>
            </a:r>
            <a:r>
              <a:rPr lang="en-GB" sz="1200" b="1" i="0" kern="0" dirty="0" err="1">
                <a:solidFill>
                  <a:srgbClr val="00338D"/>
                </a:solidFill>
                <a:latin typeface="Univers for KPMG"/>
                <a:ea typeface="Times New Roman" pitchFamily="18" charset="0"/>
                <a:cs typeface="Univers for KPMG"/>
              </a:rPr>
              <a:t>socialmedia</a:t>
            </a:r>
            <a:endParaRPr lang="en-GB" sz="1200" b="1" i="0" kern="0" dirty="0">
              <a:solidFill>
                <a:srgbClr val="00338D"/>
              </a:solidFill>
              <a:latin typeface="Univers for KPMG"/>
              <a:cs typeface="Univers for KPMG"/>
            </a:endParaRPr>
          </a:p>
        </p:txBody>
      </p:sp>
      <p:pic>
        <p:nvPicPr>
          <p:cNvPr id="11" name="Picture 10"/>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941066" y="3736987"/>
            <a:ext cx="1133854" cy="367805"/>
          </a:xfrm>
          <a:prstGeom prst="rect">
            <a:avLst/>
          </a:prstGeom>
        </p:spPr>
      </p:pic>
      <p:sp>
        <p:nvSpPr>
          <p:cNvPr id="12" name="Rectangle 11">
            <a:hlinkClick r:id="rId3"/>
          </p:cNvPr>
          <p:cNvSpPr>
            <a:spLocks noChangeArrowheads="1"/>
          </p:cNvSpPr>
          <p:nvPr userDrawn="1"/>
        </p:nvSpPr>
        <p:spPr bwMode="auto">
          <a:xfrm>
            <a:off x="3931920" y="3459664"/>
            <a:ext cx="1143000" cy="184666"/>
          </a:xfrm>
          <a:prstGeom prst="rect">
            <a:avLst/>
          </a:prstGeom>
          <a:noFill/>
          <a:ln w="9525">
            <a:noFill/>
            <a:miter lim="800000"/>
            <a:headEnd/>
            <a:tailEnd/>
          </a:ln>
          <a:effectLst/>
        </p:spPr>
        <p:txBody>
          <a:bodyPr lIns="0" tIns="0" rIns="0" bIns="0" anchor="ctr">
            <a:spAutoFit/>
          </a:bodyPr>
          <a:lstStyle/>
          <a:p>
            <a:pPr>
              <a:defRPr/>
            </a:pPr>
            <a:r>
              <a:rPr lang="en-GB" sz="1200" b="1" i="0" kern="0" dirty="0">
                <a:solidFill>
                  <a:srgbClr val="00338D"/>
                </a:solidFill>
                <a:latin typeface="Univers for KPMG"/>
                <a:ea typeface="Times New Roman" pitchFamily="18" charset="0"/>
                <a:cs typeface="Univers for KPMG"/>
              </a:rPr>
              <a:t>kpmg.com/app</a:t>
            </a:r>
            <a:endParaRPr lang="en-GB" sz="1200" b="1" i="0" kern="0" dirty="0">
              <a:solidFill>
                <a:srgbClr val="00338D"/>
              </a:solidFill>
              <a:latin typeface="Univers for KPMG"/>
              <a:cs typeface="Univers for KPMG"/>
            </a:endParaRPr>
          </a:p>
        </p:txBody>
      </p:sp>
      <p:pic>
        <p:nvPicPr>
          <p:cNvPr id="4" name="Picture 3"/>
          <p:cNvPicPr>
            <a:picLocks noChangeAspect="1"/>
          </p:cNvPicPr>
          <p:nvPr userDrawn="1"/>
        </p:nvPicPr>
        <p:blipFill>
          <a:blip r:embed="rId5"/>
          <a:stretch>
            <a:fillRect/>
          </a:stretch>
        </p:blipFill>
        <p:spPr>
          <a:xfrm>
            <a:off x="1539942" y="3707441"/>
            <a:ext cx="2152491" cy="426897"/>
          </a:xfrm>
          <a:prstGeom prst="rect">
            <a:avLst/>
          </a:prstGeom>
        </p:spPr>
      </p:pic>
      <p:sp>
        <p:nvSpPr>
          <p:cNvPr id="13" name="Content Placeholder 1"/>
          <p:cNvSpPr txBox="1">
            <a:spLocks/>
          </p:cNvSpPr>
          <p:nvPr userDrawn="1"/>
        </p:nvSpPr>
        <p:spPr>
          <a:xfrm>
            <a:off x="1447508" y="5458438"/>
            <a:ext cx="6900623" cy="1128901"/>
          </a:xfrm>
          <a:prstGeom prst="rect">
            <a:avLst/>
          </a:prstGeom>
        </p:spPr>
        <p:txBody>
          <a:bodyPr/>
          <a:lstStyle>
            <a:lvl1pPr eaLnBrk="1" hangingPunct="1">
              <a:spcAft>
                <a:spcPts val="600"/>
              </a:spcAft>
              <a:defRPr sz="1500" b="1" i="0">
                <a:solidFill>
                  <a:schemeClr val="tx2"/>
                </a:solidFill>
                <a:latin typeface="Univers for KPMG" panose="020B0603020202020204" pitchFamily="34" charset="0"/>
                <a:cs typeface="Univers for KPMG" panose="020B0603020202020204" pitchFamily="34" charset="0"/>
              </a:defRPr>
            </a:lvl1pPr>
            <a:lvl2pPr marL="0" indent="0" eaLnBrk="1" hangingPunct="1">
              <a:spcAft>
                <a:spcPts val="600"/>
              </a:spcAft>
              <a:buFontTx/>
              <a:buNone/>
              <a:defRPr sz="1500" b="0" i="0">
                <a:solidFill>
                  <a:schemeClr val="tx2"/>
                </a:solidFill>
                <a:latin typeface="Univers for KPMG Light" panose="020B0403020202020204" pitchFamily="34" charset="0"/>
                <a:cs typeface="Univers for KPMG Light" panose="020B0403020202020204" pitchFamily="34" charset="0"/>
              </a:defRPr>
            </a:lvl2pPr>
            <a:lvl3pPr marL="285750" indent="-285750" eaLnBrk="1" hangingPunct="1">
              <a:spcAft>
                <a:spcPts val="600"/>
              </a:spcAft>
              <a:buClrTx/>
              <a:buFont typeface="Univers for KPMG"/>
              <a:buChar char="—"/>
              <a:defRPr sz="1500" b="0" i="0">
                <a:solidFill>
                  <a:schemeClr val="tx2"/>
                </a:solidFill>
                <a:latin typeface="Univers for KPMG Light" panose="020B0403020202020204" pitchFamily="34" charset="0"/>
                <a:cs typeface="Univers for KPMG Light" panose="020B0403020202020204" pitchFamily="34" charset="0"/>
              </a:defRPr>
            </a:lvl3pPr>
            <a:lvl4pPr marL="571500" indent="-228600" eaLnBrk="1" hangingPunct="1">
              <a:spcAft>
                <a:spcPts val="600"/>
              </a:spcAft>
              <a:buFont typeface="Univers for KPMG"/>
              <a:buChar char="-"/>
              <a:defRPr sz="1500" b="0" i="0" baseline="0">
                <a:solidFill>
                  <a:schemeClr val="tx2"/>
                </a:solidFill>
                <a:latin typeface="Univers for KPMG Light" panose="020B0403020202020204" pitchFamily="34" charset="0"/>
                <a:cs typeface="Univers for KPMG Light" panose="020B0403020202020204" pitchFamily="34" charset="0"/>
              </a:defRPr>
            </a:lvl4pPr>
            <a:lvl5pPr eaLnBrk="1" hangingPunct="1">
              <a:spcAft>
                <a:spcPts val="600"/>
              </a:spcAft>
              <a:defRPr sz="1500" b="0" i="0">
                <a:solidFill>
                  <a:schemeClr val="accent5"/>
                </a:solidFill>
                <a:latin typeface="Univers for KPMG Light" panose="020B0403020202020204" pitchFamily="34" charset="0"/>
                <a:cs typeface="Univers for KPMG Light" panose="020B0403020202020204" pitchFamily="34" charset="0"/>
              </a:defRPr>
            </a:lvl5pPr>
          </a:lstStyle>
          <a:p>
            <a:pPr lvl="1" defTabSz="990570"/>
            <a:r>
              <a:rPr lang="en-US" altLang="en-US" sz="1100" kern="0" dirty="0">
                <a:solidFill>
                  <a:schemeClr val="bg1">
                    <a:lumMod val="65000"/>
                  </a:schemeClr>
                </a:solidFill>
                <a:latin typeface="Univers for KPMG" panose="020B0603020202020204" pitchFamily="34" charset="0"/>
              </a:rPr>
              <a:t>The information contained herein is of a general nature and is not intended to address the circumstances of any particular individual or entity. Although we endeavor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lvl="1" defTabSz="990570"/>
            <a:endParaRPr lang="en-US" sz="1100" kern="0" dirty="0">
              <a:solidFill>
                <a:schemeClr val="bg1">
                  <a:lumMod val="65000"/>
                </a:schemeClr>
              </a:solidFill>
            </a:endParaRPr>
          </a:p>
        </p:txBody>
      </p:sp>
      <p:sp>
        <p:nvSpPr>
          <p:cNvPr id="15" name="Content Placeholder 1"/>
          <p:cNvSpPr txBox="1">
            <a:spLocks/>
          </p:cNvSpPr>
          <p:nvPr userDrawn="1">
            <p:custDataLst>
              <p:tags r:id="rId1"/>
            </p:custDataLst>
          </p:nvPr>
        </p:nvSpPr>
        <p:spPr>
          <a:xfrm>
            <a:off x="1447509" y="4760600"/>
            <a:ext cx="6900623" cy="637506"/>
          </a:xfrm>
          <a:prstGeom prst="rect">
            <a:avLst/>
          </a:prstGeom>
        </p:spPr>
        <p:txBody>
          <a:bodyPr/>
          <a:lstStyle>
            <a:lvl1pPr eaLnBrk="1" hangingPunct="1">
              <a:spcAft>
                <a:spcPts val="600"/>
              </a:spcAft>
              <a:defRPr sz="1500" b="1" i="0">
                <a:solidFill>
                  <a:schemeClr val="tx2"/>
                </a:solidFill>
                <a:latin typeface="Univers for KPMG" panose="020B0603020202020204" pitchFamily="34" charset="0"/>
                <a:cs typeface="Univers for KPMG" panose="020B0603020202020204" pitchFamily="34" charset="0"/>
              </a:defRPr>
            </a:lvl1pPr>
            <a:lvl2pPr marL="0" indent="0" eaLnBrk="1" hangingPunct="1">
              <a:spcAft>
                <a:spcPts val="600"/>
              </a:spcAft>
              <a:buFontTx/>
              <a:buNone/>
              <a:defRPr sz="1500" b="0" i="0">
                <a:solidFill>
                  <a:schemeClr val="tx2"/>
                </a:solidFill>
                <a:latin typeface="Univers for KPMG Light" panose="020B0403020202020204" pitchFamily="34" charset="0"/>
                <a:cs typeface="Univers for KPMG Light" panose="020B0403020202020204" pitchFamily="34" charset="0"/>
              </a:defRPr>
            </a:lvl2pPr>
            <a:lvl3pPr marL="285750" indent="-285750" eaLnBrk="1" hangingPunct="1">
              <a:spcAft>
                <a:spcPts val="600"/>
              </a:spcAft>
              <a:buClrTx/>
              <a:buFont typeface="Univers for KPMG"/>
              <a:buChar char="—"/>
              <a:defRPr sz="1500" b="0" i="0">
                <a:solidFill>
                  <a:schemeClr val="tx2"/>
                </a:solidFill>
                <a:latin typeface="Univers for KPMG Light" panose="020B0403020202020204" pitchFamily="34" charset="0"/>
                <a:cs typeface="Univers for KPMG Light" panose="020B0403020202020204" pitchFamily="34" charset="0"/>
              </a:defRPr>
            </a:lvl3pPr>
            <a:lvl4pPr marL="571500" indent="-228600" eaLnBrk="1" hangingPunct="1">
              <a:spcAft>
                <a:spcPts val="600"/>
              </a:spcAft>
              <a:buFont typeface="Univers for KPMG"/>
              <a:buChar char="-"/>
              <a:defRPr sz="1500" b="0" i="0" baseline="0">
                <a:solidFill>
                  <a:schemeClr val="tx2"/>
                </a:solidFill>
                <a:latin typeface="Univers for KPMG Light" panose="020B0403020202020204" pitchFamily="34" charset="0"/>
                <a:cs typeface="Univers for KPMG Light" panose="020B0403020202020204" pitchFamily="34" charset="0"/>
              </a:defRPr>
            </a:lvl4pPr>
            <a:lvl5pPr eaLnBrk="1" hangingPunct="1">
              <a:spcAft>
                <a:spcPts val="600"/>
              </a:spcAft>
              <a:defRPr sz="1500" b="0" i="0">
                <a:solidFill>
                  <a:schemeClr val="accent5"/>
                </a:solidFill>
                <a:latin typeface="Univers for KPMG Light" panose="020B0403020202020204" pitchFamily="34" charset="0"/>
                <a:cs typeface="Univers for KPMG Light" panose="020B0403020202020204" pitchFamily="34" charset="0"/>
              </a:defRPr>
            </a:lvl5pPr>
          </a:lstStyle>
          <a:p>
            <a:pPr algn="l">
              <a:spcBef>
                <a:spcPts val="600"/>
              </a:spcBef>
              <a:spcAft>
                <a:spcPts val="600"/>
              </a:spcAft>
            </a:pPr>
            <a:r>
              <a:rPr lang="en-GB" sz="1100" b="0" dirty="0">
                <a:solidFill>
                  <a:schemeClr val="bg1">
                    <a:lumMod val="65000"/>
                  </a:schemeClr>
                </a:solidFill>
                <a:effectLst/>
              </a:rPr>
              <a:t>@2020 KPMG Limited, KPMG Legal Limited, KPMG Tax and Advisory Limited, all Vietnamese limited liability companies and member firms of the KPMG network of independent member firms affiliated with KPMG International Cooperative (“KPMG International”), a Swiss entity. All rights reserved.</a:t>
            </a:r>
            <a:endParaRPr lang="en-US" sz="1100" b="0" dirty="0">
              <a:solidFill>
                <a:schemeClr val="bg1">
                  <a:lumMod val="65000"/>
                </a:schemeClr>
              </a:solidFill>
              <a:effectLst/>
              <a:latin typeface="Times New Roman" panose="02020603050405020304" pitchFamily="18" charset="0"/>
              <a:ea typeface="Times New Roman" panose="02020603050405020304" pitchFamily="18" charset="0"/>
            </a:endParaRPr>
          </a:p>
        </p:txBody>
      </p:sp>
      <p:pic>
        <p:nvPicPr>
          <p:cNvPr id="16" name="Picture 15"/>
          <p:cNvPicPr>
            <a:picLocks noChangeAspect="1"/>
          </p:cNvPicPr>
          <p:nvPr userDrawn="1"/>
        </p:nvPicPr>
        <p:blipFill rotWithShape="1">
          <a:blip r:embed="rId6" cstate="print">
            <a:extLst>
              <a:ext uri="{28A0092B-C50C-407E-A947-70E740481C1C}">
                <a14:useLocalDpi xmlns:a14="http://schemas.microsoft.com/office/drawing/2010/main" val="0"/>
              </a:ext>
            </a:extLst>
          </a:blip>
          <a:srcRect t="26128" b="25637"/>
          <a:stretch/>
        </p:blipFill>
        <p:spPr>
          <a:xfrm>
            <a:off x="1447509" y="577893"/>
            <a:ext cx="1154846" cy="411480"/>
          </a:xfrm>
          <a:prstGeom prst="rect">
            <a:avLst/>
          </a:prstGeom>
        </p:spPr>
      </p:pic>
    </p:spTree>
    <p:extLst>
      <p:ext uri="{BB962C8B-B14F-4D97-AF65-F5344CB8AC3E}">
        <p14:creationId xmlns:p14="http://schemas.microsoft.com/office/powerpoint/2010/main" val="2267864541"/>
      </p:ext>
    </p:extLst>
  </p:cSld>
  <p:clrMapOvr>
    <a:masterClrMapping/>
  </p:clrMapOvr>
  <p:extLst mod="1">
    <p:ext uri="{DCECCB84-F9BA-43D5-87BE-67443E8EF086}">
      <p15:sldGuideLst xmlns:p15="http://schemas.microsoft.com/office/powerpoint/2012/main">
        <p15:guide id="1" orient="horz" pos="2160">
          <p15:clr>
            <a:srgbClr val="FBAE40"/>
          </p15:clr>
        </p15:guide>
        <p15:guide id="2" pos="124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pic>
        <p:nvPicPr>
          <p:cNvPr id="9" name="Picture 8" descr="C:\Users\linhbui\Desktop\1280x800_financial-life-style-wallpaper.jpg"/>
          <p:cNvPicPr>
            <a:picLocks noChangeAspect="1" noChangeArrowheads="1"/>
          </p:cNvPicPr>
          <p:nvPr/>
        </p:nvPicPr>
        <p:blipFill>
          <a:blip r:embed="rId2" cstate="print"/>
          <a:srcRect l="5706"/>
          <a:stretch>
            <a:fillRect/>
          </a:stretch>
        </p:blipFill>
        <p:spPr bwMode="auto">
          <a:xfrm>
            <a:off x="0" y="0"/>
            <a:ext cx="9340755" cy="6858000"/>
          </a:xfrm>
          <a:prstGeom prst="rect">
            <a:avLst/>
          </a:prstGeom>
          <a:noFill/>
        </p:spPr>
      </p:pic>
      <p:sp>
        <p:nvSpPr>
          <p:cNvPr id="7" name="Freeform 12"/>
          <p:cNvSpPr>
            <a:spLocks noChangeAspect="1"/>
          </p:cNvSpPr>
          <p:nvPr/>
        </p:nvSpPr>
        <p:spPr bwMode="gray">
          <a:xfrm>
            <a:off x="0" y="0"/>
            <a:ext cx="4835525" cy="5395913"/>
          </a:xfrm>
          <a:custGeom>
            <a:avLst/>
            <a:gdLst/>
            <a:ahLst/>
            <a:cxnLst>
              <a:cxn ang="0">
                <a:pos x="24671" y="0"/>
              </a:cxn>
              <a:cxn ang="0">
                <a:pos x="0" y="0"/>
              </a:cxn>
              <a:cxn ang="0">
                <a:pos x="0" y="27539"/>
              </a:cxn>
              <a:cxn ang="0">
                <a:pos x="16529" y="27539"/>
              </a:cxn>
              <a:cxn ang="0">
                <a:pos x="24671" y="0"/>
              </a:cxn>
            </a:cxnLst>
            <a:rect l="0" t="0" r="r" b="b"/>
            <a:pathLst>
              <a:path w="24671" h="27539">
                <a:moveTo>
                  <a:pt x="24671" y="0"/>
                </a:moveTo>
                <a:lnTo>
                  <a:pt x="0" y="0"/>
                </a:lnTo>
                <a:lnTo>
                  <a:pt x="0" y="27539"/>
                </a:lnTo>
                <a:lnTo>
                  <a:pt x="16529" y="27539"/>
                </a:lnTo>
                <a:lnTo>
                  <a:pt x="24671"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2" name="Title 1"/>
          <p:cNvSpPr>
            <a:spLocks noGrp="1"/>
          </p:cNvSpPr>
          <p:nvPr>
            <p:ph type="ctrTitle"/>
          </p:nvPr>
        </p:nvSpPr>
        <p:spPr bwMode="gray">
          <a:xfrm>
            <a:off x="323528" y="1556792"/>
            <a:ext cx="3456384" cy="2016224"/>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defRPr lang="en-GB" sz="3000" b="1" kern="1200" noProof="0" dirty="0">
                <a:solidFill>
                  <a:schemeClr val="bg1"/>
                </a:solidFill>
                <a:latin typeface="Arial"/>
                <a:ea typeface="+mj-ea"/>
                <a:cs typeface="Arial" pitchFamily="34" charset="0"/>
              </a:defRPr>
            </a:lvl1pPr>
            <a:lvl2pPr>
              <a:defRPr lang="en-GB" sz="3000" b="1" kern="1200" noProof="0" dirty="0">
                <a:solidFill>
                  <a:schemeClr val="bg1"/>
                </a:solidFill>
                <a:latin typeface="Arial" pitchFamily="34" charset="0"/>
                <a:ea typeface="+mj-ea"/>
                <a:cs typeface="Arial" pitchFamily="34" charset="0"/>
              </a:defRPr>
            </a:lvl2pPr>
            <a:lvl3pPr>
              <a:defRPr lang="en-GB" sz="3000" b="1" kern="1200" noProof="0" dirty="0">
                <a:solidFill>
                  <a:schemeClr val="bg1"/>
                </a:solidFill>
                <a:latin typeface="Arial" pitchFamily="34" charset="0"/>
                <a:ea typeface="+mj-ea"/>
                <a:cs typeface="Arial" pitchFamily="34" charset="0"/>
              </a:defRPr>
            </a:lvl3pPr>
            <a:lvl4pPr>
              <a:defRPr lang="en-GB" sz="3000" b="1" kern="1200" noProof="0" dirty="0">
                <a:solidFill>
                  <a:schemeClr val="bg1"/>
                </a:solidFill>
                <a:latin typeface="Arial" pitchFamily="34" charset="0"/>
                <a:ea typeface="+mj-ea"/>
                <a:cs typeface="Arial" pitchFamily="34" charset="0"/>
              </a:defRPr>
            </a:lvl4pPr>
            <a:lvl5pPr>
              <a:defRPr lang="en-GB" sz="3000" b="1" kern="1200" noProof="0" dirty="0">
                <a:solidFill>
                  <a:schemeClr val="bg1"/>
                </a:solidFill>
                <a:latin typeface="Arial" pitchFamily="34" charset="0"/>
                <a:ea typeface="+mj-ea"/>
                <a:cs typeface="Arial" pitchFamily="34" charset="0"/>
              </a:defRPr>
            </a:lvl5pPr>
            <a:lvl6pPr>
              <a:defRPr lang="en-GB" sz="3000" b="1" kern="1200" noProof="0" dirty="0">
                <a:solidFill>
                  <a:schemeClr val="bg1"/>
                </a:solidFill>
                <a:latin typeface="Arial" pitchFamily="34" charset="0"/>
                <a:ea typeface="+mj-ea"/>
                <a:cs typeface="Arial" pitchFamily="34" charset="0"/>
              </a:defRPr>
            </a:lvl6pPr>
            <a:lvl7pPr>
              <a:defRPr lang="en-GB" sz="3000" b="1" kern="1200" noProof="0" dirty="0">
                <a:solidFill>
                  <a:schemeClr val="bg1"/>
                </a:solidFill>
                <a:latin typeface="Arial" pitchFamily="34" charset="0"/>
                <a:ea typeface="+mj-ea"/>
                <a:cs typeface="Arial" pitchFamily="34" charset="0"/>
              </a:defRPr>
            </a:lvl7pPr>
            <a:lvl8pPr>
              <a:defRPr lang="en-GB" sz="3000" b="1" kern="1200" noProof="0" dirty="0">
                <a:solidFill>
                  <a:schemeClr val="bg1"/>
                </a:solidFill>
                <a:latin typeface="Arial" pitchFamily="34" charset="0"/>
                <a:ea typeface="+mj-ea"/>
                <a:cs typeface="Arial" pitchFamily="34" charset="0"/>
              </a:defRPr>
            </a:lvl8pPr>
            <a:lvl9pPr>
              <a:defRPr lang="en-GB" sz="3000" b="1" kern="1200" noProof="0" dirty="0">
                <a:solidFill>
                  <a:schemeClr val="bg1"/>
                </a:solidFill>
                <a:latin typeface="Arial" pitchFamily="34" charset="0"/>
                <a:ea typeface="+mj-ea"/>
                <a:cs typeface="Arial" pitchFamily="34" charset="0"/>
              </a:defRPr>
            </a:lvl9pPr>
          </a:lstStyle>
          <a:p>
            <a:pPr lvl="0" algn="l" defTabSz="914400" rtl="0" eaLnBrk="1" fontAlgn="base" latinLnBrk="0" hangingPunct="1">
              <a:spcBef>
                <a:spcPct val="40000"/>
              </a:spcBef>
              <a:spcAft>
                <a:spcPct val="0"/>
              </a:spcAft>
              <a:buNone/>
            </a:pPr>
            <a:r>
              <a:rPr lang="en-US" noProof="0" dirty="0"/>
              <a:t>Click to edit Master title style</a:t>
            </a:r>
            <a:endParaRPr lang="en-GB" noProof="0" dirty="0"/>
          </a:p>
        </p:txBody>
      </p:sp>
      <p:sp>
        <p:nvSpPr>
          <p:cNvPr id="3" name="Subtitle 2"/>
          <p:cNvSpPr>
            <a:spLocks noGrp="1"/>
          </p:cNvSpPr>
          <p:nvPr>
            <p:ph type="subTitle" idx="1"/>
          </p:nvPr>
        </p:nvSpPr>
        <p:spPr bwMode="gray">
          <a:xfrm>
            <a:off x="323528" y="3789040"/>
            <a:ext cx="3024336" cy="1080120"/>
          </a:xfrm>
          <a:prstGeom prst="rect">
            <a:avLst/>
          </a:prstGeom>
          <a:noFill/>
          <a:ln w="9525">
            <a:noFill/>
            <a:miter lim="800000"/>
            <a:headEnd/>
            <a:tailEnd/>
          </a:ln>
        </p:spPr>
        <p:txBody>
          <a:bodyPr vert="horz" wrap="square" lIns="0" tIns="0" rIns="0" bIns="0" numCol="1" rtlCol="0" anchor="t" anchorCtr="0" compatLnSpc="1">
            <a:prstTxWarp prst="textNoShape">
              <a:avLst/>
            </a:prstTxWarp>
            <a:normAutofit/>
          </a:bodyPr>
          <a:lstStyle>
            <a:lvl1pPr marL="0" indent="0" algn="l">
              <a:buNone/>
              <a:defRPr lang="en-GB" sz="1200" b="0" kern="1200" noProof="0" dirty="0">
                <a:solidFill>
                  <a:schemeClr val="bg1"/>
                </a:solidFill>
                <a:latin typeface="Arial"/>
                <a:ea typeface="+mn-ea"/>
                <a:cs typeface="Arial" pitchFamily="34" charset="0"/>
              </a:defRPr>
            </a:lvl1pPr>
            <a:lvl2pPr marL="0" indent="0" algn="ctr">
              <a:buNone/>
              <a:defRPr lang="en-GB" sz="1200" b="0" kern="1200" noProof="0" dirty="0">
                <a:solidFill>
                  <a:schemeClr val="bg1"/>
                </a:solidFill>
                <a:latin typeface="Arial" pitchFamily="34" charset="0"/>
                <a:ea typeface="+mn-ea"/>
                <a:cs typeface="Arial" pitchFamily="34" charset="0"/>
              </a:defRPr>
            </a:lvl2pPr>
            <a:lvl3pPr marL="1371600" indent="-1371600" algn="ctr">
              <a:buNone/>
              <a:defRPr lang="en-GB" sz="1200" b="0" kern="1200" noProof="0" dirty="0">
                <a:solidFill>
                  <a:schemeClr val="bg1"/>
                </a:solidFill>
                <a:latin typeface="Arial" pitchFamily="34" charset="0"/>
                <a:ea typeface="+mn-ea"/>
                <a:cs typeface="Arial" pitchFamily="34" charset="0"/>
              </a:defRPr>
            </a:lvl3pPr>
            <a:lvl4pPr marL="1371600" indent="0" algn="ctr">
              <a:buNone/>
              <a:defRPr lang="en-GB" sz="1200" b="0" kern="1200" noProof="0" dirty="0">
                <a:solidFill>
                  <a:schemeClr val="bg1"/>
                </a:solidFill>
                <a:latin typeface="Arial" pitchFamily="34" charset="0"/>
                <a:ea typeface="+mn-ea"/>
                <a:cs typeface="Arial" pitchFamily="34" charset="0"/>
              </a:defRPr>
            </a:lvl4pPr>
            <a:lvl5pPr marL="1828800" indent="0" algn="ctr">
              <a:buNone/>
              <a:defRPr lang="en-GB" sz="1200" b="0" kern="1200" noProof="0" dirty="0">
                <a:solidFill>
                  <a:schemeClr val="bg1"/>
                </a:solidFill>
                <a:latin typeface="Arial" pitchFamily="34" charset="0"/>
                <a:ea typeface="+mn-ea"/>
                <a:cs typeface="Arial" pitchFamily="34" charset="0"/>
              </a:defRPr>
            </a:lvl5pPr>
            <a:lvl6pPr marL="2286000" indent="0" algn="ctr">
              <a:buNone/>
              <a:defRPr lang="en-GB" sz="1200" b="0" kern="1200" noProof="0" dirty="0">
                <a:solidFill>
                  <a:schemeClr val="bg1"/>
                </a:solidFill>
                <a:latin typeface="Arial" pitchFamily="34" charset="0"/>
                <a:ea typeface="+mn-ea"/>
                <a:cs typeface="Arial" pitchFamily="34" charset="0"/>
              </a:defRPr>
            </a:lvl6pPr>
            <a:lvl7pPr marL="2743200" indent="0" algn="ctr">
              <a:buNone/>
              <a:defRPr lang="en-GB" sz="1200" b="0" kern="1200" noProof="0" dirty="0">
                <a:solidFill>
                  <a:schemeClr val="bg1"/>
                </a:solidFill>
                <a:latin typeface="Arial" pitchFamily="34" charset="0"/>
                <a:ea typeface="+mn-ea"/>
                <a:cs typeface="Arial" pitchFamily="34" charset="0"/>
              </a:defRPr>
            </a:lvl7pPr>
            <a:lvl8pPr marL="3200400" indent="0" algn="ctr">
              <a:buNone/>
              <a:defRPr lang="en-GB" sz="1200" b="0" kern="1200" noProof="0" dirty="0">
                <a:solidFill>
                  <a:schemeClr val="bg1"/>
                </a:solidFill>
                <a:latin typeface="Arial" pitchFamily="34" charset="0"/>
                <a:ea typeface="+mn-ea"/>
                <a:cs typeface="Arial" pitchFamily="34" charset="0"/>
              </a:defRPr>
            </a:lvl8pPr>
            <a:lvl9pPr marL="3657600" indent="0" algn="ctr">
              <a:buNone/>
              <a:defRPr lang="en-GB" sz="1200" b="0" kern="1200" noProof="0" dirty="0">
                <a:solidFill>
                  <a:schemeClr val="bg1"/>
                </a:solidFill>
                <a:latin typeface="Arial" pitchFamily="34" charset="0"/>
                <a:ea typeface="+mn-ea"/>
                <a:cs typeface="Arial" pitchFamily="34" charset="0"/>
              </a:defRPr>
            </a:lvl9pPr>
          </a:lstStyle>
          <a:p>
            <a:pPr marL="0" lvl="0" indent="0" algn="l" defTabSz="914400" rtl="0" eaLnBrk="1" fontAlgn="base" latinLnBrk="0" hangingPunct="1">
              <a:lnSpc>
                <a:spcPct val="110000"/>
              </a:lnSpc>
              <a:spcBef>
                <a:spcPct val="40000"/>
              </a:spcBef>
              <a:spcAft>
                <a:spcPct val="0"/>
              </a:spcAft>
              <a:buFont typeface="Arial" pitchFamily="34" charset="0"/>
              <a:buNone/>
            </a:pPr>
            <a:r>
              <a:rPr lang="en-US" noProof="0" dirty="0"/>
              <a:t>Click to edit Master subtitle style</a:t>
            </a:r>
            <a:endParaRPr lang="en-GB" noProof="0" dirty="0"/>
          </a:p>
        </p:txBody>
      </p:sp>
      <p:grpSp>
        <p:nvGrpSpPr>
          <p:cNvPr id="4" name="Group 11"/>
          <p:cNvGrpSpPr>
            <a:grpSpLocks noChangeAspect="1"/>
          </p:cNvGrpSpPr>
          <p:nvPr/>
        </p:nvGrpSpPr>
        <p:grpSpPr>
          <a:xfrm>
            <a:off x="156156" y="38101"/>
            <a:ext cx="2129844" cy="1257299"/>
            <a:chOff x="-2592388" y="0"/>
            <a:chExt cx="2592388" cy="1530350"/>
          </a:xfrm>
          <a:solidFill>
            <a:schemeClr val="bg1"/>
          </a:solidFill>
        </p:grpSpPr>
        <p:sp>
          <p:nvSpPr>
            <p:cNvPr id="13" name="Freeform 14"/>
            <p:cNvSpPr>
              <a:spLocks noEditPoints="1"/>
            </p:cNvSpPr>
            <p:nvPr userDrawn="1"/>
          </p:nvSpPr>
          <p:spPr bwMode="auto">
            <a:xfrm>
              <a:off x="-2384425" y="393700"/>
              <a:ext cx="2119313" cy="776288"/>
            </a:xfrm>
            <a:custGeom>
              <a:avLst/>
              <a:gdLst/>
              <a:ahLst/>
              <a:cxnLst>
                <a:cxn ang="0">
                  <a:pos x="2851" y="1035"/>
                </a:cxn>
                <a:cxn ang="0">
                  <a:pos x="3588" y="28"/>
                </a:cxn>
                <a:cxn ang="0">
                  <a:pos x="2718" y="826"/>
                </a:cxn>
                <a:cxn ang="0">
                  <a:pos x="1973" y="28"/>
                </a:cxn>
                <a:cxn ang="0">
                  <a:pos x="1663" y="659"/>
                </a:cxn>
                <a:cxn ang="0">
                  <a:pos x="1850" y="28"/>
                </a:cxn>
                <a:cxn ang="0">
                  <a:pos x="1165" y="1000"/>
                </a:cxn>
                <a:cxn ang="0">
                  <a:pos x="1334" y="806"/>
                </a:cxn>
                <a:cxn ang="0">
                  <a:pos x="479" y="1047"/>
                </a:cxn>
                <a:cxn ang="0">
                  <a:pos x="980" y="699"/>
                </a:cxn>
                <a:cxn ang="0">
                  <a:pos x="2747" y="0"/>
                </a:cxn>
                <a:cxn ang="0">
                  <a:pos x="1009" y="0"/>
                </a:cxn>
                <a:cxn ang="0">
                  <a:pos x="665" y="1435"/>
                </a:cxn>
                <a:cxn ang="0">
                  <a:pos x="1150" y="1133"/>
                </a:cxn>
                <a:cxn ang="0">
                  <a:pos x="1980" y="1434"/>
                </a:cxn>
                <a:cxn ang="0">
                  <a:pos x="2963" y="1451"/>
                </a:cxn>
                <a:cxn ang="0">
                  <a:pos x="348" y="2092"/>
                </a:cxn>
                <a:cxn ang="0">
                  <a:pos x="395" y="2104"/>
                </a:cxn>
                <a:cxn ang="0">
                  <a:pos x="880" y="1895"/>
                </a:cxn>
                <a:cxn ang="0">
                  <a:pos x="584" y="1895"/>
                </a:cxn>
                <a:cxn ang="0">
                  <a:pos x="645" y="2088"/>
                </a:cxn>
                <a:cxn ang="0">
                  <a:pos x="813" y="2088"/>
                </a:cxn>
                <a:cxn ang="0">
                  <a:pos x="935" y="1790"/>
                </a:cxn>
                <a:cxn ang="0">
                  <a:pos x="1104" y="1929"/>
                </a:cxn>
                <a:cxn ang="0">
                  <a:pos x="1151" y="1938"/>
                </a:cxn>
                <a:cxn ang="0">
                  <a:pos x="1504" y="2134"/>
                </a:cxn>
                <a:cxn ang="0">
                  <a:pos x="1370" y="2132"/>
                </a:cxn>
                <a:cxn ang="0">
                  <a:pos x="1428" y="1940"/>
                </a:cxn>
                <a:cxn ang="0">
                  <a:pos x="1719" y="1895"/>
                </a:cxn>
                <a:cxn ang="0">
                  <a:pos x="1803" y="2052"/>
                </a:cxn>
                <a:cxn ang="0">
                  <a:pos x="2137" y="1923"/>
                </a:cxn>
                <a:cxn ang="0">
                  <a:pos x="1881" y="2136"/>
                </a:cxn>
                <a:cxn ang="0">
                  <a:pos x="2253" y="2017"/>
                </a:cxn>
                <a:cxn ang="0">
                  <a:pos x="2503" y="1888"/>
                </a:cxn>
                <a:cxn ang="0">
                  <a:pos x="2740" y="2092"/>
                </a:cxn>
                <a:cxn ang="0">
                  <a:pos x="2787" y="2104"/>
                </a:cxn>
                <a:cxn ang="0">
                  <a:pos x="3126" y="2134"/>
                </a:cxn>
                <a:cxn ang="0">
                  <a:pos x="2992" y="2132"/>
                </a:cxn>
                <a:cxn ang="0">
                  <a:pos x="3051" y="1940"/>
                </a:cxn>
                <a:cxn ang="0">
                  <a:pos x="3441" y="1989"/>
                </a:cxn>
                <a:cxn ang="0">
                  <a:pos x="3257" y="1790"/>
                </a:cxn>
                <a:cxn ang="0">
                  <a:pos x="168" y="2120"/>
                </a:cxn>
                <a:cxn ang="0">
                  <a:pos x="3742" y="1935"/>
                </a:cxn>
                <a:cxn ang="0">
                  <a:pos x="3624" y="2110"/>
                </a:cxn>
                <a:cxn ang="0">
                  <a:pos x="3857" y="2017"/>
                </a:cxn>
                <a:cxn ang="0">
                  <a:pos x="4180" y="1894"/>
                </a:cxn>
                <a:cxn ang="0">
                  <a:pos x="4515" y="2136"/>
                </a:cxn>
                <a:cxn ang="0">
                  <a:pos x="4289" y="1939"/>
                </a:cxn>
                <a:cxn ang="0">
                  <a:pos x="4846" y="2010"/>
                </a:cxn>
                <a:cxn ang="0">
                  <a:pos x="4741" y="1935"/>
                </a:cxn>
                <a:cxn ang="0">
                  <a:pos x="4936" y="1789"/>
                </a:cxn>
                <a:cxn ang="0">
                  <a:pos x="5002" y="2021"/>
                </a:cxn>
                <a:cxn ang="0">
                  <a:pos x="5080" y="1988"/>
                </a:cxn>
                <a:cxn ang="0">
                  <a:pos x="5388" y="2136"/>
                </a:cxn>
                <a:cxn ang="0">
                  <a:pos x="5625" y="1893"/>
                </a:cxn>
                <a:cxn ang="0">
                  <a:pos x="5573" y="1790"/>
                </a:cxn>
                <a:cxn ang="0">
                  <a:pos x="5710" y="1848"/>
                </a:cxn>
                <a:cxn ang="0">
                  <a:pos x="5786" y="2086"/>
                </a:cxn>
                <a:cxn ang="0">
                  <a:pos x="5835" y="2229"/>
                </a:cxn>
              </a:cxnLst>
              <a:rect l="0" t="0" r="r" b="b"/>
              <a:pathLst>
                <a:path w="6099" h="2232">
                  <a:moveTo>
                    <a:pt x="3588" y="1105"/>
                  </a:moveTo>
                  <a:cubicBezTo>
                    <a:pt x="3401" y="1105"/>
                    <a:pt x="3401" y="1105"/>
                    <a:pt x="3401" y="1105"/>
                  </a:cubicBezTo>
                  <a:cubicBezTo>
                    <a:pt x="3431" y="981"/>
                    <a:pt x="3431" y="981"/>
                    <a:pt x="3431" y="981"/>
                  </a:cubicBezTo>
                  <a:cubicBezTo>
                    <a:pt x="3055" y="981"/>
                    <a:pt x="3055" y="981"/>
                    <a:pt x="3055" y="981"/>
                  </a:cubicBezTo>
                  <a:cubicBezTo>
                    <a:pt x="3024" y="1105"/>
                    <a:pt x="3024" y="1105"/>
                    <a:pt x="3024" y="1105"/>
                  </a:cubicBezTo>
                  <a:cubicBezTo>
                    <a:pt x="2843" y="1105"/>
                    <a:pt x="2843" y="1105"/>
                    <a:pt x="2843" y="1105"/>
                  </a:cubicBezTo>
                  <a:cubicBezTo>
                    <a:pt x="2843" y="1079"/>
                    <a:pt x="2843" y="1079"/>
                    <a:pt x="2843" y="1079"/>
                  </a:cubicBezTo>
                  <a:cubicBezTo>
                    <a:pt x="2845" y="1065"/>
                    <a:pt x="2848" y="1051"/>
                    <a:pt x="2851" y="1035"/>
                  </a:cubicBezTo>
                  <a:cubicBezTo>
                    <a:pt x="2884" y="901"/>
                    <a:pt x="2972" y="769"/>
                    <a:pt x="3124" y="769"/>
                  </a:cubicBezTo>
                  <a:cubicBezTo>
                    <a:pt x="3185" y="769"/>
                    <a:pt x="3244" y="792"/>
                    <a:pt x="3236" y="875"/>
                  </a:cubicBezTo>
                  <a:cubicBezTo>
                    <a:pt x="3460" y="875"/>
                    <a:pt x="3460" y="875"/>
                    <a:pt x="3460" y="875"/>
                  </a:cubicBezTo>
                  <a:cubicBezTo>
                    <a:pt x="3469" y="836"/>
                    <a:pt x="3484" y="770"/>
                    <a:pt x="3441" y="709"/>
                  </a:cubicBezTo>
                  <a:cubicBezTo>
                    <a:pt x="3394" y="643"/>
                    <a:pt x="3298" y="616"/>
                    <a:pt x="3173" y="616"/>
                  </a:cubicBezTo>
                  <a:cubicBezTo>
                    <a:pt x="3084" y="616"/>
                    <a:pt x="2955" y="631"/>
                    <a:pt x="2843" y="704"/>
                  </a:cubicBezTo>
                  <a:cubicBezTo>
                    <a:pt x="2843" y="28"/>
                    <a:pt x="2843" y="28"/>
                    <a:pt x="2843" y="28"/>
                  </a:cubicBezTo>
                  <a:cubicBezTo>
                    <a:pt x="3588" y="28"/>
                    <a:pt x="3588" y="28"/>
                    <a:pt x="3588" y="28"/>
                  </a:cubicBezTo>
                  <a:lnTo>
                    <a:pt x="3588" y="1105"/>
                  </a:lnTo>
                  <a:close/>
                  <a:moveTo>
                    <a:pt x="3148" y="1287"/>
                  </a:moveTo>
                  <a:cubicBezTo>
                    <a:pt x="3106" y="1294"/>
                    <a:pt x="3063" y="1300"/>
                    <a:pt x="3023" y="1300"/>
                  </a:cubicBezTo>
                  <a:cubicBezTo>
                    <a:pt x="2915" y="1300"/>
                    <a:pt x="2840" y="1250"/>
                    <a:pt x="2839" y="1133"/>
                  </a:cubicBezTo>
                  <a:cubicBezTo>
                    <a:pt x="3186" y="1133"/>
                    <a:pt x="3186" y="1133"/>
                    <a:pt x="3186" y="1133"/>
                  </a:cubicBezTo>
                  <a:lnTo>
                    <a:pt x="3148" y="1287"/>
                  </a:lnTo>
                  <a:close/>
                  <a:moveTo>
                    <a:pt x="2718" y="672"/>
                  </a:moveTo>
                  <a:cubicBezTo>
                    <a:pt x="2718" y="826"/>
                    <a:pt x="2718" y="826"/>
                    <a:pt x="2718" y="826"/>
                  </a:cubicBezTo>
                  <a:cubicBezTo>
                    <a:pt x="2666" y="898"/>
                    <a:pt x="2634" y="976"/>
                    <a:pt x="2619" y="1040"/>
                  </a:cubicBezTo>
                  <a:cubicBezTo>
                    <a:pt x="2613" y="1061"/>
                    <a:pt x="2609" y="1083"/>
                    <a:pt x="2607" y="1105"/>
                  </a:cubicBezTo>
                  <a:cubicBezTo>
                    <a:pt x="2497" y="1105"/>
                    <a:pt x="2497" y="1105"/>
                    <a:pt x="2497" y="1105"/>
                  </a:cubicBezTo>
                  <a:cubicBezTo>
                    <a:pt x="2591" y="660"/>
                    <a:pt x="2591" y="660"/>
                    <a:pt x="2591" y="660"/>
                  </a:cubicBezTo>
                  <a:cubicBezTo>
                    <a:pt x="2276" y="660"/>
                    <a:pt x="2276" y="660"/>
                    <a:pt x="2276" y="660"/>
                  </a:cubicBezTo>
                  <a:cubicBezTo>
                    <a:pt x="1993" y="1105"/>
                    <a:pt x="1993" y="1105"/>
                    <a:pt x="1993" y="1105"/>
                  </a:cubicBezTo>
                  <a:cubicBezTo>
                    <a:pt x="1973" y="1105"/>
                    <a:pt x="1973" y="1105"/>
                    <a:pt x="1973" y="1105"/>
                  </a:cubicBezTo>
                  <a:cubicBezTo>
                    <a:pt x="1973" y="28"/>
                    <a:pt x="1973" y="28"/>
                    <a:pt x="1973" y="28"/>
                  </a:cubicBezTo>
                  <a:cubicBezTo>
                    <a:pt x="2718" y="28"/>
                    <a:pt x="2718" y="28"/>
                    <a:pt x="2718" y="28"/>
                  </a:cubicBezTo>
                  <a:lnTo>
                    <a:pt x="2718" y="672"/>
                  </a:lnTo>
                  <a:close/>
                  <a:moveTo>
                    <a:pt x="2302" y="1105"/>
                  </a:moveTo>
                  <a:cubicBezTo>
                    <a:pt x="2190" y="1105"/>
                    <a:pt x="2190" y="1105"/>
                    <a:pt x="2190" y="1105"/>
                  </a:cubicBezTo>
                  <a:cubicBezTo>
                    <a:pt x="2360" y="838"/>
                    <a:pt x="2360" y="838"/>
                    <a:pt x="2360" y="838"/>
                  </a:cubicBezTo>
                  <a:lnTo>
                    <a:pt x="2302" y="1105"/>
                  </a:lnTo>
                  <a:close/>
                  <a:moveTo>
                    <a:pt x="1850" y="659"/>
                  </a:moveTo>
                  <a:cubicBezTo>
                    <a:pt x="1663" y="659"/>
                    <a:pt x="1663" y="659"/>
                    <a:pt x="1663" y="659"/>
                  </a:cubicBezTo>
                  <a:cubicBezTo>
                    <a:pt x="1535" y="1105"/>
                    <a:pt x="1535" y="1105"/>
                    <a:pt x="1535" y="1105"/>
                  </a:cubicBezTo>
                  <a:cubicBezTo>
                    <a:pt x="1337" y="1105"/>
                    <a:pt x="1337" y="1105"/>
                    <a:pt x="1337" y="1105"/>
                  </a:cubicBezTo>
                  <a:cubicBezTo>
                    <a:pt x="1438" y="1068"/>
                    <a:pt x="1499" y="996"/>
                    <a:pt x="1518" y="890"/>
                  </a:cubicBezTo>
                  <a:cubicBezTo>
                    <a:pt x="1534" y="809"/>
                    <a:pt x="1527" y="755"/>
                    <a:pt x="1493" y="714"/>
                  </a:cubicBezTo>
                  <a:cubicBezTo>
                    <a:pt x="1443" y="654"/>
                    <a:pt x="1342" y="659"/>
                    <a:pt x="1253" y="659"/>
                  </a:cubicBezTo>
                  <a:cubicBezTo>
                    <a:pt x="1237" y="659"/>
                    <a:pt x="1105" y="659"/>
                    <a:pt x="1105" y="659"/>
                  </a:cubicBezTo>
                  <a:cubicBezTo>
                    <a:pt x="1105" y="28"/>
                    <a:pt x="1105" y="28"/>
                    <a:pt x="1105" y="28"/>
                  </a:cubicBezTo>
                  <a:cubicBezTo>
                    <a:pt x="1850" y="28"/>
                    <a:pt x="1850" y="28"/>
                    <a:pt x="1850" y="28"/>
                  </a:cubicBezTo>
                  <a:lnTo>
                    <a:pt x="1850" y="659"/>
                  </a:lnTo>
                  <a:close/>
                  <a:moveTo>
                    <a:pt x="1730" y="1105"/>
                  </a:moveTo>
                  <a:cubicBezTo>
                    <a:pt x="1809" y="826"/>
                    <a:pt x="1809" y="826"/>
                    <a:pt x="1809" y="826"/>
                  </a:cubicBezTo>
                  <a:cubicBezTo>
                    <a:pt x="1812" y="1105"/>
                    <a:pt x="1812" y="1105"/>
                    <a:pt x="1812" y="1105"/>
                  </a:cubicBezTo>
                  <a:lnTo>
                    <a:pt x="1730" y="1105"/>
                  </a:lnTo>
                  <a:close/>
                  <a:moveTo>
                    <a:pt x="1188" y="999"/>
                  </a:moveTo>
                  <a:cubicBezTo>
                    <a:pt x="1187" y="999"/>
                    <a:pt x="1187" y="999"/>
                    <a:pt x="1187" y="999"/>
                  </a:cubicBezTo>
                  <a:cubicBezTo>
                    <a:pt x="1180" y="999"/>
                    <a:pt x="1173" y="1000"/>
                    <a:pt x="1165" y="1000"/>
                  </a:cubicBezTo>
                  <a:cubicBezTo>
                    <a:pt x="1154" y="1000"/>
                    <a:pt x="1145" y="1000"/>
                    <a:pt x="1137" y="1000"/>
                  </a:cubicBezTo>
                  <a:cubicBezTo>
                    <a:pt x="1089" y="1000"/>
                    <a:pt x="1089" y="1000"/>
                    <a:pt x="1089" y="1000"/>
                  </a:cubicBezTo>
                  <a:cubicBezTo>
                    <a:pt x="1111" y="918"/>
                    <a:pt x="1111" y="918"/>
                    <a:pt x="1111" y="918"/>
                  </a:cubicBezTo>
                  <a:cubicBezTo>
                    <a:pt x="1122" y="878"/>
                    <a:pt x="1122" y="878"/>
                    <a:pt x="1122" y="878"/>
                  </a:cubicBezTo>
                  <a:cubicBezTo>
                    <a:pt x="1147" y="783"/>
                    <a:pt x="1147" y="783"/>
                    <a:pt x="1147" y="783"/>
                  </a:cubicBezTo>
                  <a:cubicBezTo>
                    <a:pt x="1158" y="783"/>
                    <a:pt x="1169" y="782"/>
                    <a:pt x="1179" y="782"/>
                  </a:cubicBezTo>
                  <a:cubicBezTo>
                    <a:pt x="1216" y="782"/>
                    <a:pt x="1216" y="782"/>
                    <a:pt x="1216" y="782"/>
                  </a:cubicBezTo>
                  <a:cubicBezTo>
                    <a:pt x="1279" y="782"/>
                    <a:pt x="1319" y="786"/>
                    <a:pt x="1334" y="806"/>
                  </a:cubicBezTo>
                  <a:cubicBezTo>
                    <a:pt x="1345" y="822"/>
                    <a:pt x="1343" y="848"/>
                    <a:pt x="1330" y="888"/>
                  </a:cubicBezTo>
                  <a:cubicBezTo>
                    <a:pt x="1308" y="957"/>
                    <a:pt x="1279" y="992"/>
                    <a:pt x="1188" y="999"/>
                  </a:cubicBezTo>
                  <a:moveTo>
                    <a:pt x="980" y="699"/>
                  </a:moveTo>
                  <a:cubicBezTo>
                    <a:pt x="969" y="737"/>
                    <a:pt x="969" y="737"/>
                    <a:pt x="969" y="737"/>
                  </a:cubicBezTo>
                  <a:cubicBezTo>
                    <a:pt x="862" y="1092"/>
                    <a:pt x="862" y="1092"/>
                    <a:pt x="862" y="1092"/>
                  </a:cubicBezTo>
                  <a:cubicBezTo>
                    <a:pt x="858" y="1105"/>
                    <a:pt x="858" y="1105"/>
                    <a:pt x="858" y="1105"/>
                  </a:cubicBezTo>
                  <a:cubicBezTo>
                    <a:pt x="507" y="1105"/>
                    <a:pt x="507" y="1105"/>
                    <a:pt x="507" y="1105"/>
                  </a:cubicBezTo>
                  <a:cubicBezTo>
                    <a:pt x="479" y="1047"/>
                    <a:pt x="479" y="1047"/>
                    <a:pt x="479" y="1047"/>
                  </a:cubicBezTo>
                  <a:cubicBezTo>
                    <a:pt x="858" y="660"/>
                    <a:pt x="858" y="660"/>
                    <a:pt x="858" y="660"/>
                  </a:cubicBezTo>
                  <a:cubicBezTo>
                    <a:pt x="615" y="660"/>
                    <a:pt x="615" y="660"/>
                    <a:pt x="615" y="660"/>
                  </a:cubicBezTo>
                  <a:cubicBezTo>
                    <a:pt x="319" y="979"/>
                    <a:pt x="319" y="979"/>
                    <a:pt x="319" y="979"/>
                  </a:cubicBezTo>
                  <a:cubicBezTo>
                    <a:pt x="415" y="660"/>
                    <a:pt x="415" y="660"/>
                    <a:pt x="415" y="660"/>
                  </a:cubicBezTo>
                  <a:cubicBezTo>
                    <a:pt x="235" y="660"/>
                    <a:pt x="235" y="660"/>
                    <a:pt x="235" y="660"/>
                  </a:cubicBezTo>
                  <a:cubicBezTo>
                    <a:pt x="235" y="28"/>
                    <a:pt x="235" y="28"/>
                    <a:pt x="235" y="28"/>
                  </a:cubicBezTo>
                  <a:cubicBezTo>
                    <a:pt x="980" y="28"/>
                    <a:pt x="980" y="28"/>
                    <a:pt x="980" y="28"/>
                  </a:cubicBezTo>
                  <a:lnTo>
                    <a:pt x="980" y="699"/>
                  </a:lnTo>
                  <a:close/>
                  <a:moveTo>
                    <a:pt x="281" y="1105"/>
                  </a:moveTo>
                  <a:cubicBezTo>
                    <a:pt x="282" y="1101"/>
                    <a:pt x="282" y="1101"/>
                    <a:pt x="282" y="1101"/>
                  </a:cubicBezTo>
                  <a:cubicBezTo>
                    <a:pt x="285" y="1105"/>
                    <a:pt x="285" y="1105"/>
                    <a:pt x="285" y="1105"/>
                  </a:cubicBezTo>
                  <a:lnTo>
                    <a:pt x="281" y="1105"/>
                  </a:lnTo>
                  <a:close/>
                  <a:moveTo>
                    <a:pt x="2814" y="0"/>
                  </a:moveTo>
                  <a:cubicBezTo>
                    <a:pt x="2814" y="724"/>
                    <a:pt x="2814" y="724"/>
                    <a:pt x="2814" y="724"/>
                  </a:cubicBezTo>
                  <a:cubicBezTo>
                    <a:pt x="2789" y="744"/>
                    <a:pt x="2767" y="765"/>
                    <a:pt x="2747" y="788"/>
                  </a:cubicBezTo>
                  <a:cubicBezTo>
                    <a:pt x="2747" y="0"/>
                    <a:pt x="2747" y="0"/>
                    <a:pt x="2747" y="0"/>
                  </a:cubicBezTo>
                  <a:cubicBezTo>
                    <a:pt x="1945" y="0"/>
                    <a:pt x="1945" y="0"/>
                    <a:pt x="1945" y="0"/>
                  </a:cubicBezTo>
                  <a:cubicBezTo>
                    <a:pt x="1945" y="659"/>
                    <a:pt x="1945" y="659"/>
                    <a:pt x="1945" y="659"/>
                  </a:cubicBezTo>
                  <a:cubicBezTo>
                    <a:pt x="1878" y="659"/>
                    <a:pt x="1878" y="659"/>
                    <a:pt x="1878" y="659"/>
                  </a:cubicBezTo>
                  <a:cubicBezTo>
                    <a:pt x="1878" y="0"/>
                    <a:pt x="1878" y="0"/>
                    <a:pt x="1878" y="0"/>
                  </a:cubicBezTo>
                  <a:cubicBezTo>
                    <a:pt x="1076" y="0"/>
                    <a:pt x="1076" y="0"/>
                    <a:pt x="1076" y="0"/>
                  </a:cubicBezTo>
                  <a:cubicBezTo>
                    <a:pt x="1076" y="660"/>
                    <a:pt x="1076" y="660"/>
                    <a:pt x="1076" y="660"/>
                  </a:cubicBezTo>
                  <a:cubicBezTo>
                    <a:pt x="1009" y="660"/>
                    <a:pt x="1009" y="660"/>
                    <a:pt x="1009" y="660"/>
                  </a:cubicBezTo>
                  <a:cubicBezTo>
                    <a:pt x="1009" y="0"/>
                    <a:pt x="1009" y="0"/>
                    <a:pt x="1009" y="0"/>
                  </a:cubicBezTo>
                  <a:cubicBezTo>
                    <a:pt x="207" y="0"/>
                    <a:pt x="207" y="0"/>
                    <a:pt x="207" y="0"/>
                  </a:cubicBezTo>
                  <a:cubicBezTo>
                    <a:pt x="207" y="753"/>
                    <a:pt x="207" y="753"/>
                    <a:pt x="207" y="753"/>
                  </a:cubicBezTo>
                  <a:cubicBezTo>
                    <a:pt x="2" y="1435"/>
                    <a:pt x="2" y="1435"/>
                    <a:pt x="2" y="1435"/>
                  </a:cubicBezTo>
                  <a:cubicBezTo>
                    <a:pt x="182" y="1435"/>
                    <a:pt x="182" y="1435"/>
                    <a:pt x="182" y="1435"/>
                  </a:cubicBezTo>
                  <a:cubicBezTo>
                    <a:pt x="273" y="1133"/>
                    <a:pt x="273" y="1133"/>
                    <a:pt x="273" y="1133"/>
                  </a:cubicBezTo>
                  <a:cubicBezTo>
                    <a:pt x="299" y="1133"/>
                    <a:pt x="299" y="1133"/>
                    <a:pt x="299" y="1133"/>
                  </a:cubicBezTo>
                  <a:cubicBezTo>
                    <a:pt x="448" y="1435"/>
                    <a:pt x="448" y="1435"/>
                    <a:pt x="448" y="1435"/>
                  </a:cubicBezTo>
                  <a:cubicBezTo>
                    <a:pt x="665" y="1435"/>
                    <a:pt x="665" y="1435"/>
                    <a:pt x="665" y="1435"/>
                  </a:cubicBezTo>
                  <a:cubicBezTo>
                    <a:pt x="520" y="1133"/>
                    <a:pt x="520" y="1133"/>
                    <a:pt x="520" y="1133"/>
                  </a:cubicBezTo>
                  <a:cubicBezTo>
                    <a:pt x="849" y="1133"/>
                    <a:pt x="849" y="1133"/>
                    <a:pt x="849" y="1133"/>
                  </a:cubicBezTo>
                  <a:cubicBezTo>
                    <a:pt x="758" y="1435"/>
                    <a:pt x="758" y="1435"/>
                    <a:pt x="758" y="1435"/>
                  </a:cubicBezTo>
                  <a:cubicBezTo>
                    <a:pt x="955" y="1435"/>
                    <a:pt x="955" y="1435"/>
                    <a:pt x="955" y="1435"/>
                  </a:cubicBezTo>
                  <a:cubicBezTo>
                    <a:pt x="1045" y="1134"/>
                    <a:pt x="1045" y="1134"/>
                    <a:pt x="1045" y="1134"/>
                  </a:cubicBezTo>
                  <a:cubicBezTo>
                    <a:pt x="1088" y="1134"/>
                    <a:pt x="1088" y="1134"/>
                    <a:pt x="1088" y="1134"/>
                  </a:cubicBezTo>
                  <a:cubicBezTo>
                    <a:pt x="1088" y="1133"/>
                    <a:pt x="1088" y="1133"/>
                    <a:pt x="1088" y="1133"/>
                  </a:cubicBezTo>
                  <a:cubicBezTo>
                    <a:pt x="1150" y="1133"/>
                    <a:pt x="1150" y="1133"/>
                    <a:pt x="1150" y="1133"/>
                  </a:cubicBezTo>
                  <a:cubicBezTo>
                    <a:pt x="1155" y="1133"/>
                    <a:pt x="1155" y="1133"/>
                    <a:pt x="1155" y="1133"/>
                  </a:cubicBezTo>
                  <a:cubicBezTo>
                    <a:pt x="1527" y="1133"/>
                    <a:pt x="1527" y="1133"/>
                    <a:pt x="1527" y="1133"/>
                  </a:cubicBezTo>
                  <a:cubicBezTo>
                    <a:pt x="1440" y="1434"/>
                    <a:pt x="1440" y="1434"/>
                    <a:pt x="1440" y="1434"/>
                  </a:cubicBezTo>
                  <a:cubicBezTo>
                    <a:pt x="1638" y="1434"/>
                    <a:pt x="1638" y="1434"/>
                    <a:pt x="1638" y="1434"/>
                  </a:cubicBezTo>
                  <a:cubicBezTo>
                    <a:pt x="1722" y="1133"/>
                    <a:pt x="1722" y="1133"/>
                    <a:pt x="1722" y="1133"/>
                  </a:cubicBezTo>
                  <a:cubicBezTo>
                    <a:pt x="1812" y="1133"/>
                    <a:pt x="1812" y="1133"/>
                    <a:pt x="1812" y="1133"/>
                  </a:cubicBezTo>
                  <a:cubicBezTo>
                    <a:pt x="1814" y="1434"/>
                    <a:pt x="1814" y="1434"/>
                    <a:pt x="1814" y="1434"/>
                  </a:cubicBezTo>
                  <a:cubicBezTo>
                    <a:pt x="1980" y="1434"/>
                    <a:pt x="1980" y="1434"/>
                    <a:pt x="1980" y="1434"/>
                  </a:cubicBezTo>
                  <a:cubicBezTo>
                    <a:pt x="2171" y="1133"/>
                    <a:pt x="2171" y="1133"/>
                    <a:pt x="2171" y="1133"/>
                  </a:cubicBezTo>
                  <a:cubicBezTo>
                    <a:pt x="2296" y="1133"/>
                    <a:pt x="2296" y="1133"/>
                    <a:pt x="2296" y="1133"/>
                  </a:cubicBezTo>
                  <a:cubicBezTo>
                    <a:pt x="2232" y="1434"/>
                    <a:pt x="2232" y="1434"/>
                    <a:pt x="2232" y="1434"/>
                  </a:cubicBezTo>
                  <a:cubicBezTo>
                    <a:pt x="2427" y="1434"/>
                    <a:pt x="2427" y="1434"/>
                    <a:pt x="2427" y="1434"/>
                  </a:cubicBezTo>
                  <a:cubicBezTo>
                    <a:pt x="2491" y="1133"/>
                    <a:pt x="2491" y="1133"/>
                    <a:pt x="2491" y="1133"/>
                  </a:cubicBezTo>
                  <a:cubicBezTo>
                    <a:pt x="2604" y="1133"/>
                    <a:pt x="2604" y="1133"/>
                    <a:pt x="2604" y="1133"/>
                  </a:cubicBezTo>
                  <a:cubicBezTo>
                    <a:pt x="2599" y="1226"/>
                    <a:pt x="2623" y="1311"/>
                    <a:pt x="2685" y="1368"/>
                  </a:cubicBezTo>
                  <a:cubicBezTo>
                    <a:pt x="2761" y="1438"/>
                    <a:pt x="2877" y="1451"/>
                    <a:pt x="2963" y="1451"/>
                  </a:cubicBezTo>
                  <a:cubicBezTo>
                    <a:pt x="3081" y="1451"/>
                    <a:pt x="3203" y="1434"/>
                    <a:pt x="3326" y="1407"/>
                  </a:cubicBezTo>
                  <a:cubicBezTo>
                    <a:pt x="3394" y="1133"/>
                    <a:pt x="3394" y="1133"/>
                    <a:pt x="3394" y="1133"/>
                  </a:cubicBezTo>
                  <a:cubicBezTo>
                    <a:pt x="3617" y="1133"/>
                    <a:pt x="3617" y="1133"/>
                    <a:pt x="3617" y="1133"/>
                  </a:cubicBezTo>
                  <a:cubicBezTo>
                    <a:pt x="3617" y="0"/>
                    <a:pt x="3617" y="0"/>
                    <a:pt x="3617" y="0"/>
                  </a:cubicBezTo>
                  <a:lnTo>
                    <a:pt x="2814" y="0"/>
                  </a:lnTo>
                  <a:close/>
                  <a:moveTo>
                    <a:pt x="351" y="1894"/>
                  </a:moveTo>
                  <a:cubicBezTo>
                    <a:pt x="321" y="2038"/>
                    <a:pt x="321" y="2038"/>
                    <a:pt x="321" y="2038"/>
                  </a:cubicBezTo>
                  <a:cubicBezTo>
                    <a:pt x="316" y="2060"/>
                    <a:pt x="309" y="2092"/>
                    <a:pt x="348" y="2092"/>
                  </a:cubicBezTo>
                  <a:cubicBezTo>
                    <a:pt x="393" y="2092"/>
                    <a:pt x="400" y="2058"/>
                    <a:pt x="409" y="2016"/>
                  </a:cubicBezTo>
                  <a:cubicBezTo>
                    <a:pt x="435" y="1894"/>
                    <a:pt x="435" y="1894"/>
                    <a:pt x="435" y="1894"/>
                  </a:cubicBezTo>
                  <a:cubicBezTo>
                    <a:pt x="508" y="1894"/>
                    <a:pt x="508" y="1894"/>
                    <a:pt x="508" y="1894"/>
                  </a:cubicBezTo>
                  <a:cubicBezTo>
                    <a:pt x="474" y="2053"/>
                    <a:pt x="474" y="2053"/>
                    <a:pt x="474" y="2053"/>
                  </a:cubicBezTo>
                  <a:cubicBezTo>
                    <a:pt x="464" y="2106"/>
                    <a:pt x="463" y="2112"/>
                    <a:pt x="462" y="2118"/>
                  </a:cubicBezTo>
                  <a:cubicBezTo>
                    <a:pt x="461" y="2125"/>
                    <a:pt x="460" y="2130"/>
                    <a:pt x="460" y="2136"/>
                  </a:cubicBezTo>
                  <a:cubicBezTo>
                    <a:pt x="391" y="2136"/>
                    <a:pt x="391" y="2136"/>
                    <a:pt x="391" y="2136"/>
                  </a:cubicBezTo>
                  <a:cubicBezTo>
                    <a:pt x="395" y="2104"/>
                    <a:pt x="395" y="2104"/>
                    <a:pt x="395" y="2104"/>
                  </a:cubicBezTo>
                  <a:cubicBezTo>
                    <a:pt x="386" y="2115"/>
                    <a:pt x="362" y="2143"/>
                    <a:pt x="315" y="2143"/>
                  </a:cubicBezTo>
                  <a:cubicBezTo>
                    <a:pt x="283" y="2143"/>
                    <a:pt x="259" y="2128"/>
                    <a:pt x="250" y="2110"/>
                  </a:cubicBezTo>
                  <a:cubicBezTo>
                    <a:pt x="238" y="2090"/>
                    <a:pt x="245" y="2056"/>
                    <a:pt x="248" y="2045"/>
                  </a:cubicBezTo>
                  <a:cubicBezTo>
                    <a:pt x="279" y="1894"/>
                    <a:pt x="279" y="1894"/>
                    <a:pt x="279" y="1894"/>
                  </a:cubicBezTo>
                  <a:lnTo>
                    <a:pt x="351" y="1894"/>
                  </a:lnTo>
                  <a:close/>
                  <a:moveTo>
                    <a:pt x="812" y="1942"/>
                  </a:moveTo>
                  <a:cubicBezTo>
                    <a:pt x="870" y="1942"/>
                    <a:pt x="870" y="1942"/>
                    <a:pt x="870" y="1942"/>
                  </a:cubicBezTo>
                  <a:cubicBezTo>
                    <a:pt x="880" y="1895"/>
                    <a:pt x="880" y="1895"/>
                    <a:pt x="880" y="1895"/>
                  </a:cubicBezTo>
                  <a:cubicBezTo>
                    <a:pt x="822" y="1895"/>
                    <a:pt x="822" y="1895"/>
                    <a:pt x="822" y="1895"/>
                  </a:cubicBezTo>
                  <a:cubicBezTo>
                    <a:pt x="838" y="1822"/>
                    <a:pt x="838" y="1822"/>
                    <a:pt x="838" y="1822"/>
                  </a:cubicBezTo>
                  <a:cubicBezTo>
                    <a:pt x="762" y="1848"/>
                    <a:pt x="762" y="1848"/>
                    <a:pt x="762" y="1848"/>
                  </a:cubicBezTo>
                  <a:cubicBezTo>
                    <a:pt x="752" y="1895"/>
                    <a:pt x="752" y="1895"/>
                    <a:pt x="752" y="1895"/>
                  </a:cubicBezTo>
                  <a:cubicBezTo>
                    <a:pt x="654" y="1895"/>
                    <a:pt x="654" y="1895"/>
                    <a:pt x="654" y="1895"/>
                  </a:cubicBezTo>
                  <a:cubicBezTo>
                    <a:pt x="670" y="1822"/>
                    <a:pt x="670" y="1822"/>
                    <a:pt x="670" y="1822"/>
                  </a:cubicBezTo>
                  <a:cubicBezTo>
                    <a:pt x="594" y="1848"/>
                    <a:pt x="594" y="1848"/>
                    <a:pt x="594" y="1848"/>
                  </a:cubicBezTo>
                  <a:cubicBezTo>
                    <a:pt x="584" y="1895"/>
                    <a:pt x="584" y="1895"/>
                    <a:pt x="584" y="1895"/>
                  </a:cubicBezTo>
                  <a:cubicBezTo>
                    <a:pt x="537" y="1895"/>
                    <a:pt x="537" y="1895"/>
                    <a:pt x="537" y="1895"/>
                  </a:cubicBezTo>
                  <a:cubicBezTo>
                    <a:pt x="527" y="1942"/>
                    <a:pt x="527" y="1942"/>
                    <a:pt x="527" y="1942"/>
                  </a:cubicBezTo>
                  <a:cubicBezTo>
                    <a:pt x="574" y="1942"/>
                    <a:pt x="574" y="1942"/>
                    <a:pt x="574" y="1942"/>
                  </a:cubicBezTo>
                  <a:cubicBezTo>
                    <a:pt x="545" y="2075"/>
                    <a:pt x="545" y="2075"/>
                    <a:pt x="545" y="2075"/>
                  </a:cubicBezTo>
                  <a:cubicBezTo>
                    <a:pt x="541" y="2095"/>
                    <a:pt x="531" y="2141"/>
                    <a:pt x="603" y="2141"/>
                  </a:cubicBezTo>
                  <a:cubicBezTo>
                    <a:pt x="615" y="2141"/>
                    <a:pt x="636" y="2139"/>
                    <a:pt x="660" y="2133"/>
                  </a:cubicBezTo>
                  <a:cubicBezTo>
                    <a:pt x="670" y="2086"/>
                    <a:pt x="670" y="2086"/>
                    <a:pt x="670" y="2086"/>
                  </a:cubicBezTo>
                  <a:cubicBezTo>
                    <a:pt x="661" y="2087"/>
                    <a:pt x="656" y="2088"/>
                    <a:pt x="645" y="2088"/>
                  </a:cubicBezTo>
                  <a:cubicBezTo>
                    <a:pt x="614" y="2088"/>
                    <a:pt x="617" y="2074"/>
                    <a:pt x="621" y="2052"/>
                  </a:cubicBezTo>
                  <a:cubicBezTo>
                    <a:pt x="645" y="1942"/>
                    <a:pt x="645" y="1942"/>
                    <a:pt x="645" y="1942"/>
                  </a:cubicBezTo>
                  <a:cubicBezTo>
                    <a:pt x="741" y="1942"/>
                    <a:pt x="741" y="1942"/>
                    <a:pt x="741" y="1942"/>
                  </a:cubicBezTo>
                  <a:cubicBezTo>
                    <a:pt x="713" y="2075"/>
                    <a:pt x="713" y="2075"/>
                    <a:pt x="713" y="2075"/>
                  </a:cubicBezTo>
                  <a:cubicBezTo>
                    <a:pt x="709" y="2095"/>
                    <a:pt x="699" y="2141"/>
                    <a:pt x="771" y="2141"/>
                  </a:cubicBezTo>
                  <a:cubicBezTo>
                    <a:pt x="782" y="2141"/>
                    <a:pt x="804" y="2139"/>
                    <a:pt x="828" y="2133"/>
                  </a:cubicBezTo>
                  <a:cubicBezTo>
                    <a:pt x="838" y="2086"/>
                    <a:pt x="838" y="2086"/>
                    <a:pt x="838" y="2086"/>
                  </a:cubicBezTo>
                  <a:cubicBezTo>
                    <a:pt x="829" y="2087"/>
                    <a:pt x="824" y="2088"/>
                    <a:pt x="813" y="2088"/>
                  </a:cubicBezTo>
                  <a:cubicBezTo>
                    <a:pt x="781" y="2088"/>
                    <a:pt x="785" y="2074"/>
                    <a:pt x="788" y="2052"/>
                  </a:cubicBezTo>
                  <a:lnTo>
                    <a:pt x="812" y="1942"/>
                  </a:lnTo>
                  <a:close/>
                  <a:moveTo>
                    <a:pt x="916" y="1893"/>
                  </a:moveTo>
                  <a:cubicBezTo>
                    <a:pt x="987" y="1893"/>
                    <a:pt x="987" y="1893"/>
                    <a:pt x="987" y="1893"/>
                  </a:cubicBezTo>
                  <a:cubicBezTo>
                    <a:pt x="935" y="2136"/>
                    <a:pt x="935" y="2136"/>
                    <a:pt x="935" y="2136"/>
                  </a:cubicBezTo>
                  <a:cubicBezTo>
                    <a:pt x="864" y="2136"/>
                    <a:pt x="864" y="2136"/>
                    <a:pt x="864" y="2136"/>
                  </a:cubicBezTo>
                  <a:lnTo>
                    <a:pt x="916" y="1893"/>
                  </a:lnTo>
                  <a:close/>
                  <a:moveTo>
                    <a:pt x="935" y="1790"/>
                  </a:moveTo>
                  <a:cubicBezTo>
                    <a:pt x="1011" y="1790"/>
                    <a:pt x="1011" y="1790"/>
                    <a:pt x="1011" y="1790"/>
                  </a:cubicBezTo>
                  <a:cubicBezTo>
                    <a:pt x="998" y="1851"/>
                    <a:pt x="998" y="1851"/>
                    <a:pt x="998" y="1851"/>
                  </a:cubicBezTo>
                  <a:cubicBezTo>
                    <a:pt x="922" y="1851"/>
                    <a:pt x="922" y="1851"/>
                    <a:pt x="922" y="1851"/>
                  </a:cubicBezTo>
                  <a:lnTo>
                    <a:pt x="935" y="1790"/>
                  </a:lnTo>
                  <a:close/>
                  <a:moveTo>
                    <a:pt x="1034" y="1937"/>
                  </a:moveTo>
                  <a:cubicBezTo>
                    <a:pt x="1034" y="1936"/>
                    <a:pt x="1040" y="1909"/>
                    <a:pt x="1042" y="1893"/>
                  </a:cubicBezTo>
                  <a:cubicBezTo>
                    <a:pt x="1110" y="1893"/>
                    <a:pt x="1110" y="1893"/>
                    <a:pt x="1110" y="1893"/>
                  </a:cubicBezTo>
                  <a:cubicBezTo>
                    <a:pt x="1104" y="1929"/>
                    <a:pt x="1104" y="1929"/>
                    <a:pt x="1104" y="1929"/>
                  </a:cubicBezTo>
                  <a:cubicBezTo>
                    <a:pt x="1113" y="1918"/>
                    <a:pt x="1139" y="1887"/>
                    <a:pt x="1192" y="1887"/>
                  </a:cubicBezTo>
                  <a:cubicBezTo>
                    <a:pt x="1239" y="1887"/>
                    <a:pt x="1254" y="1916"/>
                    <a:pt x="1256" y="1933"/>
                  </a:cubicBezTo>
                  <a:cubicBezTo>
                    <a:pt x="1259" y="1948"/>
                    <a:pt x="1257" y="1960"/>
                    <a:pt x="1248" y="2005"/>
                  </a:cubicBezTo>
                  <a:cubicBezTo>
                    <a:pt x="1220" y="2136"/>
                    <a:pt x="1220" y="2136"/>
                    <a:pt x="1220" y="2136"/>
                  </a:cubicBezTo>
                  <a:cubicBezTo>
                    <a:pt x="1147" y="2136"/>
                    <a:pt x="1147" y="2136"/>
                    <a:pt x="1147" y="2136"/>
                  </a:cubicBezTo>
                  <a:cubicBezTo>
                    <a:pt x="1179" y="1985"/>
                    <a:pt x="1179" y="1985"/>
                    <a:pt x="1179" y="1985"/>
                  </a:cubicBezTo>
                  <a:cubicBezTo>
                    <a:pt x="1181" y="1975"/>
                    <a:pt x="1183" y="1967"/>
                    <a:pt x="1181" y="1959"/>
                  </a:cubicBezTo>
                  <a:cubicBezTo>
                    <a:pt x="1178" y="1949"/>
                    <a:pt x="1169" y="1938"/>
                    <a:pt x="1151" y="1938"/>
                  </a:cubicBezTo>
                  <a:cubicBezTo>
                    <a:pt x="1136" y="1938"/>
                    <a:pt x="1120" y="1946"/>
                    <a:pt x="1110" y="1957"/>
                  </a:cubicBezTo>
                  <a:cubicBezTo>
                    <a:pt x="1104" y="1963"/>
                    <a:pt x="1097" y="1975"/>
                    <a:pt x="1093" y="1994"/>
                  </a:cubicBezTo>
                  <a:cubicBezTo>
                    <a:pt x="1063" y="2136"/>
                    <a:pt x="1063" y="2136"/>
                    <a:pt x="1063" y="2136"/>
                  </a:cubicBezTo>
                  <a:cubicBezTo>
                    <a:pt x="992" y="2136"/>
                    <a:pt x="992" y="2136"/>
                    <a:pt x="992" y="2136"/>
                  </a:cubicBezTo>
                  <a:lnTo>
                    <a:pt x="1034" y="1937"/>
                  </a:lnTo>
                  <a:close/>
                  <a:moveTo>
                    <a:pt x="1558" y="1895"/>
                  </a:moveTo>
                  <a:cubicBezTo>
                    <a:pt x="1552" y="1914"/>
                    <a:pt x="1547" y="1930"/>
                    <a:pt x="1542" y="1955"/>
                  </a:cubicBezTo>
                  <a:cubicBezTo>
                    <a:pt x="1504" y="2134"/>
                    <a:pt x="1504" y="2134"/>
                    <a:pt x="1504" y="2134"/>
                  </a:cubicBezTo>
                  <a:cubicBezTo>
                    <a:pt x="1486" y="2223"/>
                    <a:pt x="1409" y="2232"/>
                    <a:pt x="1363" y="2232"/>
                  </a:cubicBezTo>
                  <a:cubicBezTo>
                    <a:pt x="1328" y="2232"/>
                    <a:pt x="1261" y="2228"/>
                    <a:pt x="1272" y="2154"/>
                  </a:cubicBezTo>
                  <a:cubicBezTo>
                    <a:pt x="1340" y="2154"/>
                    <a:pt x="1340" y="2154"/>
                    <a:pt x="1340" y="2154"/>
                  </a:cubicBezTo>
                  <a:cubicBezTo>
                    <a:pt x="1340" y="2158"/>
                    <a:pt x="1339" y="2166"/>
                    <a:pt x="1344" y="2174"/>
                  </a:cubicBezTo>
                  <a:cubicBezTo>
                    <a:pt x="1348" y="2181"/>
                    <a:pt x="1357" y="2188"/>
                    <a:pt x="1375" y="2188"/>
                  </a:cubicBezTo>
                  <a:cubicBezTo>
                    <a:pt x="1397" y="2188"/>
                    <a:pt x="1417" y="2178"/>
                    <a:pt x="1427" y="2156"/>
                  </a:cubicBezTo>
                  <a:cubicBezTo>
                    <a:pt x="1432" y="2144"/>
                    <a:pt x="1434" y="2135"/>
                    <a:pt x="1442" y="2099"/>
                  </a:cubicBezTo>
                  <a:cubicBezTo>
                    <a:pt x="1413" y="2128"/>
                    <a:pt x="1387" y="2132"/>
                    <a:pt x="1370" y="2132"/>
                  </a:cubicBezTo>
                  <a:cubicBezTo>
                    <a:pt x="1300" y="2132"/>
                    <a:pt x="1280" y="2071"/>
                    <a:pt x="1293" y="2012"/>
                  </a:cubicBezTo>
                  <a:cubicBezTo>
                    <a:pt x="1306" y="1951"/>
                    <a:pt x="1352" y="1892"/>
                    <a:pt x="1422" y="1892"/>
                  </a:cubicBezTo>
                  <a:cubicBezTo>
                    <a:pt x="1466" y="1892"/>
                    <a:pt x="1477" y="1916"/>
                    <a:pt x="1482" y="1927"/>
                  </a:cubicBezTo>
                  <a:cubicBezTo>
                    <a:pt x="1492" y="1895"/>
                    <a:pt x="1492" y="1895"/>
                    <a:pt x="1492" y="1895"/>
                  </a:cubicBezTo>
                  <a:lnTo>
                    <a:pt x="1558" y="1895"/>
                  </a:lnTo>
                  <a:close/>
                  <a:moveTo>
                    <a:pt x="1397" y="2083"/>
                  </a:moveTo>
                  <a:cubicBezTo>
                    <a:pt x="1447" y="2083"/>
                    <a:pt x="1459" y="2025"/>
                    <a:pt x="1461" y="2014"/>
                  </a:cubicBezTo>
                  <a:cubicBezTo>
                    <a:pt x="1467" y="1986"/>
                    <a:pt x="1472" y="1940"/>
                    <a:pt x="1428" y="1940"/>
                  </a:cubicBezTo>
                  <a:cubicBezTo>
                    <a:pt x="1401" y="1940"/>
                    <a:pt x="1375" y="1960"/>
                    <a:pt x="1364" y="2012"/>
                  </a:cubicBezTo>
                  <a:cubicBezTo>
                    <a:pt x="1362" y="2025"/>
                    <a:pt x="1349" y="2083"/>
                    <a:pt x="1397" y="2083"/>
                  </a:cubicBezTo>
                  <a:moveTo>
                    <a:pt x="1842" y="2133"/>
                  </a:moveTo>
                  <a:cubicBezTo>
                    <a:pt x="1818" y="2139"/>
                    <a:pt x="1797" y="2141"/>
                    <a:pt x="1786" y="2141"/>
                  </a:cubicBezTo>
                  <a:cubicBezTo>
                    <a:pt x="1714" y="2141"/>
                    <a:pt x="1723" y="2095"/>
                    <a:pt x="1728" y="2075"/>
                  </a:cubicBezTo>
                  <a:cubicBezTo>
                    <a:pt x="1756" y="1942"/>
                    <a:pt x="1756" y="1942"/>
                    <a:pt x="1756" y="1942"/>
                  </a:cubicBezTo>
                  <a:cubicBezTo>
                    <a:pt x="1710" y="1942"/>
                    <a:pt x="1710" y="1942"/>
                    <a:pt x="1710" y="1942"/>
                  </a:cubicBezTo>
                  <a:cubicBezTo>
                    <a:pt x="1719" y="1895"/>
                    <a:pt x="1719" y="1895"/>
                    <a:pt x="1719" y="1895"/>
                  </a:cubicBezTo>
                  <a:cubicBezTo>
                    <a:pt x="1766" y="1895"/>
                    <a:pt x="1766" y="1895"/>
                    <a:pt x="1766" y="1895"/>
                  </a:cubicBezTo>
                  <a:cubicBezTo>
                    <a:pt x="1776" y="1848"/>
                    <a:pt x="1776" y="1848"/>
                    <a:pt x="1776" y="1848"/>
                  </a:cubicBezTo>
                  <a:cubicBezTo>
                    <a:pt x="1852" y="1822"/>
                    <a:pt x="1852" y="1822"/>
                    <a:pt x="1852" y="1822"/>
                  </a:cubicBezTo>
                  <a:cubicBezTo>
                    <a:pt x="1837" y="1895"/>
                    <a:pt x="1837" y="1895"/>
                    <a:pt x="1837" y="1895"/>
                  </a:cubicBezTo>
                  <a:cubicBezTo>
                    <a:pt x="1895" y="1895"/>
                    <a:pt x="1895" y="1895"/>
                    <a:pt x="1895" y="1895"/>
                  </a:cubicBezTo>
                  <a:cubicBezTo>
                    <a:pt x="1884" y="1942"/>
                    <a:pt x="1884" y="1942"/>
                    <a:pt x="1884" y="1942"/>
                  </a:cubicBezTo>
                  <a:cubicBezTo>
                    <a:pt x="1827" y="1942"/>
                    <a:pt x="1827" y="1942"/>
                    <a:pt x="1827" y="1942"/>
                  </a:cubicBezTo>
                  <a:cubicBezTo>
                    <a:pt x="1803" y="2052"/>
                    <a:pt x="1803" y="2052"/>
                    <a:pt x="1803" y="2052"/>
                  </a:cubicBezTo>
                  <a:cubicBezTo>
                    <a:pt x="1799" y="2074"/>
                    <a:pt x="1796" y="2088"/>
                    <a:pt x="1828" y="2088"/>
                  </a:cubicBezTo>
                  <a:cubicBezTo>
                    <a:pt x="1838" y="2088"/>
                    <a:pt x="1844" y="2087"/>
                    <a:pt x="1852" y="2086"/>
                  </a:cubicBezTo>
                  <a:lnTo>
                    <a:pt x="1842" y="2133"/>
                  </a:lnTo>
                  <a:close/>
                  <a:moveTo>
                    <a:pt x="1954" y="1790"/>
                  </a:moveTo>
                  <a:cubicBezTo>
                    <a:pt x="2025" y="1790"/>
                    <a:pt x="2025" y="1790"/>
                    <a:pt x="2025" y="1790"/>
                  </a:cubicBezTo>
                  <a:cubicBezTo>
                    <a:pt x="1996" y="1927"/>
                    <a:pt x="1996" y="1927"/>
                    <a:pt x="1996" y="1927"/>
                  </a:cubicBezTo>
                  <a:cubicBezTo>
                    <a:pt x="2007" y="1915"/>
                    <a:pt x="2030" y="1890"/>
                    <a:pt x="2074" y="1890"/>
                  </a:cubicBezTo>
                  <a:cubicBezTo>
                    <a:pt x="2110" y="1890"/>
                    <a:pt x="2129" y="1908"/>
                    <a:pt x="2137" y="1923"/>
                  </a:cubicBezTo>
                  <a:cubicBezTo>
                    <a:pt x="2143" y="1935"/>
                    <a:pt x="2146" y="1957"/>
                    <a:pt x="2139" y="1989"/>
                  </a:cubicBezTo>
                  <a:cubicBezTo>
                    <a:pt x="2108" y="2136"/>
                    <a:pt x="2108" y="2136"/>
                    <a:pt x="2108" y="2136"/>
                  </a:cubicBezTo>
                  <a:cubicBezTo>
                    <a:pt x="2037" y="2136"/>
                    <a:pt x="2037" y="2136"/>
                    <a:pt x="2037" y="2136"/>
                  </a:cubicBezTo>
                  <a:cubicBezTo>
                    <a:pt x="2068" y="1991"/>
                    <a:pt x="2068" y="1991"/>
                    <a:pt x="2068" y="1991"/>
                  </a:cubicBezTo>
                  <a:cubicBezTo>
                    <a:pt x="2071" y="1977"/>
                    <a:pt x="2079" y="1938"/>
                    <a:pt x="2040" y="1938"/>
                  </a:cubicBezTo>
                  <a:cubicBezTo>
                    <a:pt x="2019" y="1938"/>
                    <a:pt x="1991" y="1950"/>
                    <a:pt x="1983" y="1988"/>
                  </a:cubicBezTo>
                  <a:cubicBezTo>
                    <a:pt x="1952" y="2136"/>
                    <a:pt x="1952" y="2136"/>
                    <a:pt x="1952" y="2136"/>
                  </a:cubicBezTo>
                  <a:cubicBezTo>
                    <a:pt x="1881" y="2136"/>
                    <a:pt x="1881" y="2136"/>
                    <a:pt x="1881" y="2136"/>
                  </a:cubicBezTo>
                  <a:lnTo>
                    <a:pt x="1954" y="1790"/>
                  </a:lnTo>
                  <a:close/>
                  <a:moveTo>
                    <a:pt x="2195" y="1953"/>
                  </a:moveTo>
                  <a:cubicBezTo>
                    <a:pt x="2197" y="1942"/>
                    <a:pt x="2203" y="1906"/>
                    <a:pt x="2205" y="1893"/>
                  </a:cubicBezTo>
                  <a:cubicBezTo>
                    <a:pt x="2271" y="1893"/>
                    <a:pt x="2271" y="1893"/>
                    <a:pt x="2271" y="1893"/>
                  </a:cubicBezTo>
                  <a:cubicBezTo>
                    <a:pt x="2263" y="1939"/>
                    <a:pt x="2263" y="1939"/>
                    <a:pt x="2263" y="1939"/>
                  </a:cubicBezTo>
                  <a:cubicBezTo>
                    <a:pt x="2276" y="1919"/>
                    <a:pt x="2298" y="1889"/>
                    <a:pt x="2356" y="1892"/>
                  </a:cubicBezTo>
                  <a:cubicBezTo>
                    <a:pt x="2342" y="1956"/>
                    <a:pt x="2342" y="1956"/>
                    <a:pt x="2342" y="1956"/>
                  </a:cubicBezTo>
                  <a:cubicBezTo>
                    <a:pt x="2271" y="1949"/>
                    <a:pt x="2259" y="1986"/>
                    <a:pt x="2253" y="2017"/>
                  </a:cubicBezTo>
                  <a:cubicBezTo>
                    <a:pt x="2227" y="2136"/>
                    <a:pt x="2227" y="2136"/>
                    <a:pt x="2227" y="2136"/>
                  </a:cubicBezTo>
                  <a:cubicBezTo>
                    <a:pt x="2156" y="2136"/>
                    <a:pt x="2156" y="2136"/>
                    <a:pt x="2156" y="2136"/>
                  </a:cubicBezTo>
                  <a:lnTo>
                    <a:pt x="2195" y="1953"/>
                  </a:lnTo>
                  <a:close/>
                  <a:moveTo>
                    <a:pt x="2503" y="1888"/>
                  </a:moveTo>
                  <a:cubicBezTo>
                    <a:pt x="2591" y="1888"/>
                    <a:pt x="2617" y="1948"/>
                    <a:pt x="2602" y="2015"/>
                  </a:cubicBezTo>
                  <a:cubicBezTo>
                    <a:pt x="2587" y="2083"/>
                    <a:pt x="2535" y="2145"/>
                    <a:pt x="2447" y="2145"/>
                  </a:cubicBezTo>
                  <a:cubicBezTo>
                    <a:pt x="2378" y="2145"/>
                    <a:pt x="2332" y="2102"/>
                    <a:pt x="2350" y="2017"/>
                  </a:cubicBezTo>
                  <a:cubicBezTo>
                    <a:pt x="2362" y="1959"/>
                    <a:pt x="2408" y="1888"/>
                    <a:pt x="2503" y="1888"/>
                  </a:cubicBezTo>
                  <a:moveTo>
                    <a:pt x="2460" y="2095"/>
                  </a:moveTo>
                  <a:cubicBezTo>
                    <a:pt x="2491" y="2095"/>
                    <a:pt x="2516" y="2077"/>
                    <a:pt x="2530" y="2012"/>
                  </a:cubicBezTo>
                  <a:cubicBezTo>
                    <a:pt x="2537" y="1980"/>
                    <a:pt x="2540" y="1935"/>
                    <a:pt x="2493" y="1935"/>
                  </a:cubicBezTo>
                  <a:cubicBezTo>
                    <a:pt x="2441" y="1935"/>
                    <a:pt x="2427" y="1995"/>
                    <a:pt x="2423" y="2018"/>
                  </a:cubicBezTo>
                  <a:cubicBezTo>
                    <a:pt x="2411" y="2072"/>
                    <a:pt x="2425" y="2095"/>
                    <a:pt x="2460" y="2095"/>
                  </a:cubicBezTo>
                  <a:moveTo>
                    <a:pt x="2743" y="1894"/>
                  </a:moveTo>
                  <a:cubicBezTo>
                    <a:pt x="2713" y="2038"/>
                    <a:pt x="2713" y="2038"/>
                    <a:pt x="2713" y="2038"/>
                  </a:cubicBezTo>
                  <a:cubicBezTo>
                    <a:pt x="2708" y="2060"/>
                    <a:pt x="2701" y="2092"/>
                    <a:pt x="2740" y="2092"/>
                  </a:cubicBezTo>
                  <a:cubicBezTo>
                    <a:pt x="2785" y="2092"/>
                    <a:pt x="2792" y="2058"/>
                    <a:pt x="2801" y="2016"/>
                  </a:cubicBezTo>
                  <a:cubicBezTo>
                    <a:pt x="2827" y="1894"/>
                    <a:pt x="2827" y="1894"/>
                    <a:pt x="2827" y="1894"/>
                  </a:cubicBezTo>
                  <a:cubicBezTo>
                    <a:pt x="2900" y="1894"/>
                    <a:pt x="2900" y="1894"/>
                    <a:pt x="2900" y="1894"/>
                  </a:cubicBezTo>
                  <a:cubicBezTo>
                    <a:pt x="2867" y="2053"/>
                    <a:pt x="2867" y="2053"/>
                    <a:pt x="2867" y="2053"/>
                  </a:cubicBezTo>
                  <a:cubicBezTo>
                    <a:pt x="2856" y="2106"/>
                    <a:pt x="2855" y="2112"/>
                    <a:pt x="2854" y="2118"/>
                  </a:cubicBezTo>
                  <a:cubicBezTo>
                    <a:pt x="2853" y="2125"/>
                    <a:pt x="2852" y="2130"/>
                    <a:pt x="2852" y="2136"/>
                  </a:cubicBezTo>
                  <a:cubicBezTo>
                    <a:pt x="2783" y="2136"/>
                    <a:pt x="2783" y="2136"/>
                    <a:pt x="2783" y="2136"/>
                  </a:cubicBezTo>
                  <a:cubicBezTo>
                    <a:pt x="2787" y="2104"/>
                    <a:pt x="2787" y="2104"/>
                    <a:pt x="2787" y="2104"/>
                  </a:cubicBezTo>
                  <a:cubicBezTo>
                    <a:pt x="2778" y="2115"/>
                    <a:pt x="2753" y="2143"/>
                    <a:pt x="2707" y="2143"/>
                  </a:cubicBezTo>
                  <a:cubicBezTo>
                    <a:pt x="2675" y="2143"/>
                    <a:pt x="2651" y="2128"/>
                    <a:pt x="2641" y="2110"/>
                  </a:cubicBezTo>
                  <a:cubicBezTo>
                    <a:pt x="2630" y="2090"/>
                    <a:pt x="2637" y="2056"/>
                    <a:pt x="2639" y="2045"/>
                  </a:cubicBezTo>
                  <a:cubicBezTo>
                    <a:pt x="2671" y="1894"/>
                    <a:pt x="2671" y="1894"/>
                    <a:pt x="2671" y="1894"/>
                  </a:cubicBezTo>
                  <a:lnTo>
                    <a:pt x="2743" y="1894"/>
                  </a:lnTo>
                  <a:close/>
                  <a:moveTo>
                    <a:pt x="3181" y="1895"/>
                  </a:moveTo>
                  <a:cubicBezTo>
                    <a:pt x="3175" y="1914"/>
                    <a:pt x="3170" y="1930"/>
                    <a:pt x="3164" y="1955"/>
                  </a:cubicBezTo>
                  <a:cubicBezTo>
                    <a:pt x="3126" y="2134"/>
                    <a:pt x="3126" y="2134"/>
                    <a:pt x="3126" y="2134"/>
                  </a:cubicBezTo>
                  <a:cubicBezTo>
                    <a:pt x="3108" y="2223"/>
                    <a:pt x="3031" y="2232"/>
                    <a:pt x="2985" y="2232"/>
                  </a:cubicBezTo>
                  <a:cubicBezTo>
                    <a:pt x="2950" y="2232"/>
                    <a:pt x="2883" y="2228"/>
                    <a:pt x="2894" y="2154"/>
                  </a:cubicBezTo>
                  <a:cubicBezTo>
                    <a:pt x="2962" y="2154"/>
                    <a:pt x="2962" y="2154"/>
                    <a:pt x="2962" y="2154"/>
                  </a:cubicBezTo>
                  <a:cubicBezTo>
                    <a:pt x="2962" y="2158"/>
                    <a:pt x="2962" y="2166"/>
                    <a:pt x="2966" y="2174"/>
                  </a:cubicBezTo>
                  <a:cubicBezTo>
                    <a:pt x="2970" y="2181"/>
                    <a:pt x="2979" y="2188"/>
                    <a:pt x="2998" y="2188"/>
                  </a:cubicBezTo>
                  <a:cubicBezTo>
                    <a:pt x="3019" y="2188"/>
                    <a:pt x="3040" y="2178"/>
                    <a:pt x="3049" y="2156"/>
                  </a:cubicBezTo>
                  <a:cubicBezTo>
                    <a:pt x="3054" y="2144"/>
                    <a:pt x="3056" y="2135"/>
                    <a:pt x="3064" y="2099"/>
                  </a:cubicBezTo>
                  <a:cubicBezTo>
                    <a:pt x="3036" y="2128"/>
                    <a:pt x="3009" y="2132"/>
                    <a:pt x="2992" y="2132"/>
                  </a:cubicBezTo>
                  <a:cubicBezTo>
                    <a:pt x="2922" y="2132"/>
                    <a:pt x="2903" y="2071"/>
                    <a:pt x="2915" y="2012"/>
                  </a:cubicBezTo>
                  <a:cubicBezTo>
                    <a:pt x="2928" y="1951"/>
                    <a:pt x="2974" y="1892"/>
                    <a:pt x="3044" y="1892"/>
                  </a:cubicBezTo>
                  <a:cubicBezTo>
                    <a:pt x="3088" y="1892"/>
                    <a:pt x="3099" y="1916"/>
                    <a:pt x="3105" y="1927"/>
                  </a:cubicBezTo>
                  <a:cubicBezTo>
                    <a:pt x="3114" y="1895"/>
                    <a:pt x="3114" y="1895"/>
                    <a:pt x="3114" y="1895"/>
                  </a:cubicBezTo>
                  <a:lnTo>
                    <a:pt x="3181" y="1895"/>
                  </a:lnTo>
                  <a:close/>
                  <a:moveTo>
                    <a:pt x="3019" y="2083"/>
                  </a:moveTo>
                  <a:cubicBezTo>
                    <a:pt x="3069" y="2083"/>
                    <a:pt x="3081" y="2025"/>
                    <a:pt x="3083" y="2014"/>
                  </a:cubicBezTo>
                  <a:cubicBezTo>
                    <a:pt x="3089" y="1986"/>
                    <a:pt x="3094" y="1940"/>
                    <a:pt x="3051" y="1940"/>
                  </a:cubicBezTo>
                  <a:cubicBezTo>
                    <a:pt x="3024" y="1940"/>
                    <a:pt x="2997" y="1960"/>
                    <a:pt x="2986" y="2012"/>
                  </a:cubicBezTo>
                  <a:cubicBezTo>
                    <a:pt x="2984" y="2025"/>
                    <a:pt x="2971" y="2083"/>
                    <a:pt x="3019" y="2083"/>
                  </a:cubicBezTo>
                  <a:moveTo>
                    <a:pt x="3257" y="1790"/>
                  </a:moveTo>
                  <a:cubicBezTo>
                    <a:pt x="3327" y="1790"/>
                    <a:pt x="3327" y="1790"/>
                    <a:pt x="3327" y="1790"/>
                  </a:cubicBezTo>
                  <a:cubicBezTo>
                    <a:pt x="3298" y="1927"/>
                    <a:pt x="3298" y="1927"/>
                    <a:pt x="3298" y="1927"/>
                  </a:cubicBezTo>
                  <a:cubicBezTo>
                    <a:pt x="3309" y="1915"/>
                    <a:pt x="3332" y="1890"/>
                    <a:pt x="3376" y="1890"/>
                  </a:cubicBezTo>
                  <a:cubicBezTo>
                    <a:pt x="3412" y="1890"/>
                    <a:pt x="3431" y="1908"/>
                    <a:pt x="3440" y="1923"/>
                  </a:cubicBezTo>
                  <a:cubicBezTo>
                    <a:pt x="3446" y="1935"/>
                    <a:pt x="3448" y="1957"/>
                    <a:pt x="3441" y="1989"/>
                  </a:cubicBezTo>
                  <a:cubicBezTo>
                    <a:pt x="3410" y="2136"/>
                    <a:pt x="3410" y="2136"/>
                    <a:pt x="3410" y="2136"/>
                  </a:cubicBezTo>
                  <a:cubicBezTo>
                    <a:pt x="3340" y="2136"/>
                    <a:pt x="3340" y="2136"/>
                    <a:pt x="3340" y="2136"/>
                  </a:cubicBezTo>
                  <a:cubicBezTo>
                    <a:pt x="3370" y="1991"/>
                    <a:pt x="3370" y="1991"/>
                    <a:pt x="3370" y="1991"/>
                  </a:cubicBezTo>
                  <a:cubicBezTo>
                    <a:pt x="3373" y="1977"/>
                    <a:pt x="3382" y="1938"/>
                    <a:pt x="3342" y="1938"/>
                  </a:cubicBezTo>
                  <a:cubicBezTo>
                    <a:pt x="3322" y="1938"/>
                    <a:pt x="3293" y="1950"/>
                    <a:pt x="3286" y="1988"/>
                  </a:cubicBezTo>
                  <a:cubicBezTo>
                    <a:pt x="3255" y="2136"/>
                    <a:pt x="3255" y="2136"/>
                    <a:pt x="3255" y="2136"/>
                  </a:cubicBezTo>
                  <a:cubicBezTo>
                    <a:pt x="3183" y="2136"/>
                    <a:pt x="3183" y="2136"/>
                    <a:pt x="3183" y="2136"/>
                  </a:cubicBezTo>
                  <a:lnTo>
                    <a:pt x="3257" y="1790"/>
                  </a:lnTo>
                  <a:close/>
                  <a:moveTo>
                    <a:pt x="158" y="1980"/>
                  </a:moveTo>
                  <a:cubicBezTo>
                    <a:pt x="159" y="1971"/>
                    <a:pt x="164" y="1935"/>
                    <a:pt x="137" y="1935"/>
                  </a:cubicBezTo>
                  <a:cubicBezTo>
                    <a:pt x="103" y="1935"/>
                    <a:pt x="89" y="1986"/>
                    <a:pt x="83" y="2012"/>
                  </a:cubicBezTo>
                  <a:cubicBezTo>
                    <a:pt x="80" y="2026"/>
                    <a:pt x="72" y="2069"/>
                    <a:pt x="85" y="2087"/>
                  </a:cubicBezTo>
                  <a:cubicBezTo>
                    <a:pt x="90" y="2094"/>
                    <a:pt x="97" y="2095"/>
                    <a:pt x="102" y="2095"/>
                  </a:cubicBezTo>
                  <a:cubicBezTo>
                    <a:pt x="109" y="2095"/>
                    <a:pt x="133" y="2092"/>
                    <a:pt x="145" y="2048"/>
                  </a:cubicBezTo>
                  <a:cubicBezTo>
                    <a:pt x="215" y="2048"/>
                    <a:pt x="215" y="2048"/>
                    <a:pt x="215" y="2048"/>
                  </a:cubicBezTo>
                  <a:cubicBezTo>
                    <a:pt x="210" y="2067"/>
                    <a:pt x="201" y="2097"/>
                    <a:pt x="168" y="2120"/>
                  </a:cubicBezTo>
                  <a:cubicBezTo>
                    <a:pt x="148" y="2135"/>
                    <a:pt x="124" y="2143"/>
                    <a:pt x="94" y="2143"/>
                  </a:cubicBezTo>
                  <a:cubicBezTo>
                    <a:pt x="62" y="2143"/>
                    <a:pt x="35" y="2135"/>
                    <a:pt x="18" y="2110"/>
                  </a:cubicBezTo>
                  <a:cubicBezTo>
                    <a:pt x="2" y="2086"/>
                    <a:pt x="0" y="2053"/>
                    <a:pt x="8" y="2015"/>
                  </a:cubicBezTo>
                  <a:cubicBezTo>
                    <a:pt x="32" y="1904"/>
                    <a:pt x="116" y="1889"/>
                    <a:pt x="148" y="1889"/>
                  </a:cubicBezTo>
                  <a:cubicBezTo>
                    <a:pt x="193" y="1889"/>
                    <a:pt x="241" y="1914"/>
                    <a:pt x="228" y="1980"/>
                  </a:cubicBezTo>
                  <a:lnTo>
                    <a:pt x="158" y="1980"/>
                  </a:lnTo>
                  <a:close/>
                  <a:moveTo>
                    <a:pt x="3764" y="1980"/>
                  </a:moveTo>
                  <a:cubicBezTo>
                    <a:pt x="3765" y="1971"/>
                    <a:pt x="3770" y="1935"/>
                    <a:pt x="3742" y="1935"/>
                  </a:cubicBezTo>
                  <a:cubicBezTo>
                    <a:pt x="3709" y="1935"/>
                    <a:pt x="3694" y="1986"/>
                    <a:pt x="3688" y="2012"/>
                  </a:cubicBezTo>
                  <a:cubicBezTo>
                    <a:pt x="3685" y="2026"/>
                    <a:pt x="3678" y="2069"/>
                    <a:pt x="3691" y="2087"/>
                  </a:cubicBezTo>
                  <a:cubicBezTo>
                    <a:pt x="3695" y="2094"/>
                    <a:pt x="3703" y="2095"/>
                    <a:pt x="3708" y="2095"/>
                  </a:cubicBezTo>
                  <a:cubicBezTo>
                    <a:pt x="3715" y="2095"/>
                    <a:pt x="3738" y="2092"/>
                    <a:pt x="3751" y="2048"/>
                  </a:cubicBezTo>
                  <a:cubicBezTo>
                    <a:pt x="3820" y="2048"/>
                    <a:pt x="3820" y="2048"/>
                    <a:pt x="3820" y="2048"/>
                  </a:cubicBezTo>
                  <a:cubicBezTo>
                    <a:pt x="3816" y="2067"/>
                    <a:pt x="3807" y="2097"/>
                    <a:pt x="3774" y="2120"/>
                  </a:cubicBezTo>
                  <a:cubicBezTo>
                    <a:pt x="3754" y="2135"/>
                    <a:pt x="3730" y="2143"/>
                    <a:pt x="3700" y="2143"/>
                  </a:cubicBezTo>
                  <a:cubicBezTo>
                    <a:pt x="3668" y="2143"/>
                    <a:pt x="3641" y="2135"/>
                    <a:pt x="3624" y="2110"/>
                  </a:cubicBezTo>
                  <a:cubicBezTo>
                    <a:pt x="3608" y="2086"/>
                    <a:pt x="3606" y="2053"/>
                    <a:pt x="3614" y="2015"/>
                  </a:cubicBezTo>
                  <a:cubicBezTo>
                    <a:pt x="3638" y="1904"/>
                    <a:pt x="3722" y="1889"/>
                    <a:pt x="3754" y="1889"/>
                  </a:cubicBezTo>
                  <a:cubicBezTo>
                    <a:pt x="3799" y="1889"/>
                    <a:pt x="3847" y="1914"/>
                    <a:pt x="3834" y="1980"/>
                  </a:cubicBezTo>
                  <a:lnTo>
                    <a:pt x="3764" y="1980"/>
                  </a:lnTo>
                  <a:close/>
                  <a:moveTo>
                    <a:pt x="4010" y="1888"/>
                  </a:moveTo>
                  <a:cubicBezTo>
                    <a:pt x="4098" y="1888"/>
                    <a:pt x="4123" y="1948"/>
                    <a:pt x="4109" y="2015"/>
                  </a:cubicBezTo>
                  <a:cubicBezTo>
                    <a:pt x="4094" y="2083"/>
                    <a:pt x="4042" y="2145"/>
                    <a:pt x="3954" y="2145"/>
                  </a:cubicBezTo>
                  <a:cubicBezTo>
                    <a:pt x="3884" y="2145"/>
                    <a:pt x="3839" y="2102"/>
                    <a:pt x="3857" y="2017"/>
                  </a:cubicBezTo>
                  <a:cubicBezTo>
                    <a:pt x="3870" y="1959"/>
                    <a:pt x="3914" y="1888"/>
                    <a:pt x="4010" y="1888"/>
                  </a:cubicBezTo>
                  <a:moveTo>
                    <a:pt x="3967" y="2095"/>
                  </a:moveTo>
                  <a:cubicBezTo>
                    <a:pt x="3998" y="2095"/>
                    <a:pt x="4023" y="2077"/>
                    <a:pt x="4037" y="2012"/>
                  </a:cubicBezTo>
                  <a:cubicBezTo>
                    <a:pt x="4044" y="1980"/>
                    <a:pt x="4047" y="1935"/>
                    <a:pt x="4000" y="1935"/>
                  </a:cubicBezTo>
                  <a:cubicBezTo>
                    <a:pt x="3948" y="1935"/>
                    <a:pt x="3935" y="1995"/>
                    <a:pt x="3930" y="2018"/>
                  </a:cubicBezTo>
                  <a:cubicBezTo>
                    <a:pt x="3918" y="2072"/>
                    <a:pt x="3932" y="2095"/>
                    <a:pt x="3967" y="2095"/>
                  </a:cubicBezTo>
                  <a:moveTo>
                    <a:pt x="4173" y="1939"/>
                  </a:moveTo>
                  <a:cubicBezTo>
                    <a:pt x="4176" y="1924"/>
                    <a:pt x="4178" y="1909"/>
                    <a:pt x="4180" y="1894"/>
                  </a:cubicBezTo>
                  <a:cubicBezTo>
                    <a:pt x="4248" y="1894"/>
                    <a:pt x="4248" y="1894"/>
                    <a:pt x="4248" y="1894"/>
                  </a:cubicBezTo>
                  <a:cubicBezTo>
                    <a:pt x="4245" y="1925"/>
                    <a:pt x="4245" y="1925"/>
                    <a:pt x="4245" y="1925"/>
                  </a:cubicBezTo>
                  <a:cubicBezTo>
                    <a:pt x="4254" y="1915"/>
                    <a:pt x="4279" y="1889"/>
                    <a:pt x="4327" y="1889"/>
                  </a:cubicBezTo>
                  <a:cubicBezTo>
                    <a:pt x="4383" y="1889"/>
                    <a:pt x="4392" y="1923"/>
                    <a:pt x="4394" y="1934"/>
                  </a:cubicBezTo>
                  <a:cubicBezTo>
                    <a:pt x="4423" y="1895"/>
                    <a:pt x="4456" y="1889"/>
                    <a:pt x="4481" y="1889"/>
                  </a:cubicBezTo>
                  <a:cubicBezTo>
                    <a:pt x="4530" y="1889"/>
                    <a:pt x="4544" y="1918"/>
                    <a:pt x="4547" y="1928"/>
                  </a:cubicBezTo>
                  <a:cubicBezTo>
                    <a:pt x="4555" y="1949"/>
                    <a:pt x="4548" y="1978"/>
                    <a:pt x="4544" y="1999"/>
                  </a:cubicBezTo>
                  <a:cubicBezTo>
                    <a:pt x="4515" y="2136"/>
                    <a:pt x="4515" y="2136"/>
                    <a:pt x="4515" y="2136"/>
                  </a:cubicBezTo>
                  <a:cubicBezTo>
                    <a:pt x="4443" y="2136"/>
                    <a:pt x="4443" y="2136"/>
                    <a:pt x="4443" y="2136"/>
                  </a:cubicBezTo>
                  <a:cubicBezTo>
                    <a:pt x="4473" y="1994"/>
                    <a:pt x="4473" y="1994"/>
                    <a:pt x="4473" y="1994"/>
                  </a:cubicBezTo>
                  <a:cubicBezTo>
                    <a:pt x="4479" y="1968"/>
                    <a:pt x="4481" y="1939"/>
                    <a:pt x="4444" y="1939"/>
                  </a:cubicBezTo>
                  <a:cubicBezTo>
                    <a:pt x="4401" y="1939"/>
                    <a:pt x="4392" y="1979"/>
                    <a:pt x="4385" y="2015"/>
                  </a:cubicBezTo>
                  <a:cubicBezTo>
                    <a:pt x="4358" y="2136"/>
                    <a:pt x="4358" y="2136"/>
                    <a:pt x="4358" y="2136"/>
                  </a:cubicBezTo>
                  <a:cubicBezTo>
                    <a:pt x="4286" y="2136"/>
                    <a:pt x="4286" y="2136"/>
                    <a:pt x="4286" y="2136"/>
                  </a:cubicBezTo>
                  <a:cubicBezTo>
                    <a:pt x="4318" y="1992"/>
                    <a:pt x="4318" y="1992"/>
                    <a:pt x="4318" y="1992"/>
                  </a:cubicBezTo>
                  <a:cubicBezTo>
                    <a:pt x="4321" y="1974"/>
                    <a:pt x="4328" y="1939"/>
                    <a:pt x="4289" y="1939"/>
                  </a:cubicBezTo>
                  <a:cubicBezTo>
                    <a:pt x="4244" y="1939"/>
                    <a:pt x="4236" y="1977"/>
                    <a:pt x="4232" y="1994"/>
                  </a:cubicBezTo>
                  <a:cubicBezTo>
                    <a:pt x="4202" y="2136"/>
                    <a:pt x="4202" y="2136"/>
                    <a:pt x="4202" y="2136"/>
                  </a:cubicBezTo>
                  <a:cubicBezTo>
                    <a:pt x="4131" y="2136"/>
                    <a:pt x="4131" y="2136"/>
                    <a:pt x="4131" y="2136"/>
                  </a:cubicBezTo>
                  <a:lnTo>
                    <a:pt x="4173" y="1939"/>
                  </a:lnTo>
                  <a:close/>
                  <a:moveTo>
                    <a:pt x="4694" y="1894"/>
                  </a:moveTo>
                  <a:cubicBezTo>
                    <a:pt x="4689" y="1928"/>
                    <a:pt x="4689" y="1928"/>
                    <a:pt x="4689" y="1928"/>
                  </a:cubicBezTo>
                  <a:cubicBezTo>
                    <a:pt x="4719" y="1889"/>
                    <a:pt x="4759" y="1889"/>
                    <a:pt x="4771" y="1889"/>
                  </a:cubicBezTo>
                  <a:cubicBezTo>
                    <a:pt x="4834" y="1889"/>
                    <a:pt x="4862" y="1936"/>
                    <a:pt x="4846" y="2010"/>
                  </a:cubicBezTo>
                  <a:cubicBezTo>
                    <a:pt x="4832" y="2079"/>
                    <a:pt x="4783" y="2140"/>
                    <a:pt x="4713" y="2140"/>
                  </a:cubicBezTo>
                  <a:cubicBezTo>
                    <a:pt x="4669" y="2140"/>
                    <a:pt x="4656" y="2117"/>
                    <a:pt x="4652" y="2109"/>
                  </a:cubicBezTo>
                  <a:cubicBezTo>
                    <a:pt x="4626" y="2229"/>
                    <a:pt x="4626" y="2229"/>
                    <a:pt x="4626" y="2229"/>
                  </a:cubicBezTo>
                  <a:cubicBezTo>
                    <a:pt x="4554" y="2229"/>
                    <a:pt x="4554" y="2229"/>
                    <a:pt x="4554" y="2229"/>
                  </a:cubicBezTo>
                  <a:cubicBezTo>
                    <a:pt x="4625" y="1894"/>
                    <a:pt x="4625" y="1894"/>
                    <a:pt x="4625" y="1894"/>
                  </a:cubicBezTo>
                  <a:lnTo>
                    <a:pt x="4694" y="1894"/>
                  </a:lnTo>
                  <a:close/>
                  <a:moveTo>
                    <a:pt x="4774" y="2013"/>
                  </a:moveTo>
                  <a:cubicBezTo>
                    <a:pt x="4780" y="1984"/>
                    <a:pt x="4783" y="1935"/>
                    <a:pt x="4741" y="1935"/>
                  </a:cubicBezTo>
                  <a:cubicBezTo>
                    <a:pt x="4718" y="1935"/>
                    <a:pt x="4682" y="1952"/>
                    <a:pt x="4668" y="2017"/>
                  </a:cubicBezTo>
                  <a:cubicBezTo>
                    <a:pt x="4665" y="2031"/>
                    <a:pt x="4652" y="2093"/>
                    <a:pt x="4705" y="2093"/>
                  </a:cubicBezTo>
                  <a:cubicBezTo>
                    <a:pt x="4738" y="2093"/>
                    <a:pt x="4763" y="2061"/>
                    <a:pt x="4774" y="2013"/>
                  </a:cubicBezTo>
                  <a:moveTo>
                    <a:pt x="4936" y="1789"/>
                  </a:moveTo>
                  <a:cubicBezTo>
                    <a:pt x="5007" y="1789"/>
                    <a:pt x="5007" y="1789"/>
                    <a:pt x="5007" y="1789"/>
                  </a:cubicBezTo>
                  <a:cubicBezTo>
                    <a:pt x="4933" y="2136"/>
                    <a:pt x="4933" y="2136"/>
                    <a:pt x="4933" y="2136"/>
                  </a:cubicBezTo>
                  <a:cubicBezTo>
                    <a:pt x="4862" y="2136"/>
                    <a:pt x="4862" y="2136"/>
                    <a:pt x="4862" y="2136"/>
                  </a:cubicBezTo>
                  <a:lnTo>
                    <a:pt x="4936" y="1789"/>
                  </a:lnTo>
                  <a:close/>
                  <a:moveTo>
                    <a:pt x="5068" y="2033"/>
                  </a:moveTo>
                  <a:cubicBezTo>
                    <a:pt x="5064" y="2049"/>
                    <a:pt x="5054" y="2098"/>
                    <a:pt x="5104" y="2098"/>
                  </a:cubicBezTo>
                  <a:cubicBezTo>
                    <a:pt x="5121" y="2098"/>
                    <a:pt x="5140" y="2091"/>
                    <a:pt x="5153" y="2064"/>
                  </a:cubicBezTo>
                  <a:cubicBezTo>
                    <a:pt x="5218" y="2064"/>
                    <a:pt x="5218" y="2064"/>
                    <a:pt x="5218" y="2064"/>
                  </a:cubicBezTo>
                  <a:cubicBezTo>
                    <a:pt x="5214" y="2076"/>
                    <a:pt x="5208" y="2097"/>
                    <a:pt x="5184" y="2117"/>
                  </a:cubicBezTo>
                  <a:cubicBezTo>
                    <a:pt x="5162" y="2136"/>
                    <a:pt x="5128" y="2145"/>
                    <a:pt x="5092" y="2145"/>
                  </a:cubicBezTo>
                  <a:cubicBezTo>
                    <a:pt x="5072" y="2145"/>
                    <a:pt x="5033" y="2142"/>
                    <a:pt x="5013" y="2115"/>
                  </a:cubicBezTo>
                  <a:cubicBezTo>
                    <a:pt x="4996" y="2092"/>
                    <a:pt x="4994" y="2060"/>
                    <a:pt x="5002" y="2021"/>
                  </a:cubicBezTo>
                  <a:cubicBezTo>
                    <a:pt x="5011" y="1981"/>
                    <a:pt x="5030" y="1934"/>
                    <a:pt x="5077" y="1906"/>
                  </a:cubicBezTo>
                  <a:cubicBezTo>
                    <a:pt x="5099" y="1893"/>
                    <a:pt x="5123" y="1886"/>
                    <a:pt x="5150" y="1886"/>
                  </a:cubicBezTo>
                  <a:cubicBezTo>
                    <a:pt x="5184" y="1886"/>
                    <a:pt x="5222" y="1899"/>
                    <a:pt x="5235" y="1944"/>
                  </a:cubicBezTo>
                  <a:cubicBezTo>
                    <a:pt x="5244" y="1977"/>
                    <a:pt x="5236" y="2013"/>
                    <a:pt x="5231" y="2033"/>
                  </a:cubicBezTo>
                  <a:lnTo>
                    <a:pt x="5068" y="2033"/>
                  </a:lnTo>
                  <a:close/>
                  <a:moveTo>
                    <a:pt x="5167" y="1988"/>
                  </a:moveTo>
                  <a:cubicBezTo>
                    <a:pt x="5170" y="1977"/>
                    <a:pt x="5178" y="1934"/>
                    <a:pt x="5137" y="1934"/>
                  </a:cubicBezTo>
                  <a:cubicBezTo>
                    <a:pt x="5105" y="1934"/>
                    <a:pt x="5087" y="1960"/>
                    <a:pt x="5080" y="1988"/>
                  </a:cubicBezTo>
                  <a:lnTo>
                    <a:pt x="5167" y="1988"/>
                  </a:lnTo>
                  <a:close/>
                  <a:moveTo>
                    <a:pt x="5353" y="1894"/>
                  </a:moveTo>
                  <a:cubicBezTo>
                    <a:pt x="5382" y="1973"/>
                    <a:pt x="5382" y="1973"/>
                    <a:pt x="5382" y="1973"/>
                  </a:cubicBezTo>
                  <a:cubicBezTo>
                    <a:pt x="5447" y="1894"/>
                    <a:pt x="5447" y="1894"/>
                    <a:pt x="5447" y="1894"/>
                  </a:cubicBezTo>
                  <a:cubicBezTo>
                    <a:pt x="5520" y="1894"/>
                    <a:pt x="5520" y="1894"/>
                    <a:pt x="5520" y="1894"/>
                  </a:cubicBezTo>
                  <a:cubicBezTo>
                    <a:pt x="5417" y="2012"/>
                    <a:pt x="5417" y="2012"/>
                    <a:pt x="5417" y="2012"/>
                  </a:cubicBezTo>
                  <a:cubicBezTo>
                    <a:pt x="5471" y="2136"/>
                    <a:pt x="5471" y="2136"/>
                    <a:pt x="5471" y="2136"/>
                  </a:cubicBezTo>
                  <a:cubicBezTo>
                    <a:pt x="5388" y="2136"/>
                    <a:pt x="5388" y="2136"/>
                    <a:pt x="5388" y="2136"/>
                  </a:cubicBezTo>
                  <a:cubicBezTo>
                    <a:pt x="5357" y="2047"/>
                    <a:pt x="5357" y="2047"/>
                    <a:pt x="5357" y="2047"/>
                  </a:cubicBezTo>
                  <a:cubicBezTo>
                    <a:pt x="5289" y="2136"/>
                    <a:pt x="5289" y="2136"/>
                    <a:pt x="5289" y="2136"/>
                  </a:cubicBezTo>
                  <a:cubicBezTo>
                    <a:pt x="5214" y="2136"/>
                    <a:pt x="5214" y="2136"/>
                    <a:pt x="5214" y="2136"/>
                  </a:cubicBezTo>
                  <a:cubicBezTo>
                    <a:pt x="5323" y="2006"/>
                    <a:pt x="5323" y="2006"/>
                    <a:pt x="5323" y="2006"/>
                  </a:cubicBezTo>
                  <a:cubicBezTo>
                    <a:pt x="5269" y="1894"/>
                    <a:pt x="5269" y="1894"/>
                    <a:pt x="5269" y="1894"/>
                  </a:cubicBezTo>
                  <a:lnTo>
                    <a:pt x="5353" y="1894"/>
                  </a:lnTo>
                  <a:close/>
                  <a:moveTo>
                    <a:pt x="5553" y="1893"/>
                  </a:moveTo>
                  <a:cubicBezTo>
                    <a:pt x="5625" y="1893"/>
                    <a:pt x="5625" y="1893"/>
                    <a:pt x="5625" y="1893"/>
                  </a:cubicBezTo>
                  <a:cubicBezTo>
                    <a:pt x="5573" y="2136"/>
                    <a:pt x="5573" y="2136"/>
                    <a:pt x="5573" y="2136"/>
                  </a:cubicBezTo>
                  <a:cubicBezTo>
                    <a:pt x="5501" y="2136"/>
                    <a:pt x="5501" y="2136"/>
                    <a:pt x="5501" y="2136"/>
                  </a:cubicBezTo>
                  <a:lnTo>
                    <a:pt x="5553" y="1893"/>
                  </a:lnTo>
                  <a:close/>
                  <a:moveTo>
                    <a:pt x="5573" y="1790"/>
                  </a:moveTo>
                  <a:cubicBezTo>
                    <a:pt x="5648" y="1790"/>
                    <a:pt x="5648" y="1790"/>
                    <a:pt x="5648" y="1790"/>
                  </a:cubicBezTo>
                  <a:cubicBezTo>
                    <a:pt x="5636" y="1851"/>
                    <a:pt x="5636" y="1851"/>
                    <a:pt x="5636" y="1851"/>
                  </a:cubicBezTo>
                  <a:cubicBezTo>
                    <a:pt x="5560" y="1851"/>
                    <a:pt x="5560" y="1851"/>
                    <a:pt x="5560" y="1851"/>
                  </a:cubicBezTo>
                  <a:lnTo>
                    <a:pt x="5573" y="1790"/>
                  </a:lnTo>
                  <a:close/>
                  <a:moveTo>
                    <a:pt x="5775" y="2133"/>
                  </a:moveTo>
                  <a:cubicBezTo>
                    <a:pt x="5752" y="2139"/>
                    <a:pt x="5730" y="2141"/>
                    <a:pt x="5719" y="2141"/>
                  </a:cubicBezTo>
                  <a:cubicBezTo>
                    <a:pt x="5647" y="2141"/>
                    <a:pt x="5657" y="2095"/>
                    <a:pt x="5662" y="2075"/>
                  </a:cubicBezTo>
                  <a:cubicBezTo>
                    <a:pt x="5689" y="1942"/>
                    <a:pt x="5689" y="1942"/>
                    <a:pt x="5689" y="1942"/>
                  </a:cubicBezTo>
                  <a:cubicBezTo>
                    <a:pt x="5643" y="1942"/>
                    <a:pt x="5643" y="1942"/>
                    <a:pt x="5643" y="1942"/>
                  </a:cubicBezTo>
                  <a:cubicBezTo>
                    <a:pt x="5653" y="1895"/>
                    <a:pt x="5653" y="1895"/>
                    <a:pt x="5653" y="1895"/>
                  </a:cubicBezTo>
                  <a:cubicBezTo>
                    <a:pt x="5700" y="1895"/>
                    <a:pt x="5700" y="1895"/>
                    <a:pt x="5700" y="1895"/>
                  </a:cubicBezTo>
                  <a:cubicBezTo>
                    <a:pt x="5710" y="1848"/>
                    <a:pt x="5710" y="1848"/>
                    <a:pt x="5710" y="1848"/>
                  </a:cubicBezTo>
                  <a:cubicBezTo>
                    <a:pt x="5786" y="1822"/>
                    <a:pt x="5786" y="1822"/>
                    <a:pt x="5786" y="1822"/>
                  </a:cubicBezTo>
                  <a:cubicBezTo>
                    <a:pt x="5770" y="1895"/>
                    <a:pt x="5770" y="1895"/>
                    <a:pt x="5770" y="1895"/>
                  </a:cubicBezTo>
                  <a:cubicBezTo>
                    <a:pt x="5828" y="1895"/>
                    <a:pt x="5828" y="1895"/>
                    <a:pt x="5828" y="1895"/>
                  </a:cubicBezTo>
                  <a:cubicBezTo>
                    <a:pt x="5818" y="1942"/>
                    <a:pt x="5818" y="1942"/>
                    <a:pt x="5818" y="1942"/>
                  </a:cubicBezTo>
                  <a:cubicBezTo>
                    <a:pt x="5760" y="1942"/>
                    <a:pt x="5760" y="1942"/>
                    <a:pt x="5760" y="1942"/>
                  </a:cubicBezTo>
                  <a:cubicBezTo>
                    <a:pt x="5736" y="2052"/>
                    <a:pt x="5736" y="2052"/>
                    <a:pt x="5736" y="2052"/>
                  </a:cubicBezTo>
                  <a:cubicBezTo>
                    <a:pt x="5733" y="2074"/>
                    <a:pt x="5729" y="2088"/>
                    <a:pt x="5761" y="2088"/>
                  </a:cubicBezTo>
                  <a:cubicBezTo>
                    <a:pt x="5772" y="2088"/>
                    <a:pt x="5777" y="2087"/>
                    <a:pt x="5786" y="2086"/>
                  </a:cubicBezTo>
                  <a:lnTo>
                    <a:pt x="5775" y="2133"/>
                  </a:lnTo>
                  <a:close/>
                  <a:moveTo>
                    <a:pt x="5921" y="1894"/>
                  </a:moveTo>
                  <a:cubicBezTo>
                    <a:pt x="5939" y="2062"/>
                    <a:pt x="5939" y="2062"/>
                    <a:pt x="5939" y="2062"/>
                  </a:cubicBezTo>
                  <a:cubicBezTo>
                    <a:pt x="6028" y="1894"/>
                    <a:pt x="6028" y="1894"/>
                    <a:pt x="6028" y="1894"/>
                  </a:cubicBezTo>
                  <a:cubicBezTo>
                    <a:pt x="6099" y="1894"/>
                    <a:pt x="6099" y="1894"/>
                    <a:pt x="6099" y="1894"/>
                  </a:cubicBezTo>
                  <a:cubicBezTo>
                    <a:pt x="5957" y="2132"/>
                    <a:pt x="5957" y="2132"/>
                    <a:pt x="5957" y="2132"/>
                  </a:cubicBezTo>
                  <a:cubicBezTo>
                    <a:pt x="5907" y="2229"/>
                    <a:pt x="5907" y="2229"/>
                    <a:pt x="5907" y="2229"/>
                  </a:cubicBezTo>
                  <a:cubicBezTo>
                    <a:pt x="5835" y="2229"/>
                    <a:pt x="5835" y="2229"/>
                    <a:pt x="5835" y="2229"/>
                  </a:cubicBezTo>
                  <a:cubicBezTo>
                    <a:pt x="5886" y="2137"/>
                    <a:pt x="5886" y="2137"/>
                    <a:pt x="5886" y="2137"/>
                  </a:cubicBezTo>
                  <a:cubicBezTo>
                    <a:pt x="5844" y="1894"/>
                    <a:pt x="5844" y="1894"/>
                    <a:pt x="5844" y="1894"/>
                  </a:cubicBezTo>
                  <a:lnTo>
                    <a:pt x="5921" y="1894"/>
                  </a:ln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sp>
          <p:nvSpPr>
            <p:cNvPr id="15" name="Freeform 15"/>
            <p:cNvSpPr>
              <a:spLocks noEditPoints="1"/>
            </p:cNvSpPr>
            <p:nvPr userDrawn="1"/>
          </p:nvSpPr>
          <p:spPr bwMode="auto">
            <a:xfrm>
              <a:off x="-2592388" y="0"/>
              <a:ext cx="2592388" cy="1530350"/>
            </a:xfrm>
            <a:custGeom>
              <a:avLst/>
              <a:gdLst/>
              <a:ahLst/>
              <a:cxnLst>
                <a:cxn ang="0">
                  <a:pos x="176" y="248"/>
                </a:cxn>
                <a:cxn ang="0">
                  <a:pos x="0" y="248"/>
                </a:cxn>
                <a:cxn ang="0">
                  <a:pos x="0" y="0"/>
                </a:cxn>
                <a:cxn ang="0">
                  <a:pos x="176" y="0"/>
                </a:cxn>
                <a:cxn ang="0">
                  <a:pos x="176" y="248"/>
                </a:cxn>
                <a:cxn ang="0">
                  <a:pos x="176" y="716"/>
                </a:cxn>
                <a:cxn ang="0">
                  <a:pos x="0" y="716"/>
                </a:cxn>
                <a:cxn ang="0">
                  <a:pos x="0" y="964"/>
                </a:cxn>
                <a:cxn ang="0">
                  <a:pos x="176" y="964"/>
                </a:cxn>
                <a:cxn ang="0">
                  <a:pos x="176" y="716"/>
                </a:cxn>
                <a:cxn ang="0">
                  <a:pos x="1633" y="0"/>
                </a:cxn>
                <a:cxn ang="0">
                  <a:pos x="1457" y="0"/>
                </a:cxn>
                <a:cxn ang="0">
                  <a:pos x="1457" y="248"/>
                </a:cxn>
                <a:cxn ang="0">
                  <a:pos x="1633" y="248"/>
                </a:cxn>
                <a:cxn ang="0">
                  <a:pos x="1633" y="0"/>
                </a:cxn>
                <a:cxn ang="0">
                  <a:pos x="1633" y="716"/>
                </a:cxn>
                <a:cxn ang="0">
                  <a:pos x="1457" y="716"/>
                </a:cxn>
                <a:cxn ang="0">
                  <a:pos x="1457" y="964"/>
                </a:cxn>
                <a:cxn ang="0">
                  <a:pos x="1633" y="964"/>
                </a:cxn>
                <a:cxn ang="0">
                  <a:pos x="1633" y="716"/>
                </a:cxn>
              </a:cxnLst>
              <a:rect l="0" t="0" r="r" b="b"/>
              <a:pathLst>
                <a:path w="1633" h="964">
                  <a:moveTo>
                    <a:pt x="176" y="248"/>
                  </a:moveTo>
                  <a:lnTo>
                    <a:pt x="0" y="248"/>
                  </a:lnTo>
                  <a:lnTo>
                    <a:pt x="0" y="0"/>
                  </a:lnTo>
                  <a:lnTo>
                    <a:pt x="176" y="0"/>
                  </a:lnTo>
                  <a:lnTo>
                    <a:pt x="176" y="248"/>
                  </a:lnTo>
                  <a:close/>
                  <a:moveTo>
                    <a:pt x="176" y="716"/>
                  </a:moveTo>
                  <a:lnTo>
                    <a:pt x="0" y="716"/>
                  </a:lnTo>
                  <a:lnTo>
                    <a:pt x="0" y="964"/>
                  </a:lnTo>
                  <a:lnTo>
                    <a:pt x="176" y="964"/>
                  </a:lnTo>
                  <a:lnTo>
                    <a:pt x="176" y="716"/>
                  </a:lnTo>
                  <a:close/>
                  <a:moveTo>
                    <a:pt x="1633" y="0"/>
                  </a:moveTo>
                  <a:lnTo>
                    <a:pt x="1457" y="0"/>
                  </a:lnTo>
                  <a:lnTo>
                    <a:pt x="1457" y="248"/>
                  </a:lnTo>
                  <a:lnTo>
                    <a:pt x="1633" y="248"/>
                  </a:lnTo>
                  <a:lnTo>
                    <a:pt x="1633" y="0"/>
                  </a:lnTo>
                  <a:close/>
                  <a:moveTo>
                    <a:pt x="1633" y="716"/>
                  </a:moveTo>
                  <a:lnTo>
                    <a:pt x="1457" y="716"/>
                  </a:lnTo>
                  <a:lnTo>
                    <a:pt x="1457" y="964"/>
                  </a:lnTo>
                  <a:lnTo>
                    <a:pt x="1633" y="964"/>
                  </a:lnTo>
                  <a:lnTo>
                    <a:pt x="1633" y="716"/>
                  </a:ln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grpSp>
    </p:spTree>
    <p:extLst>
      <p:ext uri="{BB962C8B-B14F-4D97-AF65-F5344CB8AC3E}">
        <p14:creationId xmlns:p14="http://schemas.microsoft.com/office/powerpoint/2010/main" val="2848280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2">
    <p:spTree>
      <p:nvGrpSpPr>
        <p:cNvPr id="1" name=""/>
        <p:cNvGrpSpPr/>
        <p:nvPr/>
      </p:nvGrpSpPr>
      <p:grpSpPr>
        <a:xfrm>
          <a:off x="0" y="0"/>
          <a:ext cx="0" cy="0"/>
          <a:chOff x="0" y="0"/>
          <a:chExt cx="0" cy="0"/>
        </a:xfrm>
      </p:grpSpPr>
      <p:pic>
        <p:nvPicPr>
          <p:cNvPr id="10" name="Picture 4" descr="https://clients.amr.kworld.kpmg.com/mm/thumbnail/160886959,F7A789E9F09A68D688E"/>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9" name="Freeform 12"/>
          <p:cNvSpPr>
            <a:spLocks noChangeAspect="1"/>
          </p:cNvSpPr>
          <p:nvPr/>
        </p:nvSpPr>
        <p:spPr bwMode="gray">
          <a:xfrm>
            <a:off x="0" y="0"/>
            <a:ext cx="6858000" cy="6858000"/>
          </a:xfrm>
          <a:custGeom>
            <a:avLst/>
            <a:gdLst/>
            <a:ahLst/>
            <a:cxnLst>
              <a:cxn ang="0">
                <a:pos x="24671" y="0"/>
              </a:cxn>
              <a:cxn ang="0">
                <a:pos x="0" y="0"/>
              </a:cxn>
              <a:cxn ang="0">
                <a:pos x="0" y="27539"/>
              </a:cxn>
              <a:cxn ang="0">
                <a:pos x="16529" y="27539"/>
              </a:cxn>
              <a:cxn ang="0">
                <a:pos x="24671" y="0"/>
              </a:cxn>
            </a:cxnLst>
            <a:rect l="0" t="0" r="r" b="b"/>
            <a:pathLst>
              <a:path w="24671" h="27539">
                <a:moveTo>
                  <a:pt x="24671" y="0"/>
                </a:moveTo>
                <a:lnTo>
                  <a:pt x="0" y="0"/>
                </a:lnTo>
                <a:lnTo>
                  <a:pt x="0" y="27539"/>
                </a:lnTo>
                <a:lnTo>
                  <a:pt x="16529" y="27539"/>
                </a:lnTo>
                <a:lnTo>
                  <a:pt x="24671"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6" name="Title 9"/>
          <p:cNvSpPr>
            <a:spLocks noGrp="1"/>
          </p:cNvSpPr>
          <p:nvPr>
            <p:ph type="title"/>
          </p:nvPr>
        </p:nvSpPr>
        <p:spPr bwMode="gray">
          <a:xfrm>
            <a:off x="324000" y="1556792"/>
            <a:ext cx="3461923" cy="2016224"/>
          </a:xfrm>
          <a:noFill/>
          <a:ln w="9525">
            <a:noFill/>
            <a:miter lim="800000"/>
            <a:headEnd/>
            <a:tailEnd/>
          </a:ln>
        </p:spPr>
        <p:txBody>
          <a:bodyPr vert="horz" wrap="square" lIns="0" tIns="0" rIns="0" bIns="0" numCol="1" anchor="t" anchorCtr="0" compatLnSpc="1">
            <a:prstTxWarp prst="textNoShape">
              <a:avLst/>
            </a:prstTxWarp>
            <a:normAutofit/>
          </a:bodyPr>
          <a:lstStyle>
            <a:lvl1pPr algn="l" rtl="0" eaLnBrk="1" fontAlgn="base" hangingPunct="1">
              <a:spcBef>
                <a:spcPct val="40000"/>
              </a:spcBef>
              <a:spcAft>
                <a:spcPct val="0"/>
              </a:spcAft>
              <a:defRPr lang="en-GB" sz="3000" b="1" dirty="0" smtClean="0">
                <a:solidFill>
                  <a:schemeClr val="bg1"/>
                </a:solidFill>
                <a:latin typeface="+mj-lt"/>
                <a:ea typeface="+mj-ea"/>
                <a:cs typeface="+mj-cs"/>
              </a:defRPr>
            </a:lvl1pPr>
            <a:lvl2pPr>
              <a:defRPr lang="en-GB" sz="3000" b="1" dirty="0">
                <a:solidFill>
                  <a:schemeClr val="bg1"/>
                </a:solidFill>
                <a:latin typeface="+mj-lt"/>
              </a:defRPr>
            </a:lvl2pPr>
            <a:lvl3pPr>
              <a:defRPr lang="en-GB" sz="3000" b="1" dirty="0">
                <a:solidFill>
                  <a:schemeClr val="bg1"/>
                </a:solidFill>
                <a:latin typeface="+mj-lt"/>
              </a:defRPr>
            </a:lvl3pPr>
            <a:lvl4pPr>
              <a:defRPr lang="en-GB" sz="3000" b="1" dirty="0">
                <a:solidFill>
                  <a:schemeClr val="bg1"/>
                </a:solidFill>
                <a:latin typeface="+mj-lt"/>
              </a:defRPr>
            </a:lvl4pPr>
            <a:lvl5pPr>
              <a:defRPr lang="en-GB" sz="3000" b="1" dirty="0">
                <a:solidFill>
                  <a:schemeClr val="bg1"/>
                </a:solidFill>
                <a:latin typeface="+mj-lt"/>
              </a:defRPr>
            </a:lvl5pPr>
            <a:lvl6pPr>
              <a:defRPr lang="en-GB" sz="3000" b="1" dirty="0">
                <a:solidFill>
                  <a:schemeClr val="bg1"/>
                </a:solidFill>
                <a:latin typeface="+mj-lt"/>
              </a:defRPr>
            </a:lvl6pPr>
            <a:lvl7pPr>
              <a:defRPr lang="en-GB" sz="3000" b="1" dirty="0">
                <a:solidFill>
                  <a:schemeClr val="bg1"/>
                </a:solidFill>
                <a:latin typeface="+mj-lt"/>
              </a:defRPr>
            </a:lvl7pPr>
            <a:lvl8pPr>
              <a:defRPr lang="en-GB" sz="3000" b="1" dirty="0">
                <a:solidFill>
                  <a:schemeClr val="bg1"/>
                </a:solidFill>
                <a:latin typeface="+mj-lt"/>
              </a:defRPr>
            </a:lvl8pPr>
            <a:lvl9pPr>
              <a:defRPr sz="3000">
                <a:solidFill>
                  <a:schemeClr val="bg1"/>
                </a:solidFill>
              </a:defRPr>
            </a:lvl9pPr>
          </a:lstStyle>
          <a:p>
            <a:pPr lvl="0"/>
            <a:r>
              <a:rPr lang="en-US" dirty="0"/>
              <a:t>Click to edit Master title style</a:t>
            </a:r>
            <a:endParaRPr lang="en-GB" dirty="0"/>
          </a:p>
        </p:txBody>
      </p:sp>
      <p:sp>
        <p:nvSpPr>
          <p:cNvPr id="7" name="Text Placeholder 16"/>
          <p:cNvSpPr>
            <a:spLocks noGrp="1"/>
          </p:cNvSpPr>
          <p:nvPr>
            <p:ph type="body" sz="quarter" idx="10"/>
          </p:nvPr>
        </p:nvSpPr>
        <p:spPr bwMode="gray">
          <a:xfrm>
            <a:off x="324000" y="3789040"/>
            <a:ext cx="3029875" cy="1079823"/>
          </a:xfrm>
          <a:noFill/>
          <a:ln w="9525">
            <a:noFill/>
            <a:miter lim="800000"/>
            <a:headEnd/>
            <a:tailEnd/>
          </a:ln>
        </p:spPr>
        <p:txBody>
          <a:bodyPr vert="horz" wrap="square" lIns="0" tIns="0" rIns="0" bIns="0" numCol="1" anchor="t" anchorCtr="0" compatLnSpc="1">
            <a:prstTxWarp prst="textNoShape">
              <a:avLst/>
            </a:prstTxWarp>
            <a:normAutofit/>
          </a:bodyPr>
          <a:lstStyle>
            <a:lvl1pPr marL="0" indent="0" algn="l" rtl="0" eaLnBrk="1" fontAlgn="base" hangingPunct="1">
              <a:lnSpc>
                <a:spcPct val="110000"/>
              </a:lnSpc>
              <a:spcBef>
                <a:spcPts val="600"/>
              </a:spcBef>
              <a:spcAft>
                <a:spcPct val="0"/>
              </a:spcAft>
              <a:defRPr lang="en-US" sz="1200" b="0" dirty="0" smtClean="0">
                <a:solidFill>
                  <a:schemeClr val="bg1"/>
                </a:solidFill>
                <a:latin typeface="+mn-lt"/>
                <a:ea typeface="+mn-ea"/>
                <a:cs typeface="+mn-cs"/>
              </a:defRPr>
            </a:lvl1pPr>
            <a:lvl2pPr>
              <a:defRPr lang="en-US" sz="1200" b="0" kern="1200" noProof="0" dirty="0" smtClean="0">
                <a:solidFill>
                  <a:schemeClr val="bg1"/>
                </a:solidFill>
                <a:latin typeface="+mn-lt"/>
                <a:ea typeface="+mn-ea"/>
                <a:cs typeface="+mn-cs"/>
              </a:defRPr>
            </a:lvl2pPr>
            <a:lvl3pPr>
              <a:defRPr lang="en-US" sz="1200" b="0" kern="1200" noProof="0" dirty="0" smtClean="0">
                <a:solidFill>
                  <a:schemeClr val="bg1"/>
                </a:solidFill>
                <a:latin typeface="+mn-lt"/>
                <a:ea typeface="+mn-ea"/>
                <a:cs typeface="+mn-cs"/>
              </a:defRPr>
            </a:lvl3pPr>
            <a:lvl4pPr>
              <a:defRPr lang="en-US" sz="1200" b="0" kern="1200" noProof="0" dirty="0" smtClean="0">
                <a:solidFill>
                  <a:schemeClr val="bg1"/>
                </a:solidFill>
                <a:latin typeface="+mn-lt"/>
                <a:ea typeface="+mn-ea"/>
                <a:cs typeface="+mn-cs"/>
              </a:defRPr>
            </a:lvl4pPr>
            <a:lvl5pPr>
              <a:defRPr lang="en-US" sz="1200" b="0" kern="1200" noProof="0" dirty="0" smtClean="0">
                <a:solidFill>
                  <a:schemeClr val="bg1"/>
                </a:solidFill>
                <a:latin typeface="+mn-lt"/>
                <a:ea typeface="+mn-ea"/>
                <a:cs typeface="+mn-cs"/>
              </a:defRPr>
            </a:lvl5pPr>
            <a:lvl6pPr>
              <a:defRPr lang="en-US" sz="1200" b="0" kern="1200" noProof="0" dirty="0" smtClean="0">
                <a:solidFill>
                  <a:schemeClr val="bg1"/>
                </a:solidFill>
                <a:latin typeface="+mn-lt"/>
                <a:ea typeface="+mn-ea"/>
                <a:cs typeface="+mn-cs"/>
              </a:defRPr>
            </a:lvl6pPr>
            <a:lvl7pPr>
              <a:defRPr lang="en-US" sz="1200" b="0" kern="1200" noProof="0" dirty="0" smtClean="0">
                <a:solidFill>
                  <a:schemeClr val="bg1"/>
                </a:solidFill>
                <a:latin typeface="+mn-lt"/>
                <a:ea typeface="+mn-ea"/>
                <a:cs typeface="+mn-cs"/>
              </a:defRPr>
            </a:lvl7pPr>
            <a:lvl8pPr>
              <a:defRPr lang="en-US" sz="1200" b="0" kern="1200" noProof="0" dirty="0" smtClean="0">
                <a:solidFill>
                  <a:schemeClr val="bg1"/>
                </a:solidFill>
                <a:latin typeface="+mn-lt"/>
                <a:ea typeface="+mn-ea"/>
                <a:cs typeface="+mn-cs"/>
              </a:defRPr>
            </a:lvl8pPr>
            <a:lvl9pPr>
              <a:defRPr lang="en-US" sz="1200" b="0" kern="1200" noProof="0" dirty="0" smtClean="0">
                <a:solidFill>
                  <a:schemeClr val="bg1"/>
                </a:solidFill>
                <a:latin typeface="+mn-lt"/>
                <a:ea typeface="+mn-ea"/>
                <a:cs typeface="+mn-cs"/>
              </a:defRPr>
            </a:lvl9pPr>
          </a:lstStyle>
          <a:p>
            <a:pPr lvl="0"/>
            <a:r>
              <a:rPr lang="en-US" dirty="0"/>
              <a:t>Click to edit Master text styles</a:t>
            </a:r>
          </a:p>
        </p:txBody>
      </p:sp>
      <p:grpSp>
        <p:nvGrpSpPr>
          <p:cNvPr id="2" name="Group 11"/>
          <p:cNvGrpSpPr>
            <a:grpSpLocks noChangeAspect="1"/>
          </p:cNvGrpSpPr>
          <p:nvPr/>
        </p:nvGrpSpPr>
        <p:grpSpPr>
          <a:xfrm>
            <a:off x="128464" y="0"/>
            <a:ext cx="2592388" cy="1530350"/>
            <a:chOff x="-2592388" y="0"/>
            <a:chExt cx="2592388" cy="1530350"/>
          </a:xfrm>
          <a:solidFill>
            <a:schemeClr val="bg1"/>
          </a:solidFill>
        </p:grpSpPr>
        <p:sp>
          <p:nvSpPr>
            <p:cNvPr id="13" name="Freeform 14"/>
            <p:cNvSpPr>
              <a:spLocks noEditPoints="1"/>
            </p:cNvSpPr>
            <p:nvPr userDrawn="1"/>
          </p:nvSpPr>
          <p:spPr bwMode="auto">
            <a:xfrm>
              <a:off x="-2384425" y="393700"/>
              <a:ext cx="2119313" cy="776288"/>
            </a:xfrm>
            <a:custGeom>
              <a:avLst/>
              <a:gdLst/>
              <a:ahLst/>
              <a:cxnLst>
                <a:cxn ang="0">
                  <a:pos x="2851" y="1035"/>
                </a:cxn>
                <a:cxn ang="0">
                  <a:pos x="3588" y="28"/>
                </a:cxn>
                <a:cxn ang="0">
                  <a:pos x="2718" y="826"/>
                </a:cxn>
                <a:cxn ang="0">
                  <a:pos x="1973" y="28"/>
                </a:cxn>
                <a:cxn ang="0">
                  <a:pos x="1663" y="659"/>
                </a:cxn>
                <a:cxn ang="0">
                  <a:pos x="1850" y="28"/>
                </a:cxn>
                <a:cxn ang="0">
                  <a:pos x="1165" y="1000"/>
                </a:cxn>
                <a:cxn ang="0">
                  <a:pos x="1334" y="806"/>
                </a:cxn>
                <a:cxn ang="0">
                  <a:pos x="479" y="1047"/>
                </a:cxn>
                <a:cxn ang="0">
                  <a:pos x="980" y="699"/>
                </a:cxn>
                <a:cxn ang="0">
                  <a:pos x="2747" y="0"/>
                </a:cxn>
                <a:cxn ang="0">
                  <a:pos x="1009" y="0"/>
                </a:cxn>
                <a:cxn ang="0">
                  <a:pos x="665" y="1435"/>
                </a:cxn>
                <a:cxn ang="0">
                  <a:pos x="1150" y="1133"/>
                </a:cxn>
                <a:cxn ang="0">
                  <a:pos x="1980" y="1434"/>
                </a:cxn>
                <a:cxn ang="0">
                  <a:pos x="2963" y="1451"/>
                </a:cxn>
                <a:cxn ang="0">
                  <a:pos x="348" y="2092"/>
                </a:cxn>
                <a:cxn ang="0">
                  <a:pos x="395" y="2104"/>
                </a:cxn>
                <a:cxn ang="0">
                  <a:pos x="880" y="1895"/>
                </a:cxn>
                <a:cxn ang="0">
                  <a:pos x="584" y="1895"/>
                </a:cxn>
                <a:cxn ang="0">
                  <a:pos x="645" y="2088"/>
                </a:cxn>
                <a:cxn ang="0">
                  <a:pos x="813" y="2088"/>
                </a:cxn>
                <a:cxn ang="0">
                  <a:pos x="935" y="1790"/>
                </a:cxn>
                <a:cxn ang="0">
                  <a:pos x="1104" y="1929"/>
                </a:cxn>
                <a:cxn ang="0">
                  <a:pos x="1151" y="1938"/>
                </a:cxn>
                <a:cxn ang="0">
                  <a:pos x="1504" y="2134"/>
                </a:cxn>
                <a:cxn ang="0">
                  <a:pos x="1370" y="2132"/>
                </a:cxn>
                <a:cxn ang="0">
                  <a:pos x="1428" y="1940"/>
                </a:cxn>
                <a:cxn ang="0">
                  <a:pos x="1719" y="1895"/>
                </a:cxn>
                <a:cxn ang="0">
                  <a:pos x="1803" y="2052"/>
                </a:cxn>
                <a:cxn ang="0">
                  <a:pos x="2137" y="1923"/>
                </a:cxn>
                <a:cxn ang="0">
                  <a:pos x="1881" y="2136"/>
                </a:cxn>
                <a:cxn ang="0">
                  <a:pos x="2253" y="2017"/>
                </a:cxn>
                <a:cxn ang="0">
                  <a:pos x="2503" y="1888"/>
                </a:cxn>
                <a:cxn ang="0">
                  <a:pos x="2740" y="2092"/>
                </a:cxn>
                <a:cxn ang="0">
                  <a:pos x="2787" y="2104"/>
                </a:cxn>
                <a:cxn ang="0">
                  <a:pos x="3126" y="2134"/>
                </a:cxn>
                <a:cxn ang="0">
                  <a:pos x="2992" y="2132"/>
                </a:cxn>
                <a:cxn ang="0">
                  <a:pos x="3051" y="1940"/>
                </a:cxn>
                <a:cxn ang="0">
                  <a:pos x="3441" y="1989"/>
                </a:cxn>
                <a:cxn ang="0">
                  <a:pos x="3257" y="1790"/>
                </a:cxn>
                <a:cxn ang="0">
                  <a:pos x="168" y="2120"/>
                </a:cxn>
                <a:cxn ang="0">
                  <a:pos x="3742" y="1935"/>
                </a:cxn>
                <a:cxn ang="0">
                  <a:pos x="3624" y="2110"/>
                </a:cxn>
                <a:cxn ang="0">
                  <a:pos x="3857" y="2017"/>
                </a:cxn>
                <a:cxn ang="0">
                  <a:pos x="4180" y="1894"/>
                </a:cxn>
                <a:cxn ang="0">
                  <a:pos x="4515" y="2136"/>
                </a:cxn>
                <a:cxn ang="0">
                  <a:pos x="4289" y="1939"/>
                </a:cxn>
                <a:cxn ang="0">
                  <a:pos x="4846" y="2010"/>
                </a:cxn>
                <a:cxn ang="0">
                  <a:pos x="4741" y="1935"/>
                </a:cxn>
                <a:cxn ang="0">
                  <a:pos x="4936" y="1789"/>
                </a:cxn>
                <a:cxn ang="0">
                  <a:pos x="5002" y="2021"/>
                </a:cxn>
                <a:cxn ang="0">
                  <a:pos x="5080" y="1988"/>
                </a:cxn>
                <a:cxn ang="0">
                  <a:pos x="5388" y="2136"/>
                </a:cxn>
                <a:cxn ang="0">
                  <a:pos x="5625" y="1893"/>
                </a:cxn>
                <a:cxn ang="0">
                  <a:pos x="5573" y="1790"/>
                </a:cxn>
                <a:cxn ang="0">
                  <a:pos x="5710" y="1848"/>
                </a:cxn>
                <a:cxn ang="0">
                  <a:pos x="5786" y="2086"/>
                </a:cxn>
                <a:cxn ang="0">
                  <a:pos x="5835" y="2229"/>
                </a:cxn>
              </a:cxnLst>
              <a:rect l="0" t="0" r="r" b="b"/>
              <a:pathLst>
                <a:path w="6099" h="2232">
                  <a:moveTo>
                    <a:pt x="3588" y="1105"/>
                  </a:moveTo>
                  <a:cubicBezTo>
                    <a:pt x="3401" y="1105"/>
                    <a:pt x="3401" y="1105"/>
                    <a:pt x="3401" y="1105"/>
                  </a:cubicBezTo>
                  <a:cubicBezTo>
                    <a:pt x="3431" y="981"/>
                    <a:pt x="3431" y="981"/>
                    <a:pt x="3431" y="981"/>
                  </a:cubicBezTo>
                  <a:cubicBezTo>
                    <a:pt x="3055" y="981"/>
                    <a:pt x="3055" y="981"/>
                    <a:pt x="3055" y="981"/>
                  </a:cubicBezTo>
                  <a:cubicBezTo>
                    <a:pt x="3024" y="1105"/>
                    <a:pt x="3024" y="1105"/>
                    <a:pt x="3024" y="1105"/>
                  </a:cubicBezTo>
                  <a:cubicBezTo>
                    <a:pt x="2843" y="1105"/>
                    <a:pt x="2843" y="1105"/>
                    <a:pt x="2843" y="1105"/>
                  </a:cubicBezTo>
                  <a:cubicBezTo>
                    <a:pt x="2843" y="1079"/>
                    <a:pt x="2843" y="1079"/>
                    <a:pt x="2843" y="1079"/>
                  </a:cubicBezTo>
                  <a:cubicBezTo>
                    <a:pt x="2845" y="1065"/>
                    <a:pt x="2848" y="1051"/>
                    <a:pt x="2851" y="1035"/>
                  </a:cubicBezTo>
                  <a:cubicBezTo>
                    <a:pt x="2884" y="901"/>
                    <a:pt x="2972" y="769"/>
                    <a:pt x="3124" y="769"/>
                  </a:cubicBezTo>
                  <a:cubicBezTo>
                    <a:pt x="3185" y="769"/>
                    <a:pt x="3244" y="792"/>
                    <a:pt x="3236" y="875"/>
                  </a:cubicBezTo>
                  <a:cubicBezTo>
                    <a:pt x="3460" y="875"/>
                    <a:pt x="3460" y="875"/>
                    <a:pt x="3460" y="875"/>
                  </a:cubicBezTo>
                  <a:cubicBezTo>
                    <a:pt x="3469" y="836"/>
                    <a:pt x="3484" y="770"/>
                    <a:pt x="3441" y="709"/>
                  </a:cubicBezTo>
                  <a:cubicBezTo>
                    <a:pt x="3394" y="643"/>
                    <a:pt x="3298" y="616"/>
                    <a:pt x="3173" y="616"/>
                  </a:cubicBezTo>
                  <a:cubicBezTo>
                    <a:pt x="3084" y="616"/>
                    <a:pt x="2955" y="631"/>
                    <a:pt x="2843" y="704"/>
                  </a:cubicBezTo>
                  <a:cubicBezTo>
                    <a:pt x="2843" y="28"/>
                    <a:pt x="2843" y="28"/>
                    <a:pt x="2843" y="28"/>
                  </a:cubicBezTo>
                  <a:cubicBezTo>
                    <a:pt x="3588" y="28"/>
                    <a:pt x="3588" y="28"/>
                    <a:pt x="3588" y="28"/>
                  </a:cubicBezTo>
                  <a:lnTo>
                    <a:pt x="3588" y="1105"/>
                  </a:lnTo>
                  <a:close/>
                  <a:moveTo>
                    <a:pt x="3148" y="1287"/>
                  </a:moveTo>
                  <a:cubicBezTo>
                    <a:pt x="3106" y="1294"/>
                    <a:pt x="3063" y="1300"/>
                    <a:pt x="3023" y="1300"/>
                  </a:cubicBezTo>
                  <a:cubicBezTo>
                    <a:pt x="2915" y="1300"/>
                    <a:pt x="2840" y="1250"/>
                    <a:pt x="2839" y="1133"/>
                  </a:cubicBezTo>
                  <a:cubicBezTo>
                    <a:pt x="3186" y="1133"/>
                    <a:pt x="3186" y="1133"/>
                    <a:pt x="3186" y="1133"/>
                  </a:cubicBezTo>
                  <a:lnTo>
                    <a:pt x="3148" y="1287"/>
                  </a:lnTo>
                  <a:close/>
                  <a:moveTo>
                    <a:pt x="2718" y="672"/>
                  </a:moveTo>
                  <a:cubicBezTo>
                    <a:pt x="2718" y="826"/>
                    <a:pt x="2718" y="826"/>
                    <a:pt x="2718" y="826"/>
                  </a:cubicBezTo>
                  <a:cubicBezTo>
                    <a:pt x="2666" y="898"/>
                    <a:pt x="2634" y="976"/>
                    <a:pt x="2619" y="1040"/>
                  </a:cubicBezTo>
                  <a:cubicBezTo>
                    <a:pt x="2613" y="1061"/>
                    <a:pt x="2609" y="1083"/>
                    <a:pt x="2607" y="1105"/>
                  </a:cubicBezTo>
                  <a:cubicBezTo>
                    <a:pt x="2497" y="1105"/>
                    <a:pt x="2497" y="1105"/>
                    <a:pt x="2497" y="1105"/>
                  </a:cubicBezTo>
                  <a:cubicBezTo>
                    <a:pt x="2591" y="660"/>
                    <a:pt x="2591" y="660"/>
                    <a:pt x="2591" y="660"/>
                  </a:cubicBezTo>
                  <a:cubicBezTo>
                    <a:pt x="2276" y="660"/>
                    <a:pt x="2276" y="660"/>
                    <a:pt x="2276" y="660"/>
                  </a:cubicBezTo>
                  <a:cubicBezTo>
                    <a:pt x="1993" y="1105"/>
                    <a:pt x="1993" y="1105"/>
                    <a:pt x="1993" y="1105"/>
                  </a:cubicBezTo>
                  <a:cubicBezTo>
                    <a:pt x="1973" y="1105"/>
                    <a:pt x="1973" y="1105"/>
                    <a:pt x="1973" y="1105"/>
                  </a:cubicBezTo>
                  <a:cubicBezTo>
                    <a:pt x="1973" y="28"/>
                    <a:pt x="1973" y="28"/>
                    <a:pt x="1973" y="28"/>
                  </a:cubicBezTo>
                  <a:cubicBezTo>
                    <a:pt x="2718" y="28"/>
                    <a:pt x="2718" y="28"/>
                    <a:pt x="2718" y="28"/>
                  </a:cubicBezTo>
                  <a:lnTo>
                    <a:pt x="2718" y="672"/>
                  </a:lnTo>
                  <a:close/>
                  <a:moveTo>
                    <a:pt x="2302" y="1105"/>
                  </a:moveTo>
                  <a:cubicBezTo>
                    <a:pt x="2190" y="1105"/>
                    <a:pt x="2190" y="1105"/>
                    <a:pt x="2190" y="1105"/>
                  </a:cubicBezTo>
                  <a:cubicBezTo>
                    <a:pt x="2360" y="838"/>
                    <a:pt x="2360" y="838"/>
                    <a:pt x="2360" y="838"/>
                  </a:cubicBezTo>
                  <a:lnTo>
                    <a:pt x="2302" y="1105"/>
                  </a:lnTo>
                  <a:close/>
                  <a:moveTo>
                    <a:pt x="1850" y="659"/>
                  </a:moveTo>
                  <a:cubicBezTo>
                    <a:pt x="1663" y="659"/>
                    <a:pt x="1663" y="659"/>
                    <a:pt x="1663" y="659"/>
                  </a:cubicBezTo>
                  <a:cubicBezTo>
                    <a:pt x="1535" y="1105"/>
                    <a:pt x="1535" y="1105"/>
                    <a:pt x="1535" y="1105"/>
                  </a:cubicBezTo>
                  <a:cubicBezTo>
                    <a:pt x="1337" y="1105"/>
                    <a:pt x="1337" y="1105"/>
                    <a:pt x="1337" y="1105"/>
                  </a:cubicBezTo>
                  <a:cubicBezTo>
                    <a:pt x="1438" y="1068"/>
                    <a:pt x="1499" y="996"/>
                    <a:pt x="1518" y="890"/>
                  </a:cubicBezTo>
                  <a:cubicBezTo>
                    <a:pt x="1534" y="809"/>
                    <a:pt x="1527" y="755"/>
                    <a:pt x="1493" y="714"/>
                  </a:cubicBezTo>
                  <a:cubicBezTo>
                    <a:pt x="1443" y="654"/>
                    <a:pt x="1342" y="659"/>
                    <a:pt x="1253" y="659"/>
                  </a:cubicBezTo>
                  <a:cubicBezTo>
                    <a:pt x="1237" y="659"/>
                    <a:pt x="1105" y="659"/>
                    <a:pt x="1105" y="659"/>
                  </a:cubicBezTo>
                  <a:cubicBezTo>
                    <a:pt x="1105" y="28"/>
                    <a:pt x="1105" y="28"/>
                    <a:pt x="1105" y="28"/>
                  </a:cubicBezTo>
                  <a:cubicBezTo>
                    <a:pt x="1850" y="28"/>
                    <a:pt x="1850" y="28"/>
                    <a:pt x="1850" y="28"/>
                  </a:cubicBezTo>
                  <a:lnTo>
                    <a:pt x="1850" y="659"/>
                  </a:lnTo>
                  <a:close/>
                  <a:moveTo>
                    <a:pt x="1730" y="1105"/>
                  </a:moveTo>
                  <a:cubicBezTo>
                    <a:pt x="1809" y="826"/>
                    <a:pt x="1809" y="826"/>
                    <a:pt x="1809" y="826"/>
                  </a:cubicBezTo>
                  <a:cubicBezTo>
                    <a:pt x="1812" y="1105"/>
                    <a:pt x="1812" y="1105"/>
                    <a:pt x="1812" y="1105"/>
                  </a:cubicBezTo>
                  <a:lnTo>
                    <a:pt x="1730" y="1105"/>
                  </a:lnTo>
                  <a:close/>
                  <a:moveTo>
                    <a:pt x="1188" y="999"/>
                  </a:moveTo>
                  <a:cubicBezTo>
                    <a:pt x="1187" y="999"/>
                    <a:pt x="1187" y="999"/>
                    <a:pt x="1187" y="999"/>
                  </a:cubicBezTo>
                  <a:cubicBezTo>
                    <a:pt x="1180" y="999"/>
                    <a:pt x="1173" y="1000"/>
                    <a:pt x="1165" y="1000"/>
                  </a:cubicBezTo>
                  <a:cubicBezTo>
                    <a:pt x="1154" y="1000"/>
                    <a:pt x="1145" y="1000"/>
                    <a:pt x="1137" y="1000"/>
                  </a:cubicBezTo>
                  <a:cubicBezTo>
                    <a:pt x="1089" y="1000"/>
                    <a:pt x="1089" y="1000"/>
                    <a:pt x="1089" y="1000"/>
                  </a:cubicBezTo>
                  <a:cubicBezTo>
                    <a:pt x="1111" y="918"/>
                    <a:pt x="1111" y="918"/>
                    <a:pt x="1111" y="918"/>
                  </a:cubicBezTo>
                  <a:cubicBezTo>
                    <a:pt x="1122" y="878"/>
                    <a:pt x="1122" y="878"/>
                    <a:pt x="1122" y="878"/>
                  </a:cubicBezTo>
                  <a:cubicBezTo>
                    <a:pt x="1147" y="783"/>
                    <a:pt x="1147" y="783"/>
                    <a:pt x="1147" y="783"/>
                  </a:cubicBezTo>
                  <a:cubicBezTo>
                    <a:pt x="1158" y="783"/>
                    <a:pt x="1169" y="782"/>
                    <a:pt x="1179" y="782"/>
                  </a:cubicBezTo>
                  <a:cubicBezTo>
                    <a:pt x="1216" y="782"/>
                    <a:pt x="1216" y="782"/>
                    <a:pt x="1216" y="782"/>
                  </a:cubicBezTo>
                  <a:cubicBezTo>
                    <a:pt x="1279" y="782"/>
                    <a:pt x="1319" y="786"/>
                    <a:pt x="1334" y="806"/>
                  </a:cubicBezTo>
                  <a:cubicBezTo>
                    <a:pt x="1345" y="822"/>
                    <a:pt x="1343" y="848"/>
                    <a:pt x="1330" y="888"/>
                  </a:cubicBezTo>
                  <a:cubicBezTo>
                    <a:pt x="1308" y="957"/>
                    <a:pt x="1279" y="992"/>
                    <a:pt x="1188" y="999"/>
                  </a:cubicBezTo>
                  <a:moveTo>
                    <a:pt x="980" y="699"/>
                  </a:moveTo>
                  <a:cubicBezTo>
                    <a:pt x="969" y="737"/>
                    <a:pt x="969" y="737"/>
                    <a:pt x="969" y="737"/>
                  </a:cubicBezTo>
                  <a:cubicBezTo>
                    <a:pt x="862" y="1092"/>
                    <a:pt x="862" y="1092"/>
                    <a:pt x="862" y="1092"/>
                  </a:cubicBezTo>
                  <a:cubicBezTo>
                    <a:pt x="858" y="1105"/>
                    <a:pt x="858" y="1105"/>
                    <a:pt x="858" y="1105"/>
                  </a:cubicBezTo>
                  <a:cubicBezTo>
                    <a:pt x="507" y="1105"/>
                    <a:pt x="507" y="1105"/>
                    <a:pt x="507" y="1105"/>
                  </a:cubicBezTo>
                  <a:cubicBezTo>
                    <a:pt x="479" y="1047"/>
                    <a:pt x="479" y="1047"/>
                    <a:pt x="479" y="1047"/>
                  </a:cubicBezTo>
                  <a:cubicBezTo>
                    <a:pt x="858" y="660"/>
                    <a:pt x="858" y="660"/>
                    <a:pt x="858" y="660"/>
                  </a:cubicBezTo>
                  <a:cubicBezTo>
                    <a:pt x="615" y="660"/>
                    <a:pt x="615" y="660"/>
                    <a:pt x="615" y="660"/>
                  </a:cubicBezTo>
                  <a:cubicBezTo>
                    <a:pt x="319" y="979"/>
                    <a:pt x="319" y="979"/>
                    <a:pt x="319" y="979"/>
                  </a:cubicBezTo>
                  <a:cubicBezTo>
                    <a:pt x="415" y="660"/>
                    <a:pt x="415" y="660"/>
                    <a:pt x="415" y="660"/>
                  </a:cubicBezTo>
                  <a:cubicBezTo>
                    <a:pt x="235" y="660"/>
                    <a:pt x="235" y="660"/>
                    <a:pt x="235" y="660"/>
                  </a:cubicBezTo>
                  <a:cubicBezTo>
                    <a:pt x="235" y="28"/>
                    <a:pt x="235" y="28"/>
                    <a:pt x="235" y="28"/>
                  </a:cubicBezTo>
                  <a:cubicBezTo>
                    <a:pt x="980" y="28"/>
                    <a:pt x="980" y="28"/>
                    <a:pt x="980" y="28"/>
                  </a:cubicBezTo>
                  <a:lnTo>
                    <a:pt x="980" y="699"/>
                  </a:lnTo>
                  <a:close/>
                  <a:moveTo>
                    <a:pt x="281" y="1105"/>
                  </a:moveTo>
                  <a:cubicBezTo>
                    <a:pt x="282" y="1101"/>
                    <a:pt x="282" y="1101"/>
                    <a:pt x="282" y="1101"/>
                  </a:cubicBezTo>
                  <a:cubicBezTo>
                    <a:pt x="285" y="1105"/>
                    <a:pt x="285" y="1105"/>
                    <a:pt x="285" y="1105"/>
                  </a:cubicBezTo>
                  <a:lnTo>
                    <a:pt x="281" y="1105"/>
                  </a:lnTo>
                  <a:close/>
                  <a:moveTo>
                    <a:pt x="2814" y="0"/>
                  </a:moveTo>
                  <a:cubicBezTo>
                    <a:pt x="2814" y="724"/>
                    <a:pt x="2814" y="724"/>
                    <a:pt x="2814" y="724"/>
                  </a:cubicBezTo>
                  <a:cubicBezTo>
                    <a:pt x="2789" y="744"/>
                    <a:pt x="2767" y="765"/>
                    <a:pt x="2747" y="788"/>
                  </a:cubicBezTo>
                  <a:cubicBezTo>
                    <a:pt x="2747" y="0"/>
                    <a:pt x="2747" y="0"/>
                    <a:pt x="2747" y="0"/>
                  </a:cubicBezTo>
                  <a:cubicBezTo>
                    <a:pt x="1945" y="0"/>
                    <a:pt x="1945" y="0"/>
                    <a:pt x="1945" y="0"/>
                  </a:cubicBezTo>
                  <a:cubicBezTo>
                    <a:pt x="1945" y="659"/>
                    <a:pt x="1945" y="659"/>
                    <a:pt x="1945" y="659"/>
                  </a:cubicBezTo>
                  <a:cubicBezTo>
                    <a:pt x="1878" y="659"/>
                    <a:pt x="1878" y="659"/>
                    <a:pt x="1878" y="659"/>
                  </a:cubicBezTo>
                  <a:cubicBezTo>
                    <a:pt x="1878" y="0"/>
                    <a:pt x="1878" y="0"/>
                    <a:pt x="1878" y="0"/>
                  </a:cubicBezTo>
                  <a:cubicBezTo>
                    <a:pt x="1076" y="0"/>
                    <a:pt x="1076" y="0"/>
                    <a:pt x="1076" y="0"/>
                  </a:cubicBezTo>
                  <a:cubicBezTo>
                    <a:pt x="1076" y="660"/>
                    <a:pt x="1076" y="660"/>
                    <a:pt x="1076" y="660"/>
                  </a:cubicBezTo>
                  <a:cubicBezTo>
                    <a:pt x="1009" y="660"/>
                    <a:pt x="1009" y="660"/>
                    <a:pt x="1009" y="660"/>
                  </a:cubicBezTo>
                  <a:cubicBezTo>
                    <a:pt x="1009" y="0"/>
                    <a:pt x="1009" y="0"/>
                    <a:pt x="1009" y="0"/>
                  </a:cubicBezTo>
                  <a:cubicBezTo>
                    <a:pt x="207" y="0"/>
                    <a:pt x="207" y="0"/>
                    <a:pt x="207" y="0"/>
                  </a:cubicBezTo>
                  <a:cubicBezTo>
                    <a:pt x="207" y="753"/>
                    <a:pt x="207" y="753"/>
                    <a:pt x="207" y="753"/>
                  </a:cubicBezTo>
                  <a:cubicBezTo>
                    <a:pt x="2" y="1435"/>
                    <a:pt x="2" y="1435"/>
                    <a:pt x="2" y="1435"/>
                  </a:cubicBezTo>
                  <a:cubicBezTo>
                    <a:pt x="182" y="1435"/>
                    <a:pt x="182" y="1435"/>
                    <a:pt x="182" y="1435"/>
                  </a:cubicBezTo>
                  <a:cubicBezTo>
                    <a:pt x="273" y="1133"/>
                    <a:pt x="273" y="1133"/>
                    <a:pt x="273" y="1133"/>
                  </a:cubicBezTo>
                  <a:cubicBezTo>
                    <a:pt x="299" y="1133"/>
                    <a:pt x="299" y="1133"/>
                    <a:pt x="299" y="1133"/>
                  </a:cubicBezTo>
                  <a:cubicBezTo>
                    <a:pt x="448" y="1435"/>
                    <a:pt x="448" y="1435"/>
                    <a:pt x="448" y="1435"/>
                  </a:cubicBezTo>
                  <a:cubicBezTo>
                    <a:pt x="665" y="1435"/>
                    <a:pt x="665" y="1435"/>
                    <a:pt x="665" y="1435"/>
                  </a:cubicBezTo>
                  <a:cubicBezTo>
                    <a:pt x="520" y="1133"/>
                    <a:pt x="520" y="1133"/>
                    <a:pt x="520" y="1133"/>
                  </a:cubicBezTo>
                  <a:cubicBezTo>
                    <a:pt x="849" y="1133"/>
                    <a:pt x="849" y="1133"/>
                    <a:pt x="849" y="1133"/>
                  </a:cubicBezTo>
                  <a:cubicBezTo>
                    <a:pt x="758" y="1435"/>
                    <a:pt x="758" y="1435"/>
                    <a:pt x="758" y="1435"/>
                  </a:cubicBezTo>
                  <a:cubicBezTo>
                    <a:pt x="955" y="1435"/>
                    <a:pt x="955" y="1435"/>
                    <a:pt x="955" y="1435"/>
                  </a:cubicBezTo>
                  <a:cubicBezTo>
                    <a:pt x="1045" y="1134"/>
                    <a:pt x="1045" y="1134"/>
                    <a:pt x="1045" y="1134"/>
                  </a:cubicBezTo>
                  <a:cubicBezTo>
                    <a:pt x="1088" y="1134"/>
                    <a:pt x="1088" y="1134"/>
                    <a:pt x="1088" y="1134"/>
                  </a:cubicBezTo>
                  <a:cubicBezTo>
                    <a:pt x="1088" y="1133"/>
                    <a:pt x="1088" y="1133"/>
                    <a:pt x="1088" y="1133"/>
                  </a:cubicBezTo>
                  <a:cubicBezTo>
                    <a:pt x="1150" y="1133"/>
                    <a:pt x="1150" y="1133"/>
                    <a:pt x="1150" y="1133"/>
                  </a:cubicBezTo>
                  <a:cubicBezTo>
                    <a:pt x="1155" y="1133"/>
                    <a:pt x="1155" y="1133"/>
                    <a:pt x="1155" y="1133"/>
                  </a:cubicBezTo>
                  <a:cubicBezTo>
                    <a:pt x="1527" y="1133"/>
                    <a:pt x="1527" y="1133"/>
                    <a:pt x="1527" y="1133"/>
                  </a:cubicBezTo>
                  <a:cubicBezTo>
                    <a:pt x="1440" y="1434"/>
                    <a:pt x="1440" y="1434"/>
                    <a:pt x="1440" y="1434"/>
                  </a:cubicBezTo>
                  <a:cubicBezTo>
                    <a:pt x="1638" y="1434"/>
                    <a:pt x="1638" y="1434"/>
                    <a:pt x="1638" y="1434"/>
                  </a:cubicBezTo>
                  <a:cubicBezTo>
                    <a:pt x="1722" y="1133"/>
                    <a:pt x="1722" y="1133"/>
                    <a:pt x="1722" y="1133"/>
                  </a:cubicBezTo>
                  <a:cubicBezTo>
                    <a:pt x="1812" y="1133"/>
                    <a:pt x="1812" y="1133"/>
                    <a:pt x="1812" y="1133"/>
                  </a:cubicBezTo>
                  <a:cubicBezTo>
                    <a:pt x="1814" y="1434"/>
                    <a:pt x="1814" y="1434"/>
                    <a:pt x="1814" y="1434"/>
                  </a:cubicBezTo>
                  <a:cubicBezTo>
                    <a:pt x="1980" y="1434"/>
                    <a:pt x="1980" y="1434"/>
                    <a:pt x="1980" y="1434"/>
                  </a:cubicBezTo>
                  <a:cubicBezTo>
                    <a:pt x="2171" y="1133"/>
                    <a:pt x="2171" y="1133"/>
                    <a:pt x="2171" y="1133"/>
                  </a:cubicBezTo>
                  <a:cubicBezTo>
                    <a:pt x="2296" y="1133"/>
                    <a:pt x="2296" y="1133"/>
                    <a:pt x="2296" y="1133"/>
                  </a:cubicBezTo>
                  <a:cubicBezTo>
                    <a:pt x="2232" y="1434"/>
                    <a:pt x="2232" y="1434"/>
                    <a:pt x="2232" y="1434"/>
                  </a:cubicBezTo>
                  <a:cubicBezTo>
                    <a:pt x="2427" y="1434"/>
                    <a:pt x="2427" y="1434"/>
                    <a:pt x="2427" y="1434"/>
                  </a:cubicBezTo>
                  <a:cubicBezTo>
                    <a:pt x="2491" y="1133"/>
                    <a:pt x="2491" y="1133"/>
                    <a:pt x="2491" y="1133"/>
                  </a:cubicBezTo>
                  <a:cubicBezTo>
                    <a:pt x="2604" y="1133"/>
                    <a:pt x="2604" y="1133"/>
                    <a:pt x="2604" y="1133"/>
                  </a:cubicBezTo>
                  <a:cubicBezTo>
                    <a:pt x="2599" y="1226"/>
                    <a:pt x="2623" y="1311"/>
                    <a:pt x="2685" y="1368"/>
                  </a:cubicBezTo>
                  <a:cubicBezTo>
                    <a:pt x="2761" y="1438"/>
                    <a:pt x="2877" y="1451"/>
                    <a:pt x="2963" y="1451"/>
                  </a:cubicBezTo>
                  <a:cubicBezTo>
                    <a:pt x="3081" y="1451"/>
                    <a:pt x="3203" y="1434"/>
                    <a:pt x="3326" y="1407"/>
                  </a:cubicBezTo>
                  <a:cubicBezTo>
                    <a:pt x="3394" y="1133"/>
                    <a:pt x="3394" y="1133"/>
                    <a:pt x="3394" y="1133"/>
                  </a:cubicBezTo>
                  <a:cubicBezTo>
                    <a:pt x="3617" y="1133"/>
                    <a:pt x="3617" y="1133"/>
                    <a:pt x="3617" y="1133"/>
                  </a:cubicBezTo>
                  <a:cubicBezTo>
                    <a:pt x="3617" y="0"/>
                    <a:pt x="3617" y="0"/>
                    <a:pt x="3617" y="0"/>
                  </a:cubicBezTo>
                  <a:lnTo>
                    <a:pt x="2814" y="0"/>
                  </a:lnTo>
                  <a:close/>
                  <a:moveTo>
                    <a:pt x="351" y="1894"/>
                  </a:moveTo>
                  <a:cubicBezTo>
                    <a:pt x="321" y="2038"/>
                    <a:pt x="321" y="2038"/>
                    <a:pt x="321" y="2038"/>
                  </a:cubicBezTo>
                  <a:cubicBezTo>
                    <a:pt x="316" y="2060"/>
                    <a:pt x="309" y="2092"/>
                    <a:pt x="348" y="2092"/>
                  </a:cubicBezTo>
                  <a:cubicBezTo>
                    <a:pt x="393" y="2092"/>
                    <a:pt x="400" y="2058"/>
                    <a:pt x="409" y="2016"/>
                  </a:cubicBezTo>
                  <a:cubicBezTo>
                    <a:pt x="435" y="1894"/>
                    <a:pt x="435" y="1894"/>
                    <a:pt x="435" y="1894"/>
                  </a:cubicBezTo>
                  <a:cubicBezTo>
                    <a:pt x="508" y="1894"/>
                    <a:pt x="508" y="1894"/>
                    <a:pt x="508" y="1894"/>
                  </a:cubicBezTo>
                  <a:cubicBezTo>
                    <a:pt x="474" y="2053"/>
                    <a:pt x="474" y="2053"/>
                    <a:pt x="474" y="2053"/>
                  </a:cubicBezTo>
                  <a:cubicBezTo>
                    <a:pt x="464" y="2106"/>
                    <a:pt x="463" y="2112"/>
                    <a:pt x="462" y="2118"/>
                  </a:cubicBezTo>
                  <a:cubicBezTo>
                    <a:pt x="461" y="2125"/>
                    <a:pt x="460" y="2130"/>
                    <a:pt x="460" y="2136"/>
                  </a:cubicBezTo>
                  <a:cubicBezTo>
                    <a:pt x="391" y="2136"/>
                    <a:pt x="391" y="2136"/>
                    <a:pt x="391" y="2136"/>
                  </a:cubicBezTo>
                  <a:cubicBezTo>
                    <a:pt x="395" y="2104"/>
                    <a:pt x="395" y="2104"/>
                    <a:pt x="395" y="2104"/>
                  </a:cubicBezTo>
                  <a:cubicBezTo>
                    <a:pt x="386" y="2115"/>
                    <a:pt x="362" y="2143"/>
                    <a:pt x="315" y="2143"/>
                  </a:cubicBezTo>
                  <a:cubicBezTo>
                    <a:pt x="283" y="2143"/>
                    <a:pt x="259" y="2128"/>
                    <a:pt x="250" y="2110"/>
                  </a:cubicBezTo>
                  <a:cubicBezTo>
                    <a:pt x="238" y="2090"/>
                    <a:pt x="245" y="2056"/>
                    <a:pt x="248" y="2045"/>
                  </a:cubicBezTo>
                  <a:cubicBezTo>
                    <a:pt x="279" y="1894"/>
                    <a:pt x="279" y="1894"/>
                    <a:pt x="279" y="1894"/>
                  </a:cubicBezTo>
                  <a:lnTo>
                    <a:pt x="351" y="1894"/>
                  </a:lnTo>
                  <a:close/>
                  <a:moveTo>
                    <a:pt x="812" y="1942"/>
                  </a:moveTo>
                  <a:cubicBezTo>
                    <a:pt x="870" y="1942"/>
                    <a:pt x="870" y="1942"/>
                    <a:pt x="870" y="1942"/>
                  </a:cubicBezTo>
                  <a:cubicBezTo>
                    <a:pt x="880" y="1895"/>
                    <a:pt x="880" y="1895"/>
                    <a:pt x="880" y="1895"/>
                  </a:cubicBezTo>
                  <a:cubicBezTo>
                    <a:pt x="822" y="1895"/>
                    <a:pt x="822" y="1895"/>
                    <a:pt x="822" y="1895"/>
                  </a:cubicBezTo>
                  <a:cubicBezTo>
                    <a:pt x="838" y="1822"/>
                    <a:pt x="838" y="1822"/>
                    <a:pt x="838" y="1822"/>
                  </a:cubicBezTo>
                  <a:cubicBezTo>
                    <a:pt x="762" y="1848"/>
                    <a:pt x="762" y="1848"/>
                    <a:pt x="762" y="1848"/>
                  </a:cubicBezTo>
                  <a:cubicBezTo>
                    <a:pt x="752" y="1895"/>
                    <a:pt x="752" y="1895"/>
                    <a:pt x="752" y="1895"/>
                  </a:cubicBezTo>
                  <a:cubicBezTo>
                    <a:pt x="654" y="1895"/>
                    <a:pt x="654" y="1895"/>
                    <a:pt x="654" y="1895"/>
                  </a:cubicBezTo>
                  <a:cubicBezTo>
                    <a:pt x="670" y="1822"/>
                    <a:pt x="670" y="1822"/>
                    <a:pt x="670" y="1822"/>
                  </a:cubicBezTo>
                  <a:cubicBezTo>
                    <a:pt x="594" y="1848"/>
                    <a:pt x="594" y="1848"/>
                    <a:pt x="594" y="1848"/>
                  </a:cubicBezTo>
                  <a:cubicBezTo>
                    <a:pt x="584" y="1895"/>
                    <a:pt x="584" y="1895"/>
                    <a:pt x="584" y="1895"/>
                  </a:cubicBezTo>
                  <a:cubicBezTo>
                    <a:pt x="537" y="1895"/>
                    <a:pt x="537" y="1895"/>
                    <a:pt x="537" y="1895"/>
                  </a:cubicBezTo>
                  <a:cubicBezTo>
                    <a:pt x="527" y="1942"/>
                    <a:pt x="527" y="1942"/>
                    <a:pt x="527" y="1942"/>
                  </a:cubicBezTo>
                  <a:cubicBezTo>
                    <a:pt x="574" y="1942"/>
                    <a:pt x="574" y="1942"/>
                    <a:pt x="574" y="1942"/>
                  </a:cubicBezTo>
                  <a:cubicBezTo>
                    <a:pt x="545" y="2075"/>
                    <a:pt x="545" y="2075"/>
                    <a:pt x="545" y="2075"/>
                  </a:cubicBezTo>
                  <a:cubicBezTo>
                    <a:pt x="541" y="2095"/>
                    <a:pt x="531" y="2141"/>
                    <a:pt x="603" y="2141"/>
                  </a:cubicBezTo>
                  <a:cubicBezTo>
                    <a:pt x="615" y="2141"/>
                    <a:pt x="636" y="2139"/>
                    <a:pt x="660" y="2133"/>
                  </a:cubicBezTo>
                  <a:cubicBezTo>
                    <a:pt x="670" y="2086"/>
                    <a:pt x="670" y="2086"/>
                    <a:pt x="670" y="2086"/>
                  </a:cubicBezTo>
                  <a:cubicBezTo>
                    <a:pt x="661" y="2087"/>
                    <a:pt x="656" y="2088"/>
                    <a:pt x="645" y="2088"/>
                  </a:cubicBezTo>
                  <a:cubicBezTo>
                    <a:pt x="614" y="2088"/>
                    <a:pt x="617" y="2074"/>
                    <a:pt x="621" y="2052"/>
                  </a:cubicBezTo>
                  <a:cubicBezTo>
                    <a:pt x="645" y="1942"/>
                    <a:pt x="645" y="1942"/>
                    <a:pt x="645" y="1942"/>
                  </a:cubicBezTo>
                  <a:cubicBezTo>
                    <a:pt x="741" y="1942"/>
                    <a:pt x="741" y="1942"/>
                    <a:pt x="741" y="1942"/>
                  </a:cubicBezTo>
                  <a:cubicBezTo>
                    <a:pt x="713" y="2075"/>
                    <a:pt x="713" y="2075"/>
                    <a:pt x="713" y="2075"/>
                  </a:cubicBezTo>
                  <a:cubicBezTo>
                    <a:pt x="709" y="2095"/>
                    <a:pt x="699" y="2141"/>
                    <a:pt x="771" y="2141"/>
                  </a:cubicBezTo>
                  <a:cubicBezTo>
                    <a:pt x="782" y="2141"/>
                    <a:pt x="804" y="2139"/>
                    <a:pt x="828" y="2133"/>
                  </a:cubicBezTo>
                  <a:cubicBezTo>
                    <a:pt x="838" y="2086"/>
                    <a:pt x="838" y="2086"/>
                    <a:pt x="838" y="2086"/>
                  </a:cubicBezTo>
                  <a:cubicBezTo>
                    <a:pt x="829" y="2087"/>
                    <a:pt x="824" y="2088"/>
                    <a:pt x="813" y="2088"/>
                  </a:cubicBezTo>
                  <a:cubicBezTo>
                    <a:pt x="781" y="2088"/>
                    <a:pt x="785" y="2074"/>
                    <a:pt x="788" y="2052"/>
                  </a:cubicBezTo>
                  <a:lnTo>
                    <a:pt x="812" y="1942"/>
                  </a:lnTo>
                  <a:close/>
                  <a:moveTo>
                    <a:pt x="916" y="1893"/>
                  </a:moveTo>
                  <a:cubicBezTo>
                    <a:pt x="987" y="1893"/>
                    <a:pt x="987" y="1893"/>
                    <a:pt x="987" y="1893"/>
                  </a:cubicBezTo>
                  <a:cubicBezTo>
                    <a:pt x="935" y="2136"/>
                    <a:pt x="935" y="2136"/>
                    <a:pt x="935" y="2136"/>
                  </a:cubicBezTo>
                  <a:cubicBezTo>
                    <a:pt x="864" y="2136"/>
                    <a:pt x="864" y="2136"/>
                    <a:pt x="864" y="2136"/>
                  </a:cubicBezTo>
                  <a:lnTo>
                    <a:pt x="916" y="1893"/>
                  </a:lnTo>
                  <a:close/>
                  <a:moveTo>
                    <a:pt x="935" y="1790"/>
                  </a:moveTo>
                  <a:cubicBezTo>
                    <a:pt x="1011" y="1790"/>
                    <a:pt x="1011" y="1790"/>
                    <a:pt x="1011" y="1790"/>
                  </a:cubicBezTo>
                  <a:cubicBezTo>
                    <a:pt x="998" y="1851"/>
                    <a:pt x="998" y="1851"/>
                    <a:pt x="998" y="1851"/>
                  </a:cubicBezTo>
                  <a:cubicBezTo>
                    <a:pt x="922" y="1851"/>
                    <a:pt x="922" y="1851"/>
                    <a:pt x="922" y="1851"/>
                  </a:cubicBezTo>
                  <a:lnTo>
                    <a:pt x="935" y="1790"/>
                  </a:lnTo>
                  <a:close/>
                  <a:moveTo>
                    <a:pt x="1034" y="1937"/>
                  </a:moveTo>
                  <a:cubicBezTo>
                    <a:pt x="1034" y="1936"/>
                    <a:pt x="1040" y="1909"/>
                    <a:pt x="1042" y="1893"/>
                  </a:cubicBezTo>
                  <a:cubicBezTo>
                    <a:pt x="1110" y="1893"/>
                    <a:pt x="1110" y="1893"/>
                    <a:pt x="1110" y="1893"/>
                  </a:cubicBezTo>
                  <a:cubicBezTo>
                    <a:pt x="1104" y="1929"/>
                    <a:pt x="1104" y="1929"/>
                    <a:pt x="1104" y="1929"/>
                  </a:cubicBezTo>
                  <a:cubicBezTo>
                    <a:pt x="1113" y="1918"/>
                    <a:pt x="1139" y="1887"/>
                    <a:pt x="1192" y="1887"/>
                  </a:cubicBezTo>
                  <a:cubicBezTo>
                    <a:pt x="1239" y="1887"/>
                    <a:pt x="1254" y="1916"/>
                    <a:pt x="1256" y="1933"/>
                  </a:cubicBezTo>
                  <a:cubicBezTo>
                    <a:pt x="1259" y="1948"/>
                    <a:pt x="1257" y="1960"/>
                    <a:pt x="1248" y="2005"/>
                  </a:cubicBezTo>
                  <a:cubicBezTo>
                    <a:pt x="1220" y="2136"/>
                    <a:pt x="1220" y="2136"/>
                    <a:pt x="1220" y="2136"/>
                  </a:cubicBezTo>
                  <a:cubicBezTo>
                    <a:pt x="1147" y="2136"/>
                    <a:pt x="1147" y="2136"/>
                    <a:pt x="1147" y="2136"/>
                  </a:cubicBezTo>
                  <a:cubicBezTo>
                    <a:pt x="1179" y="1985"/>
                    <a:pt x="1179" y="1985"/>
                    <a:pt x="1179" y="1985"/>
                  </a:cubicBezTo>
                  <a:cubicBezTo>
                    <a:pt x="1181" y="1975"/>
                    <a:pt x="1183" y="1967"/>
                    <a:pt x="1181" y="1959"/>
                  </a:cubicBezTo>
                  <a:cubicBezTo>
                    <a:pt x="1178" y="1949"/>
                    <a:pt x="1169" y="1938"/>
                    <a:pt x="1151" y="1938"/>
                  </a:cubicBezTo>
                  <a:cubicBezTo>
                    <a:pt x="1136" y="1938"/>
                    <a:pt x="1120" y="1946"/>
                    <a:pt x="1110" y="1957"/>
                  </a:cubicBezTo>
                  <a:cubicBezTo>
                    <a:pt x="1104" y="1963"/>
                    <a:pt x="1097" y="1975"/>
                    <a:pt x="1093" y="1994"/>
                  </a:cubicBezTo>
                  <a:cubicBezTo>
                    <a:pt x="1063" y="2136"/>
                    <a:pt x="1063" y="2136"/>
                    <a:pt x="1063" y="2136"/>
                  </a:cubicBezTo>
                  <a:cubicBezTo>
                    <a:pt x="992" y="2136"/>
                    <a:pt x="992" y="2136"/>
                    <a:pt x="992" y="2136"/>
                  </a:cubicBezTo>
                  <a:lnTo>
                    <a:pt x="1034" y="1937"/>
                  </a:lnTo>
                  <a:close/>
                  <a:moveTo>
                    <a:pt x="1558" y="1895"/>
                  </a:moveTo>
                  <a:cubicBezTo>
                    <a:pt x="1552" y="1914"/>
                    <a:pt x="1547" y="1930"/>
                    <a:pt x="1542" y="1955"/>
                  </a:cubicBezTo>
                  <a:cubicBezTo>
                    <a:pt x="1504" y="2134"/>
                    <a:pt x="1504" y="2134"/>
                    <a:pt x="1504" y="2134"/>
                  </a:cubicBezTo>
                  <a:cubicBezTo>
                    <a:pt x="1486" y="2223"/>
                    <a:pt x="1409" y="2232"/>
                    <a:pt x="1363" y="2232"/>
                  </a:cubicBezTo>
                  <a:cubicBezTo>
                    <a:pt x="1328" y="2232"/>
                    <a:pt x="1261" y="2228"/>
                    <a:pt x="1272" y="2154"/>
                  </a:cubicBezTo>
                  <a:cubicBezTo>
                    <a:pt x="1340" y="2154"/>
                    <a:pt x="1340" y="2154"/>
                    <a:pt x="1340" y="2154"/>
                  </a:cubicBezTo>
                  <a:cubicBezTo>
                    <a:pt x="1340" y="2158"/>
                    <a:pt x="1339" y="2166"/>
                    <a:pt x="1344" y="2174"/>
                  </a:cubicBezTo>
                  <a:cubicBezTo>
                    <a:pt x="1348" y="2181"/>
                    <a:pt x="1357" y="2188"/>
                    <a:pt x="1375" y="2188"/>
                  </a:cubicBezTo>
                  <a:cubicBezTo>
                    <a:pt x="1397" y="2188"/>
                    <a:pt x="1417" y="2178"/>
                    <a:pt x="1427" y="2156"/>
                  </a:cubicBezTo>
                  <a:cubicBezTo>
                    <a:pt x="1432" y="2144"/>
                    <a:pt x="1434" y="2135"/>
                    <a:pt x="1442" y="2099"/>
                  </a:cubicBezTo>
                  <a:cubicBezTo>
                    <a:pt x="1413" y="2128"/>
                    <a:pt x="1387" y="2132"/>
                    <a:pt x="1370" y="2132"/>
                  </a:cubicBezTo>
                  <a:cubicBezTo>
                    <a:pt x="1300" y="2132"/>
                    <a:pt x="1280" y="2071"/>
                    <a:pt x="1293" y="2012"/>
                  </a:cubicBezTo>
                  <a:cubicBezTo>
                    <a:pt x="1306" y="1951"/>
                    <a:pt x="1352" y="1892"/>
                    <a:pt x="1422" y="1892"/>
                  </a:cubicBezTo>
                  <a:cubicBezTo>
                    <a:pt x="1466" y="1892"/>
                    <a:pt x="1477" y="1916"/>
                    <a:pt x="1482" y="1927"/>
                  </a:cubicBezTo>
                  <a:cubicBezTo>
                    <a:pt x="1492" y="1895"/>
                    <a:pt x="1492" y="1895"/>
                    <a:pt x="1492" y="1895"/>
                  </a:cubicBezTo>
                  <a:lnTo>
                    <a:pt x="1558" y="1895"/>
                  </a:lnTo>
                  <a:close/>
                  <a:moveTo>
                    <a:pt x="1397" y="2083"/>
                  </a:moveTo>
                  <a:cubicBezTo>
                    <a:pt x="1447" y="2083"/>
                    <a:pt x="1459" y="2025"/>
                    <a:pt x="1461" y="2014"/>
                  </a:cubicBezTo>
                  <a:cubicBezTo>
                    <a:pt x="1467" y="1986"/>
                    <a:pt x="1472" y="1940"/>
                    <a:pt x="1428" y="1940"/>
                  </a:cubicBezTo>
                  <a:cubicBezTo>
                    <a:pt x="1401" y="1940"/>
                    <a:pt x="1375" y="1960"/>
                    <a:pt x="1364" y="2012"/>
                  </a:cubicBezTo>
                  <a:cubicBezTo>
                    <a:pt x="1362" y="2025"/>
                    <a:pt x="1349" y="2083"/>
                    <a:pt x="1397" y="2083"/>
                  </a:cubicBezTo>
                  <a:moveTo>
                    <a:pt x="1842" y="2133"/>
                  </a:moveTo>
                  <a:cubicBezTo>
                    <a:pt x="1818" y="2139"/>
                    <a:pt x="1797" y="2141"/>
                    <a:pt x="1786" y="2141"/>
                  </a:cubicBezTo>
                  <a:cubicBezTo>
                    <a:pt x="1714" y="2141"/>
                    <a:pt x="1723" y="2095"/>
                    <a:pt x="1728" y="2075"/>
                  </a:cubicBezTo>
                  <a:cubicBezTo>
                    <a:pt x="1756" y="1942"/>
                    <a:pt x="1756" y="1942"/>
                    <a:pt x="1756" y="1942"/>
                  </a:cubicBezTo>
                  <a:cubicBezTo>
                    <a:pt x="1710" y="1942"/>
                    <a:pt x="1710" y="1942"/>
                    <a:pt x="1710" y="1942"/>
                  </a:cubicBezTo>
                  <a:cubicBezTo>
                    <a:pt x="1719" y="1895"/>
                    <a:pt x="1719" y="1895"/>
                    <a:pt x="1719" y="1895"/>
                  </a:cubicBezTo>
                  <a:cubicBezTo>
                    <a:pt x="1766" y="1895"/>
                    <a:pt x="1766" y="1895"/>
                    <a:pt x="1766" y="1895"/>
                  </a:cubicBezTo>
                  <a:cubicBezTo>
                    <a:pt x="1776" y="1848"/>
                    <a:pt x="1776" y="1848"/>
                    <a:pt x="1776" y="1848"/>
                  </a:cubicBezTo>
                  <a:cubicBezTo>
                    <a:pt x="1852" y="1822"/>
                    <a:pt x="1852" y="1822"/>
                    <a:pt x="1852" y="1822"/>
                  </a:cubicBezTo>
                  <a:cubicBezTo>
                    <a:pt x="1837" y="1895"/>
                    <a:pt x="1837" y="1895"/>
                    <a:pt x="1837" y="1895"/>
                  </a:cubicBezTo>
                  <a:cubicBezTo>
                    <a:pt x="1895" y="1895"/>
                    <a:pt x="1895" y="1895"/>
                    <a:pt x="1895" y="1895"/>
                  </a:cubicBezTo>
                  <a:cubicBezTo>
                    <a:pt x="1884" y="1942"/>
                    <a:pt x="1884" y="1942"/>
                    <a:pt x="1884" y="1942"/>
                  </a:cubicBezTo>
                  <a:cubicBezTo>
                    <a:pt x="1827" y="1942"/>
                    <a:pt x="1827" y="1942"/>
                    <a:pt x="1827" y="1942"/>
                  </a:cubicBezTo>
                  <a:cubicBezTo>
                    <a:pt x="1803" y="2052"/>
                    <a:pt x="1803" y="2052"/>
                    <a:pt x="1803" y="2052"/>
                  </a:cubicBezTo>
                  <a:cubicBezTo>
                    <a:pt x="1799" y="2074"/>
                    <a:pt x="1796" y="2088"/>
                    <a:pt x="1828" y="2088"/>
                  </a:cubicBezTo>
                  <a:cubicBezTo>
                    <a:pt x="1838" y="2088"/>
                    <a:pt x="1844" y="2087"/>
                    <a:pt x="1852" y="2086"/>
                  </a:cubicBezTo>
                  <a:lnTo>
                    <a:pt x="1842" y="2133"/>
                  </a:lnTo>
                  <a:close/>
                  <a:moveTo>
                    <a:pt x="1954" y="1790"/>
                  </a:moveTo>
                  <a:cubicBezTo>
                    <a:pt x="2025" y="1790"/>
                    <a:pt x="2025" y="1790"/>
                    <a:pt x="2025" y="1790"/>
                  </a:cubicBezTo>
                  <a:cubicBezTo>
                    <a:pt x="1996" y="1927"/>
                    <a:pt x="1996" y="1927"/>
                    <a:pt x="1996" y="1927"/>
                  </a:cubicBezTo>
                  <a:cubicBezTo>
                    <a:pt x="2007" y="1915"/>
                    <a:pt x="2030" y="1890"/>
                    <a:pt x="2074" y="1890"/>
                  </a:cubicBezTo>
                  <a:cubicBezTo>
                    <a:pt x="2110" y="1890"/>
                    <a:pt x="2129" y="1908"/>
                    <a:pt x="2137" y="1923"/>
                  </a:cubicBezTo>
                  <a:cubicBezTo>
                    <a:pt x="2143" y="1935"/>
                    <a:pt x="2146" y="1957"/>
                    <a:pt x="2139" y="1989"/>
                  </a:cubicBezTo>
                  <a:cubicBezTo>
                    <a:pt x="2108" y="2136"/>
                    <a:pt x="2108" y="2136"/>
                    <a:pt x="2108" y="2136"/>
                  </a:cubicBezTo>
                  <a:cubicBezTo>
                    <a:pt x="2037" y="2136"/>
                    <a:pt x="2037" y="2136"/>
                    <a:pt x="2037" y="2136"/>
                  </a:cubicBezTo>
                  <a:cubicBezTo>
                    <a:pt x="2068" y="1991"/>
                    <a:pt x="2068" y="1991"/>
                    <a:pt x="2068" y="1991"/>
                  </a:cubicBezTo>
                  <a:cubicBezTo>
                    <a:pt x="2071" y="1977"/>
                    <a:pt x="2079" y="1938"/>
                    <a:pt x="2040" y="1938"/>
                  </a:cubicBezTo>
                  <a:cubicBezTo>
                    <a:pt x="2019" y="1938"/>
                    <a:pt x="1991" y="1950"/>
                    <a:pt x="1983" y="1988"/>
                  </a:cubicBezTo>
                  <a:cubicBezTo>
                    <a:pt x="1952" y="2136"/>
                    <a:pt x="1952" y="2136"/>
                    <a:pt x="1952" y="2136"/>
                  </a:cubicBezTo>
                  <a:cubicBezTo>
                    <a:pt x="1881" y="2136"/>
                    <a:pt x="1881" y="2136"/>
                    <a:pt x="1881" y="2136"/>
                  </a:cubicBezTo>
                  <a:lnTo>
                    <a:pt x="1954" y="1790"/>
                  </a:lnTo>
                  <a:close/>
                  <a:moveTo>
                    <a:pt x="2195" y="1953"/>
                  </a:moveTo>
                  <a:cubicBezTo>
                    <a:pt x="2197" y="1942"/>
                    <a:pt x="2203" y="1906"/>
                    <a:pt x="2205" y="1893"/>
                  </a:cubicBezTo>
                  <a:cubicBezTo>
                    <a:pt x="2271" y="1893"/>
                    <a:pt x="2271" y="1893"/>
                    <a:pt x="2271" y="1893"/>
                  </a:cubicBezTo>
                  <a:cubicBezTo>
                    <a:pt x="2263" y="1939"/>
                    <a:pt x="2263" y="1939"/>
                    <a:pt x="2263" y="1939"/>
                  </a:cubicBezTo>
                  <a:cubicBezTo>
                    <a:pt x="2276" y="1919"/>
                    <a:pt x="2298" y="1889"/>
                    <a:pt x="2356" y="1892"/>
                  </a:cubicBezTo>
                  <a:cubicBezTo>
                    <a:pt x="2342" y="1956"/>
                    <a:pt x="2342" y="1956"/>
                    <a:pt x="2342" y="1956"/>
                  </a:cubicBezTo>
                  <a:cubicBezTo>
                    <a:pt x="2271" y="1949"/>
                    <a:pt x="2259" y="1986"/>
                    <a:pt x="2253" y="2017"/>
                  </a:cubicBezTo>
                  <a:cubicBezTo>
                    <a:pt x="2227" y="2136"/>
                    <a:pt x="2227" y="2136"/>
                    <a:pt x="2227" y="2136"/>
                  </a:cubicBezTo>
                  <a:cubicBezTo>
                    <a:pt x="2156" y="2136"/>
                    <a:pt x="2156" y="2136"/>
                    <a:pt x="2156" y="2136"/>
                  </a:cubicBezTo>
                  <a:lnTo>
                    <a:pt x="2195" y="1953"/>
                  </a:lnTo>
                  <a:close/>
                  <a:moveTo>
                    <a:pt x="2503" y="1888"/>
                  </a:moveTo>
                  <a:cubicBezTo>
                    <a:pt x="2591" y="1888"/>
                    <a:pt x="2617" y="1948"/>
                    <a:pt x="2602" y="2015"/>
                  </a:cubicBezTo>
                  <a:cubicBezTo>
                    <a:pt x="2587" y="2083"/>
                    <a:pt x="2535" y="2145"/>
                    <a:pt x="2447" y="2145"/>
                  </a:cubicBezTo>
                  <a:cubicBezTo>
                    <a:pt x="2378" y="2145"/>
                    <a:pt x="2332" y="2102"/>
                    <a:pt x="2350" y="2017"/>
                  </a:cubicBezTo>
                  <a:cubicBezTo>
                    <a:pt x="2362" y="1959"/>
                    <a:pt x="2408" y="1888"/>
                    <a:pt x="2503" y="1888"/>
                  </a:cubicBezTo>
                  <a:moveTo>
                    <a:pt x="2460" y="2095"/>
                  </a:moveTo>
                  <a:cubicBezTo>
                    <a:pt x="2491" y="2095"/>
                    <a:pt x="2516" y="2077"/>
                    <a:pt x="2530" y="2012"/>
                  </a:cubicBezTo>
                  <a:cubicBezTo>
                    <a:pt x="2537" y="1980"/>
                    <a:pt x="2540" y="1935"/>
                    <a:pt x="2493" y="1935"/>
                  </a:cubicBezTo>
                  <a:cubicBezTo>
                    <a:pt x="2441" y="1935"/>
                    <a:pt x="2427" y="1995"/>
                    <a:pt x="2423" y="2018"/>
                  </a:cubicBezTo>
                  <a:cubicBezTo>
                    <a:pt x="2411" y="2072"/>
                    <a:pt x="2425" y="2095"/>
                    <a:pt x="2460" y="2095"/>
                  </a:cubicBezTo>
                  <a:moveTo>
                    <a:pt x="2743" y="1894"/>
                  </a:moveTo>
                  <a:cubicBezTo>
                    <a:pt x="2713" y="2038"/>
                    <a:pt x="2713" y="2038"/>
                    <a:pt x="2713" y="2038"/>
                  </a:cubicBezTo>
                  <a:cubicBezTo>
                    <a:pt x="2708" y="2060"/>
                    <a:pt x="2701" y="2092"/>
                    <a:pt x="2740" y="2092"/>
                  </a:cubicBezTo>
                  <a:cubicBezTo>
                    <a:pt x="2785" y="2092"/>
                    <a:pt x="2792" y="2058"/>
                    <a:pt x="2801" y="2016"/>
                  </a:cubicBezTo>
                  <a:cubicBezTo>
                    <a:pt x="2827" y="1894"/>
                    <a:pt x="2827" y="1894"/>
                    <a:pt x="2827" y="1894"/>
                  </a:cubicBezTo>
                  <a:cubicBezTo>
                    <a:pt x="2900" y="1894"/>
                    <a:pt x="2900" y="1894"/>
                    <a:pt x="2900" y="1894"/>
                  </a:cubicBezTo>
                  <a:cubicBezTo>
                    <a:pt x="2867" y="2053"/>
                    <a:pt x="2867" y="2053"/>
                    <a:pt x="2867" y="2053"/>
                  </a:cubicBezTo>
                  <a:cubicBezTo>
                    <a:pt x="2856" y="2106"/>
                    <a:pt x="2855" y="2112"/>
                    <a:pt x="2854" y="2118"/>
                  </a:cubicBezTo>
                  <a:cubicBezTo>
                    <a:pt x="2853" y="2125"/>
                    <a:pt x="2852" y="2130"/>
                    <a:pt x="2852" y="2136"/>
                  </a:cubicBezTo>
                  <a:cubicBezTo>
                    <a:pt x="2783" y="2136"/>
                    <a:pt x="2783" y="2136"/>
                    <a:pt x="2783" y="2136"/>
                  </a:cubicBezTo>
                  <a:cubicBezTo>
                    <a:pt x="2787" y="2104"/>
                    <a:pt x="2787" y="2104"/>
                    <a:pt x="2787" y="2104"/>
                  </a:cubicBezTo>
                  <a:cubicBezTo>
                    <a:pt x="2778" y="2115"/>
                    <a:pt x="2753" y="2143"/>
                    <a:pt x="2707" y="2143"/>
                  </a:cubicBezTo>
                  <a:cubicBezTo>
                    <a:pt x="2675" y="2143"/>
                    <a:pt x="2651" y="2128"/>
                    <a:pt x="2641" y="2110"/>
                  </a:cubicBezTo>
                  <a:cubicBezTo>
                    <a:pt x="2630" y="2090"/>
                    <a:pt x="2637" y="2056"/>
                    <a:pt x="2639" y="2045"/>
                  </a:cubicBezTo>
                  <a:cubicBezTo>
                    <a:pt x="2671" y="1894"/>
                    <a:pt x="2671" y="1894"/>
                    <a:pt x="2671" y="1894"/>
                  </a:cubicBezTo>
                  <a:lnTo>
                    <a:pt x="2743" y="1894"/>
                  </a:lnTo>
                  <a:close/>
                  <a:moveTo>
                    <a:pt x="3181" y="1895"/>
                  </a:moveTo>
                  <a:cubicBezTo>
                    <a:pt x="3175" y="1914"/>
                    <a:pt x="3170" y="1930"/>
                    <a:pt x="3164" y="1955"/>
                  </a:cubicBezTo>
                  <a:cubicBezTo>
                    <a:pt x="3126" y="2134"/>
                    <a:pt x="3126" y="2134"/>
                    <a:pt x="3126" y="2134"/>
                  </a:cubicBezTo>
                  <a:cubicBezTo>
                    <a:pt x="3108" y="2223"/>
                    <a:pt x="3031" y="2232"/>
                    <a:pt x="2985" y="2232"/>
                  </a:cubicBezTo>
                  <a:cubicBezTo>
                    <a:pt x="2950" y="2232"/>
                    <a:pt x="2883" y="2228"/>
                    <a:pt x="2894" y="2154"/>
                  </a:cubicBezTo>
                  <a:cubicBezTo>
                    <a:pt x="2962" y="2154"/>
                    <a:pt x="2962" y="2154"/>
                    <a:pt x="2962" y="2154"/>
                  </a:cubicBezTo>
                  <a:cubicBezTo>
                    <a:pt x="2962" y="2158"/>
                    <a:pt x="2962" y="2166"/>
                    <a:pt x="2966" y="2174"/>
                  </a:cubicBezTo>
                  <a:cubicBezTo>
                    <a:pt x="2970" y="2181"/>
                    <a:pt x="2979" y="2188"/>
                    <a:pt x="2998" y="2188"/>
                  </a:cubicBezTo>
                  <a:cubicBezTo>
                    <a:pt x="3019" y="2188"/>
                    <a:pt x="3040" y="2178"/>
                    <a:pt x="3049" y="2156"/>
                  </a:cubicBezTo>
                  <a:cubicBezTo>
                    <a:pt x="3054" y="2144"/>
                    <a:pt x="3056" y="2135"/>
                    <a:pt x="3064" y="2099"/>
                  </a:cubicBezTo>
                  <a:cubicBezTo>
                    <a:pt x="3036" y="2128"/>
                    <a:pt x="3009" y="2132"/>
                    <a:pt x="2992" y="2132"/>
                  </a:cubicBezTo>
                  <a:cubicBezTo>
                    <a:pt x="2922" y="2132"/>
                    <a:pt x="2903" y="2071"/>
                    <a:pt x="2915" y="2012"/>
                  </a:cubicBezTo>
                  <a:cubicBezTo>
                    <a:pt x="2928" y="1951"/>
                    <a:pt x="2974" y="1892"/>
                    <a:pt x="3044" y="1892"/>
                  </a:cubicBezTo>
                  <a:cubicBezTo>
                    <a:pt x="3088" y="1892"/>
                    <a:pt x="3099" y="1916"/>
                    <a:pt x="3105" y="1927"/>
                  </a:cubicBezTo>
                  <a:cubicBezTo>
                    <a:pt x="3114" y="1895"/>
                    <a:pt x="3114" y="1895"/>
                    <a:pt x="3114" y="1895"/>
                  </a:cubicBezTo>
                  <a:lnTo>
                    <a:pt x="3181" y="1895"/>
                  </a:lnTo>
                  <a:close/>
                  <a:moveTo>
                    <a:pt x="3019" y="2083"/>
                  </a:moveTo>
                  <a:cubicBezTo>
                    <a:pt x="3069" y="2083"/>
                    <a:pt x="3081" y="2025"/>
                    <a:pt x="3083" y="2014"/>
                  </a:cubicBezTo>
                  <a:cubicBezTo>
                    <a:pt x="3089" y="1986"/>
                    <a:pt x="3094" y="1940"/>
                    <a:pt x="3051" y="1940"/>
                  </a:cubicBezTo>
                  <a:cubicBezTo>
                    <a:pt x="3024" y="1940"/>
                    <a:pt x="2997" y="1960"/>
                    <a:pt x="2986" y="2012"/>
                  </a:cubicBezTo>
                  <a:cubicBezTo>
                    <a:pt x="2984" y="2025"/>
                    <a:pt x="2971" y="2083"/>
                    <a:pt x="3019" y="2083"/>
                  </a:cubicBezTo>
                  <a:moveTo>
                    <a:pt x="3257" y="1790"/>
                  </a:moveTo>
                  <a:cubicBezTo>
                    <a:pt x="3327" y="1790"/>
                    <a:pt x="3327" y="1790"/>
                    <a:pt x="3327" y="1790"/>
                  </a:cubicBezTo>
                  <a:cubicBezTo>
                    <a:pt x="3298" y="1927"/>
                    <a:pt x="3298" y="1927"/>
                    <a:pt x="3298" y="1927"/>
                  </a:cubicBezTo>
                  <a:cubicBezTo>
                    <a:pt x="3309" y="1915"/>
                    <a:pt x="3332" y="1890"/>
                    <a:pt x="3376" y="1890"/>
                  </a:cubicBezTo>
                  <a:cubicBezTo>
                    <a:pt x="3412" y="1890"/>
                    <a:pt x="3431" y="1908"/>
                    <a:pt x="3440" y="1923"/>
                  </a:cubicBezTo>
                  <a:cubicBezTo>
                    <a:pt x="3446" y="1935"/>
                    <a:pt x="3448" y="1957"/>
                    <a:pt x="3441" y="1989"/>
                  </a:cubicBezTo>
                  <a:cubicBezTo>
                    <a:pt x="3410" y="2136"/>
                    <a:pt x="3410" y="2136"/>
                    <a:pt x="3410" y="2136"/>
                  </a:cubicBezTo>
                  <a:cubicBezTo>
                    <a:pt x="3340" y="2136"/>
                    <a:pt x="3340" y="2136"/>
                    <a:pt x="3340" y="2136"/>
                  </a:cubicBezTo>
                  <a:cubicBezTo>
                    <a:pt x="3370" y="1991"/>
                    <a:pt x="3370" y="1991"/>
                    <a:pt x="3370" y="1991"/>
                  </a:cubicBezTo>
                  <a:cubicBezTo>
                    <a:pt x="3373" y="1977"/>
                    <a:pt x="3382" y="1938"/>
                    <a:pt x="3342" y="1938"/>
                  </a:cubicBezTo>
                  <a:cubicBezTo>
                    <a:pt x="3322" y="1938"/>
                    <a:pt x="3293" y="1950"/>
                    <a:pt x="3286" y="1988"/>
                  </a:cubicBezTo>
                  <a:cubicBezTo>
                    <a:pt x="3255" y="2136"/>
                    <a:pt x="3255" y="2136"/>
                    <a:pt x="3255" y="2136"/>
                  </a:cubicBezTo>
                  <a:cubicBezTo>
                    <a:pt x="3183" y="2136"/>
                    <a:pt x="3183" y="2136"/>
                    <a:pt x="3183" y="2136"/>
                  </a:cubicBezTo>
                  <a:lnTo>
                    <a:pt x="3257" y="1790"/>
                  </a:lnTo>
                  <a:close/>
                  <a:moveTo>
                    <a:pt x="158" y="1980"/>
                  </a:moveTo>
                  <a:cubicBezTo>
                    <a:pt x="159" y="1971"/>
                    <a:pt x="164" y="1935"/>
                    <a:pt x="137" y="1935"/>
                  </a:cubicBezTo>
                  <a:cubicBezTo>
                    <a:pt x="103" y="1935"/>
                    <a:pt x="89" y="1986"/>
                    <a:pt x="83" y="2012"/>
                  </a:cubicBezTo>
                  <a:cubicBezTo>
                    <a:pt x="80" y="2026"/>
                    <a:pt x="72" y="2069"/>
                    <a:pt x="85" y="2087"/>
                  </a:cubicBezTo>
                  <a:cubicBezTo>
                    <a:pt x="90" y="2094"/>
                    <a:pt x="97" y="2095"/>
                    <a:pt x="102" y="2095"/>
                  </a:cubicBezTo>
                  <a:cubicBezTo>
                    <a:pt x="109" y="2095"/>
                    <a:pt x="133" y="2092"/>
                    <a:pt x="145" y="2048"/>
                  </a:cubicBezTo>
                  <a:cubicBezTo>
                    <a:pt x="215" y="2048"/>
                    <a:pt x="215" y="2048"/>
                    <a:pt x="215" y="2048"/>
                  </a:cubicBezTo>
                  <a:cubicBezTo>
                    <a:pt x="210" y="2067"/>
                    <a:pt x="201" y="2097"/>
                    <a:pt x="168" y="2120"/>
                  </a:cubicBezTo>
                  <a:cubicBezTo>
                    <a:pt x="148" y="2135"/>
                    <a:pt x="124" y="2143"/>
                    <a:pt x="94" y="2143"/>
                  </a:cubicBezTo>
                  <a:cubicBezTo>
                    <a:pt x="62" y="2143"/>
                    <a:pt x="35" y="2135"/>
                    <a:pt x="18" y="2110"/>
                  </a:cubicBezTo>
                  <a:cubicBezTo>
                    <a:pt x="2" y="2086"/>
                    <a:pt x="0" y="2053"/>
                    <a:pt x="8" y="2015"/>
                  </a:cubicBezTo>
                  <a:cubicBezTo>
                    <a:pt x="32" y="1904"/>
                    <a:pt x="116" y="1889"/>
                    <a:pt x="148" y="1889"/>
                  </a:cubicBezTo>
                  <a:cubicBezTo>
                    <a:pt x="193" y="1889"/>
                    <a:pt x="241" y="1914"/>
                    <a:pt x="228" y="1980"/>
                  </a:cubicBezTo>
                  <a:lnTo>
                    <a:pt x="158" y="1980"/>
                  </a:lnTo>
                  <a:close/>
                  <a:moveTo>
                    <a:pt x="3764" y="1980"/>
                  </a:moveTo>
                  <a:cubicBezTo>
                    <a:pt x="3765" y="1971"/>
                    <a:pt x="3770" y="1935"/>
                    <a:pt x="3742" y="1935"/>
                  </a:cubicBezTo>
                  <a:cubicBezTo>
                    <a:pt x="3709" y="1935"/>
                    <a:pt x="3694" y="1986"/>
                    <a:pt x="3688" y="2012"/>
                  </a:cubicBezTo>
                  <a:cubicBezTo>
                    <a:pt x="3685" y="2026"/>
                    <a:pt x="3678" y="2069"/>
                    <a:pt x="3691" y="2087"/>
                  </a:cubicBezTo>
                  <a:cubicBezTo>
                    <a:pt x="3695" y="2094"/>
                    <a:pt x="3703" y="2095"/>
                    <a:pt x="3708" y="2095"/>
                  </a:cubicBezTo>
                  <a:cubicBezTo>
                    <a:pt x="3715" y="2095"/>
                    <a:pt x="3738" y="2092"/>
                    <a:pt x="3751" y="2048"/>
                  </a:cubicBezTo>
                  <a:cubicBezTo>
                    <a:pt x="3820" y="2048"/>
                    <a:pt x="3820" y="2048"/>
                    <a:pt x="3820" y="2048"/>
                  </a:cubicBezTo>
                  <a:cubicBezTo>
                    <a:pt x="3816" y="2067"/>
                    <a:pt x="3807" y="2097"/>
                    <a:pt x="3774" y="2120"/>
                  </a:cubicBezTo>
                  <a:cubicBezTo>
                    <a:pt x="3754" y="2135"/>
                    <a:pt x="3730" y="2143"/>
                    <a:pt x="3700" y="2143"/>
                  </a:cubicBezTo>
                  <a:cubicBezTo>
                    <a:pt x="3668" y="2143"/>
                    <a:pt x="3641" y="2135"/>
                    <a:pt x="3624" y="2110"/>
                  </a:cubicBezTo>
                  <a:cubicBezTo>
                    <a:pt x="3608" y="2086"/>
                    <a:pt x="3606" y="2053"/>
                    <a:pt x="3614" y="2015"/>
                  </a:cubicBezTo>
                  <a:cubicBezTo>
                    <a:pt x="3638" y="1904"/>
                    <a:pt x="3722" y="1889"/>
                    <a:pt x="3754" y="1889"/>
                  </a:cubicBezTo>
                  <a:cubicBezTo>
                    <a:pt x="3799" y="1889"/>
                    <a:pt x="3847" y="1914"/>
                    <a:pt x="3834" y="1980"/>
                  </a:cubicBezTo>
                  <a:lnTo>
                    <a:pt x="3764" y="1980"/>
                  </a:lnTo>
                  <a:close/>
                  <a:moveTo>
                    <a:pt x="4010" y="1888"/>
                  </a:moveTo>
                  <a:cubicBezTo>
                    <a:pt x="4098" y="1888"/>
                    <a:pt x="4123" y="1948"/>
                    <a:pt x="4109" y="2015"/>
                  </a:cubicBezTo>
                  <a:cubicBezTo>
                    <a:pt x="4094" y="2083"/>
                    <a:pt x="4042" y="2145"/>
                    <a:pt x="3954" y="2145"/>
                  </a:cubicBezTo>
                  <a:cubicBezTo>
                    <a:pt x="3884" y="2145"/>
                    <a:pt x="3839" y="2102"/>
                    <a:pt x="3857" y="2017"/>
                  </a:cubicBezTo>
                  <a:cubicBezTo>
                    <a:pt x="3870" y="1959"/>
                    <a:pt x="3914" y="1888"/>
                    <a:pt x="4010" y="1888"/>
                  </a:cubicBezTo>
                  <a:moveTo>
                    <a:pt x="3967" y="2095"/>
                  </a:moveTo>
                  <a:cubicBezTo>
                    <a:pt x="3998" y="2095"/>
                    <a:pt x="4023" y="2077"/>
                    <a:pt x="4037" y="2012"/>
                  </a:cubicBezTo>
                  <a:cubicBezTo>
                    <a:pt x="4044" y="1980"/>
                    <a:pt x="4047" y="1935"/>
                    <a:pt x="4000" y="1935"/>
                  </a:cubicBezTo>
                  <a:cubicBezTo>
                    <a:pt x="3948" y="1935"/>
                    <a:pt x="3935" y="1995"/>
                    <a:pt x="3930" y="2018"/>
                  </a:cubicBezTo>
                  <a:cubicBezTo>
                    <a:pt x="3918" y="2072"/>
                    <a:pt x="3932" y="2095"/>
                    <a:pt x="3967" y="2095"/>
                  </a:cubicBezTo>
                  <a:moveTo>
                    <a:pt x="4173" y="1939"/>
                  </a:moveTo>
                  <a:cubicBezTo>
                    <a:pt x="4176" y="1924"/>
                    <a:pt x="4178" y="1909"/>
                    <a:pt x="4180" y="1894"/>
                  </a:cubicBezTo>
                  <a:cubicBezTo>
                    <a:pt x="4248" y="1894"/>
                    <a:pt x="4248" y="1894"/>
                    <a:pt x="4248" y="1894"/>
                  </a:cubicBezTo>
                  <a:cubicBezTo>
                    <a:pt x="4245" y="1925"/>
                    <a:pt x="4245" y="1925"/>
                    <a:pt x="4245" y="1925"/>
                  </a:cubicBezTo>
                  <a:cubicBezTo>
                    <a:pt x="4254" y="1915"/>
                    <a:pt x="4279" y="1889"/>
                    <a:pt x="4327" y="1889"/>
                  </a:cubicBezTo>
                  <a:cubicBezTo>
                    <a:pt x="4383" y="1889"/>
                    <a:pt x="4392" y="1923"/>
                    <a:pt x="4394" y="1934"/>
                  </a:cubicBezTo>
                  <a:cubicBezTo>
                    <a:pt x="4423" y="1895"/>
                    <a:pt x="4456" y="1889"/>
                    <a:pt x="4481" y="1889"/>
                  </a:cubicBezTo>
                  <a:cubicBezTo>
                    <a:pt x="4530" y="1889"/>
                    <a:pt x="4544" y="1918"/>
                    <a:pt x="4547" y="1928"/>
                  </a:cubicBezTo>
                  <a:cubicBezTo>
                    <a:pt x="4555" y="1949"/>
                    <a:pt x="4548" y="1978"/>
                    <a:pt x="4544" y="1999"/>
                  </a:cubicBezTo>
                  <a:cubicBezTo>
                    <a:pt x="4515" y="2136"/>
                    <a:pt x="4515" y="2136"/>
                    <a:pt x="4515" y="2136"/>
                  </a:cubicBezTo>
                  <a:cubicBezTo>
                    <a:pt x="4443" y="2136"/>
                    <a:pt x="4443" y="2136"/>
                    <a:pt x="4443" y="2136"/>
                  </a:cubicBezTo>
                  <a:cubicBezTo>
                    <a:pt x="4473" y="1994"/>
                    <a:pt x="4473" y="1994"/>
                    <a:pt x="4473" y="1994"/>
                  </a:cubicBezTo>
                  <a:cubicBezTo>
                    <a:pt x="4479" y="1968"/>
                    <a:pt x="4481" y="1939"/>
                    <a:pt x="4444" y="1939"/>
                  </a:cubicBezTo>
                  <a:cubicBezTo>
                    <a:pt x="4401" y="1939"/>
                    <a:pt x="4392" y="1979"/>
                    <a:pt x="4385" y="2015"/>
                  </a:cubicBezTo>
                  <a:cubicBezTo>
                    <a:pt x="4358" y="2136"/>
                    <a:pt x="4358" y="2136"/>
                    <a:pt x="4358" y="2136"/>
                  </a:cubicBezTo>
                  <a:cubicBezTo>
                    <a:pt x="4286" y="2136"/>
                    <a:pt x="4286" y="2136"/>
                    <a:pt x="4286" y="2136"/>
                  </a:cubicBezTo>
                  <a:cubicBezTo>
                    <a:pt x="4318" y="1992"/>
                    <a:pt x="4318" y="1992"/>
                    <a:pt x="4318" y="1992"/>
                  </a:cubicBezTo>
                  <a:cubicBezTo>
                    <a:pt x="4321" y="1974"/>
                    <a:pt x="4328" y="1939"/>
                    <a:pt x="4289" y="1939"/>
                  </a:cubicBezTo>
                  <a:cubicBezTo>
                    <a:pt x="4244" y="1939"/>
                    <a:pt x="4236" y="1977"/>
                    <a:pt x="4232" y="1994"/>
                  </a:cubicBezTo>
                  <a:cubicBezTo>
                    <a:pt x="4202" y="2136"/>
                    <a:pt x="4202" y="2136"/>
                    <a:pt x="4202" y="2136"/>
                  </a:cubicBezTo>
                  <a:cubicBezTo>
                    <a:pt x="4131" y="2136"/>
                    <a:pt x="4131" y="2136"/>
                    <a:pt x="4131" y="2136"/>
                  </a:cubicBezTo>
                  <a:lnTo>
                    <a:pt x="4173" y="1939"/>
                  </a:lnTo>
                  <a:close/>
                  <a:moveTo>
                    <a:pt x="4694" y="1894"/>
                  </a:moveTo>
                  <a:cubicBezTo>
                    <a:pt x="4689" y="1928"/>
                    <a:pt x="4689" y="1928"/>
                    <a:pt x="4689" y="1928"/>
                  </a:cubicBezTo>
                  <a:cubicBezTo>
                    <a:pt x="4719" y="1889"/>
                    <a:pt x="4759" y="1889"/>
                    <a:pt x="4771" y="1889"/>
                  </a:cubicBezTo>
                  <a:cubicBezTo>
                    <a:pt x="4834" y="1889"/>
                    <a:pt x="4862" y="1936"/>
                    <a:pt x="4846" y="2010"/>
                  </a:cubicBezTo>
                  <a:cubicBezTo>
                    <a:pt x="4832" y="2079"/>
                    <a:pt x="4783" y="2140"/>
                    <a:pt x="4713" y="2140"/>
                  </a:cubicBezTo>
                  <a:cubicBezTo>
                    <a:pt x="4669" y="2140"/>
                    <a:pt x="4656" y="2117"/>
                    <a:pt x="4652" y="2109"/>
                  </a:cubicBezTo>
                  <a:cubicBezTo>
                    <a:pt x="4626" y="2229"/>
                    <a:pt x="4626" y="2229"/>
                    <a:pt x="4626" y="2229"/>
                  </a:cubicBezTo>
                  <a:cubicBezTo>
                    <a:pt x="4554" y="2229"/>
                    <a:pt x="4554" y="2229"/>
                    <a:pt x="4554" y="2229"/>
                  </a:cubicBezTo>
                  <a:cubicBezTo>
                    <a:pt x="4625" y="1894"/>
                    <a:pt x="4625" y="1894"/>
                    <a:pt x="4625" y="1894"/>
                  </a:cubicBezTo>
                  <a:lnTo>
                    <a:pt x="4694" y="1894"/>
                  </a:lnTo>
                  <a:close/>
                  <a:moveTo>
                    <a:pt x="4774" y="2013"/>
                  </a:moveTo>
                  <a:cubicBezTo>
                    <a:pt x="4780" y="1984"/>
                    <a:pt x="4783" y="1935"/>
                    <a:pt x="4741" y="1935"/>
                  </a:cubicBezTo>
                  <a:cubicBezTo>
                    <a:pt x="4718" y="1935"/>
                    <a:pt x="4682" y="1952"/>
                    <a:pt x="4668" y="2017"/>
                  </a:cubicBezTo>
                  <a:cubicBezTo>
                    <a:pt x="4665" y="2031"/>
                    <a:pt x="4652" y="2093"/>
                    <a:pt x="4705" y="2093"/>
                  </a:cubicBezTo>
                  <a:cubicBezTo>
                    <a:pt x="4738" y="2093"/>
                    <a:pt x="4763" y="2061"/>
                    <a:pt x="4774" y="2013"/>
                  </a:cubicBezTo>
                  <a:moveTo>
                    <a:pt x="4936" y="1789"/>
                  </a:moveTo>
                  <a:cubicBezTo>
                    <a:pt x="5007" y="1789"/>
                    <a:pt x="5007" y="1789"/>
                    <a:pt x="5007" y="1789"/>
                  </a:cubicBezTo>
                  <a:cubicBezTo>
                    <a:pt x="4933" y="2136"/>
                    <a:pt x="4933" y="2136"/>
                    <a:pt x="4933" y="2136"/>
                  </a:cubicBezTo>
                  <a:cubicBezTo>
                    <a:pt x="4862" y="2136"/>
                    <a:pt x="4862" y="2136"/>
                    <a:pt x="4862" y="2136"/>
                  </a:cubicBezTo>
                  <a:lnTo>
                    <a:pt x="4936" y="1789"/>
                  </a:lnTo>
                  <a:close/>
                  <a:moveTo>
                    <a:pt x="5068" y="2033"/>
                  </a:moveTo>
                  <a:cubicBezTo>
                    <a:pt x="5064" y="2049"/>
                    <a:pt x="5054" y="2098"/>
                    <a:pt x="5104" y="2098"/>
                  </a:cubicBezTo>
                  <a:cubicBezTo>
                    <a:pt x="5121" y="2098"/>
                    <a:pt x="5140" y="2091"/>
                    <a:pt x="5153" y="2064"/>
                  </a:cubicBezTo>
                  <a:cubicBezTo>
                    <a:pt x="5218" y="2064"/>
                    <a:pt x="5218" y="2064"/>
                    <a:pt x="5218" y="2064"/>
                  </a:cubicBezTo>
                  <a:cubicBezTo>
                    <a:pt x="5214" y="2076"/>
                    <a:pt x="5208" y="2097"/>
                    <a:pt x="5184" y="2117"/>
                  </a:cubicBezTo>
                  <a:cubicBezTo>
                    <a:pt x="5162" y="2136"/>
                    <a:pt x="5128" y="2145"/>
                    <a:pt x="5092" y="2145"/>
                  </a:cubicBezTo>
                  <a:cubicBezTo>
                    <a:pt x="5072" y="2145"/>
                    <a:pt x="5033" y="2142"/>
                    <a:pt x="5013" y="2115"/>
                  </a:cubicBezTo>
                  <a:cubicBezTo>
                    <a:pt x="4996" y="2092"/>
                    <a:pt x="4994" y="2060"/>
                    <a:pt x="5002" y="2021"/>
                  </a:cubicBezTo>
                  <a:cubicBezTo>
                    <a:pt x="5011" y="1981"/>
                    <a:pt x="5030" y="1934"/>
                    <a:pt x="5077" y="1906"/>
                  </a:cubicBezTo>
                  <a:cubicBezTo>
                    <a:pt x="5099" y="1893"/>
                    <a:pt x="5123" y="1886"/>
                    <a:pt x="5150" y="1886"/>
                  </a:cubicBezTo>
                  <a:cubicBezTo>
                    <a:pt x="5184" y="1886"/>
                    <a:pt x="5222" y="1899"/>
                    <a:pt x="5235" y="1944"/>
                  </a:cubicBezTo>
                  <a:cubicBezTo>
                    <a:pt x="5244" y="1977"/>
                    <a:pt x="5236" y="2013"/>
                    <a:pt x="5231" y="2033"/>
                  </a:cubicBezTo>
                  <a:lnTo>
                    <a:pt x="5068" y="2033"/>
                  </a:lnTo>
                  <a:close/>
                  <a:moveTo>
                    <a:pt x="5167" y="1988"/>
                  </a:moveTo>
                  <a:cubicBezTo>
                    <a:pt x="5170" y="1977"/>
                    <a:pt x="5178" y="1934"/>
                    <a:pt x="5137" y="1934"/>
                  </a:cubicBezTo>
                  <a:cubicBezTo>
                    <a:pt x="5105" y="1934"/>
                    <a:pt x="5087" y="1960"/>
                    <a:pt x="5080" y="1988"/>
                  </a:cubicBezTo>
                  <a:lnTo>
                    <a:pt x="5167" y="1988"/>
                  </a:lnTo>
                  <a:close/>
                  <a:moveTo>
                    <a:pt x="5353" y="1894"/>
                  </a:moveTo>
                  <a:cubicBezTo>
                    <a:pt x="5382" y="1973"/>
                    <a:pt x="5382" y="1973"/>
                    <a:pt x="5382" y="1973"/>
                  </a:cubicBezTo>
                  <a:cubicBezTo>
                    <a:pt x="5447" y="1894"/>
                    <a:pt x="5447" y="1894"/>
                    <a:pt x="5447" y="1894"/>
                  </a:cubicBezTo>
                  <a:cubicBezTo>
                    <a:pt x="5520" y="1894"/>
                    <a:pt x="5520" y="1894"/>
                    <a:pt x="5520" y="1894"/>
                  </a:cubicBezTo>
                  <a:cubicBezTo>
                    <a:pt x="5417" y="2012"/>
                    <a:pt x="5417" y="2012"/>
                    <a:pt x="5417" y="2012"/>
                  </a:cubicBezTo>
                  <a:cubicBezTo>
                    <a:pt x="5471" y="2136"/>
                    <a:pt x="5471" y="2136"/>
                    <a:pt x="5471" y="2136"/>
                  </a:cubicBezTo>
                  <a:cubicBezTo>
                    <a:pt x="5388" y="2136"/>
                    <a:pt x="5388" y="2136"/>
                    <a:pt x="5388" y="2136"/>
                  </a:cubicBezTo>
                  <a:cubicBezTo>
                    <a:pt x="5357" y="2047"/>
                    <a:pt x="5357" y="2047"/>
                    <a:pt x="5357" y="2047"/>
                  </a:cubicBezTo>
                  <a:cubicBezTo>
                    <a:pt x="5289" y="2136"/>
                    <a:pt x="5289" y="2136"/>
                    <a:pt x="5289" y="2136"/>
                  </a:cubicBezTo>
                  <a:cubicBezTo>
                    <a:pt x="5214" y="2136"/>
                    <a:pt x="5214" y="2136"/>
                    <a:pt x="5214" y="2136"/>
                  </a:cubicBezTo>
                  <a:cubicBezTo>
                    <a:pt x="5323" y="2006"/>
                    <a:pt x="5323" y="2006"/>
                    <a:pt x="5323" y="2006"/>
                  </a:cubicBezTo>
                  <a:cubicBezTo>
                    <a:pt x="5269" y="1894"/>
                    <a:pt x="5269" y="1894"/>
                    <a:pt x="5269" y="1894"/>
                  </a:cubicBezTo>
                  <a:lnTo>
                    <a:pt x="5353" y="1894"/>
                  </a:lnTo>
                  <a:close/>
                  <a:moveTo>
                    <a:pt x="5553" y="1893"/>
                  </a:moveTo>
                  <a:cubicBezTo>
                    <a:pt x="5625" y="1893"/>
                    <a:pt x="5625" y="1893"/>
                    <a:pt x="5625" y="1893"/>
                  </a:cubicBezTo>
                  <a:cubicBezTo>
                    <a:pt x="5573" y="2136"/>
                    <a:pt x="5573" y="2136"/>
                    <a:pt x="5573" y="2136"/>
                  </a:cubicBezTo>
                  <a:cubicBezTo>
                    <a:pt x="5501" y="2136"/>
                    <a:pt x="5501" y="2136"/>
                    <a:pt x="5501" y="2136"/>
                  </a:cubicBezTo>
                  <a:lnTo>
                    <a:pt x="5553" y="1893"/>
                  </a:lnTo>
                  <a:close/>
                  <a:moveTo>
                    <a:pt x="5573" y="1790"/>
                  </a:moveTo>
                  <a:cubicBezTo>
                    <a:pt x="5648" y="1790"/>
                    <a:pt x="5648" y="1790"/>
                    <a:pt x="5648" y="1790"/>
                  </a:cubicBezTo>
                  <a:cubicBezTo>
                    <a:pt x="5636" y="1851"/>
                    <a:pt x="5636" y="1851"/>
                    <a:pt x="5636" y="1851"/>
                  </a:cubicBezTo>
                  <a:cubicBezTo>
                    <a:pt x="5560" y="1851"/>
                    <a:pt x="5560" y="1851"/>
                    <a:pt x="5560" y="1851"/>
                  </a:cubicBezTo>
                  <a:lnTo>
                    <a:pt x="5573" y="1790"/>
                  </a:lnTo>
                  <a:close/>
                  <a:moveTo>
                    <a:pt x="5775" y="2133"/>
                  </a:moveTo>
                  <a:cubicBezTo>
                    <a:pt x="5752" y="2139"/>
                    <a:pt x="5730" y="2141"/>
                    <a:pt x="5719" y="2141"/>
                  </a:cubicBezTo>
                  <a:cubicBezTo>
                    <a:pt x="5647" y="2141"/>
                    <a:pt x="5657" y="2095"/>
                    <a:pt x="5662" y="2075"/>
                  </a:cubicBezTo>
                  <a:cubicBezTo>
                    <a:pt x="5689" y="1942"/>
                    <a:pt x="5689" y="1942"/>
                    <a:pt x="5689" y="1942"/>
                  </a:cubicBezTo>
                  <a:cubicBezTo>
                    <a:pt x="5643" y="1942"/>
                    <a:pt x="5643" y="1942"/>
                    <a:pt x="5643" y="1942"/>
                  </a:cubicBezTo>
                  <a:cubicBezTo>
                    <a:pt x="5653" y="1895"/>
                    <a:pt x="5653" y="1895"/>
                    <a:pt x="5653" y="1895"/>
                  </a:cubicBezTo>
                  <a:cubicBezTo>
                    <a:pt x="5700" y="1895"/>
                    <a:pt x="5700" y="1895"/>
                    <a:pt x="5700" y="1895"/>
                  </a:cubicBezTo>
                  <a:cubicBezTo>
                    <a:pt x="5710" y="1848"/>
                    <a:pt x="5710" y="1848"/>
                    <a:pt x="5710" y="1848"/>
                  </a:cubicBezTo>
                  <a:cubicBezTo>
                    <a:pt x="5786" y="1822"/>
                    <a:pt x="5786" y="1822"/>
                    <a:pt x="5786" y="1822"/>
                  </a:cubicBezTo>
                  <a:cubicBezTo>
                    <a:pt x="5770" y="1895"/>
                    <a:pt x="5770" y="1895"/>
                    <a:pt x="5770" y="1895"/>
                  </a:cubicBezTo>
                  <a:cubicBezTo>
                    <a:pt x="5828" y="1895"/>
                    <a:pt x="5828" y="1895"/>
                    <a:pt x="5828" y="1895"/>
                  </a:cubicBezTo>
                  <a:cubicBezTo>
                    <a:pt x="5818" y="1942"/>
                    <a:pt x="5818" y="1942"/>
                    <a:pt x="5818" y="1942"/>
                  </a:cubicBezTo>
                  <a:cubicBezTo>
                    <a:pt x="5760" y="1942"/>
                    <a:pt x="5760" y="1942"/>
                    <a:pt x="5760" y="1942"/>
                  </a:cubicBezTo>
                  <a:cubicBezTo>
                    <a:pt x="5736" y="2052"/>
                    <a:pt x="5736" y="2052"/>
                    <a:pt x="5736" y="2052"/>
                  </a:cubicBezTo>
                  <a:cubicBezTo>
                    <a:pt x="5733" y="2074"/>
                    <a:pt x="5729" y="2088"/>
                    <a:pt x="5761" y="2088"/>
                  </a:cubicBezTo>
                  <a:cubicBezTo>
                    <a:pt x="5772" y="2088"/>
                    <a:pt x="5777" y="2087"/>
                    <a:pt x="5786" y="2086"/>
                  </a:cubicBezTo>
                  <a:lnTo>
                    <a:pt x="5775" y="2133"/>
                  </a:lnTo>
                  <a:close/>
                  <a:moveTo>
                    <a:pt x="5921" y="1894"/>
                  </a:moveTo>
                  <a:cubicBezTo>
                    <a:pt x="5939" y="2062"/>
                    <a:pt x="5939" y="2062"/>
                    <a:pt x="5939" y="2062"/>
                  </a:cubicBezTo>
                  <a:cubicBezTo>
                    <a:pt x="6028" y="1894"/>
                    <a:pt x="6028" y="1894"/>
                    <a:pt x="6028" y="1894"/>
                  </a:cubicBezTo>
                  <a:cubicBezTo>
                    <a:pt x="6099" y="1894"/>
                    <a:pt x="6099" y="1894"/>
                    <a:pt x="6099" y="1894"/>
                  </a:cubicBezTo>
                  <a:cubicBezTo>
                    <a:pt x="5957" y="2132"/>
                    <a:pt x="5957" y="2132"/>
                    <a:pt x="5957" y="2132"/>
                  </a:cubicBezTo>
                  <a:cubicBezTo>
                    <a:pt x="5907" y="2229"/>
                    <a:pt x="5907" y="2229"/>
                    <a:pt x="5907" y="2229"/>
                  </a:cubicBezTo>
                  <a:cubicBezTo>
                    <a:pt x="5835" y="2229"/>
                    <a:pt x="5835" y="2229"/>
                    <a:pt x="5835" y="2229"/>
                  </a:cubicBezTo>
                  <a:cubicBezTo>
                    <a:pt x="5886" y="2137"/>
                    <a:pt x="5886" y="2137"/>
                    <a:pt x="5886" y="2137"/>
                  </a:cubicBezTo>
                  <a:cubicBezTo>
                    <a:pt x="5844" y="1894"/>
                    <a:pt x="5844" y="1894"/>
                    <a:pt x="5844" y="1894"/>
                  </a:cubicBezTo>
                  <a:lnTo>
                    <a:pt x="5921" y="1894"/>
                  </a:ln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sp>
          <p:nvSpPr>
            <p:cNvPr id="14" name="Freeform 15"/>
            <p:cNvSpPr>
              <a:spLocks noEditPoints="1"/>
            </p:cNvSpPr>
            <p:nvPr userDrawn="1"/>
          </p:nvSpPr>
          <p:spPr bwMode="auto">
            <a:xfrm>
              <a:off x="-2592388" y="0"/>
              <a:ext cx="2592388" cy="1530350"/>
            </a:xfrm>
            <a:custGeom>
              <a:avLst/>
              <a:gdLst/>
              <a:ahLst/>
              <a:cxnLst>
                <a:cxn ang="0">
                  <a:pos x="176" y="248"/>
                </a:cxn>
                <a:cxn ang="0">
                  <a:pos x="0" y="248"/>
                </a:cxn>
                <a:cxn ang="0">
                  <a:pos x="0" y="0"/>
                </a:cxn>
                <a:cxn ang="0">
                  <a:pos x="176" y="0"/>
                </a:cxn>
                <a:cxn ang="0">
                  <a:pos x="176" y="248"/>
                </a:cxn>
                <a:cxn ang="0">
                  <a:pos x="176" y="716"/>
                </a:cxn>
                <a:cxn ang="0">
                  <a:pos x="0" y="716"/>
                </a:cxn>
                <a:cxn ang="0">
                  <a:pos x="0" y="964"/>
                </a:cxn>
                <a:cxn ang="0">
                  <a:pos x="176" y="964"/>
                </a:cxn>
                <a:cxn ang="0">
                  <a:pos x="176" y="716"/>
                </a:cxn>
                <a:cxn ang="0">
                  <a:pos x="1633" y="0"/>
                </a:cxn>
                <a:cxn ang="0">
                  <a:pos x="1457" y="0"/>
                </a:cxn>
                <a:cxn ang="0">
                  <a:pos x="1457" y="248"/>
                </a:cxn>
                <a:cxn ang="0">
                  <a:pos x="1633" y="248"/>
                </a:cxn>
                <a:cxn ang="0">
                  <a:pos x="1633" y="0"/>
                </a:cxn>
                <a:cxn ang="0">
                  <a:pos x="1633" y="716"/>
                </a:cxn>
                <a:cxn ang="0">
                  <a:pos x="1457" y="716"/>
                </a:cxn>
                <a:cxn ang="0">
                  <a:pos x="1457" y="964"/>
                </a:cxn>
                <a:cxn ang="0">
                  <a:pos x="1633" y="964"/>
                </a:cxn>
                <a:cxn ang="0">
                  <a:pos x="1633" y="716"/>
                </a:cxn>
              </a:cxnLst>
              <a:rect l="0" t="0" r="r" b="b"/>
              <a:pathLst>
                <a:path w="1633" h="964">
                  <a:moveTo>
                    <a:pt x="176" y="248"/>
                  </a:moveTo>
                  <a:lnTo>
                    <a:pt x="0" y="248"/>
                  </a:lnTo>
                  <a:lnTo>
                    <a:pt x="0" y="0"/>
                  </a:lnTo>
                  <a:lnTo>
                    <a:pt x="176" y="0"/>
                  </a:lnTo>
                  <a:lnTo>
                    <a:pt x="176" y="248"/>
                  </a:lnTo>
                  <a:close/>
                  <a:moveTo>
                    <a:pt x="176" y="716"/>
                  </a:moveTo>
                  <a:lnTo>
                    <a:pt x="0" y="716"/>
                  </a:lnTo>
                  <a:lnTo>
                    <a:pt x="0" y="964"/>
                  </a:lnTo>
                  <a:lnTo>
                    <a:pt x="176" y="964"/>
                  </a:lnTo>
                  <a:lnTo>
                    <a:pt x="176" y="716"/>
                  </a:lnTo>
                  <a:close/>
                  <a:moveTo>
                    <a:pt x="1633" y="0"/>
                  </a:moveTo>
                  <a:lnTo>
                    <a:pt x="1457" y="0"/>
                  </a:lnTo>
                  <a:lnTo>
                    <a:pt x="1457" y="248"/>
                  </a:lnTo>
                  <a:lnTo>
                    <a:pt x="1633" y="248"/>
                  </a:lnTo>
                  <a:lnTo>
                    <a:pt x="1633" y="0"/>
                  </a:lnTo>
                  <a:close/>
                  <a:moveTo>
                    <a:pt x="1633" y="716"/>
                  </a:moveTo>
                  <a:lnTo>
                    <a:pt x="1457" y="716"/>
                  </a:lnTo>
                  <a:lnTo>
                    <a:pt x="1457" y="964"/>
                  </a:lnTo>
                  <a:lnTo>
                    <a:pt x="1633" y="964"/>
                  </a:lnTo>
                  <a:lnTo>
                    <a:pt x="1633" y="716"/>
                  </a:ln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grpSp>
    </p:spTree>
    <p:extLst>
      <p:ext uri="{BB962C8B-B14F-4D97-AF65-F5344CB8AC3E}">
        <p14:creationId xmlns:p14="http://schemas.microsoft.com/office/powerpoint/2010/main" val="985445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3">
    <p:spTree>
      <p:nvGrpSpPr>
        <p:cNvPr id="1" name=""/>
        <p:cNvGrpSpPr/>
        <p:nvPr/>
      </p:nvGrpSpPr>
      <p:grpSpPr>
        <a:xfrm>
          <a:off x="0" y="0"/>
          <a:ext cx="0" cy="0"/>
          <a:chOff x="0" y="0"/>
          <a:chExt cx="0" cy="0"/>
        </a:xfrm>
      </p:grpSpPr>
      <p:sp>
        <p:nvSpPr>
          <p:cNvPr id="1030" name="Freeform 6"/>
          <p:cNvSpPr>
            <a:spLocks noEditPoints="1"/>
          </p:cNvSpPr>
          <p:nvPr/>
        </p:nvSpPr>
        <p:spPr bwMode="gray">
          <a:xfrm>
            <a:off x="0" y="547687"/>
            <a:ext cx="4683125" cy="4848226"/>
          </a:xfrm>
          <a:custGeom>
            <a:avLst/>
            <a:gdLst/>
            <a:ahLst/>
            <a:cxnLst>
              <a:cxn ang="0">
                <a:pos x="2950" y="0"/>
              </a:cxn>
              <a:cxn ang="0">
                <a:pos x="433" y="0"/>
              </a:cxn>
              <a:cxn ang="0">
                <a:pos x="0" y="1461"/>
              </a:cxn>
              <a:cxn ang="0">
                <a:pos x="0" y="3054"/>
              </a:cxn>
              <a:cxn ang="0">
                <a:pos x="2046" y="3054"/>
              </a:cxn>
              <a:cxn ang="0">
                <a:pos x="2950" y="0"/>
              </a:cxn>
              <a:cxn ang="0">
                <a:pos x="2950" y="0"/>
              </a:cxn>
              <a:cxn ang="0">
                <a:pos x="2950" y="0"/>
              </a:cxn>
            </a:cxnLst>
            <a:rect l="0" t="0" r="r" b="b"/>
            <a:pathLst>
              <a:path w="2950" h="3054">
                <a:moveTo>
                  <a:pt x="2950" y="0"/>
                </a:moveTo>
                <a:lnTo>
                  <a:pt x="433" y="0"/>
                </a:lnTo>
                <a:lnTo>
                  <a:pt x="0" y="1461"/>
                </a:lnTo>
                <a:lnTo>
                  <a:pt x="0" y="3054"/>
                </a:lnTo>
                <a:lnTo>
                  <a:pt x="2046" y="3054"/>
                </a:lnTo>
                <a:lnTo>
                  <a:pt x="2950" y="0"/>
                </a:lnTo>
                <a:close/>
                <a:moveTo>
                  <a:pt x="2950" y="0"/>
                </a:moveTo>
                <a:lnTo>
                  <a:pt x="2950"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15" name="Title 9"/>
          <p:cNvSpPr>
            <a:spLocks noGrp="1"/>
          </p:cNvSpPr>
          <p:nvPr>
            <p:ph type="title"/>
          </p:nvPr>
        </p:nvSpPr>
        <p:spPr bwMode="gray">
          <a:xfrm>
            <a:off x="827088" y="1844824"/>
            <a:ext cx="2880816" cy="1943892"/>
          </a:xfrm>
          <a:noFill/>
          <a:ln w="9525">
            <a:noFill/>
            <a:miter lim="800000"/>
            <a:headEnd/>
            <a:tailEnd/>
          </a:ln>
        </p:spPr>
        <p:txBody>
          <a:bodyPr vert="horz" wrap="square" lIns="0" tIns="0" rIns="0" bIns="0" numCol="1" anchor="t" anchorCtr="0" compatLnSpc="1">
            <a:prstTxWarp prst="textNoShape">
              <a:avLst/>
            </a:prstTxWarp>
            <a:normAutofit/>
          </a:bodyPr>
          <a:lstStyle>
            <a:lvl1pPr algn="l" rtl="0" eaLnBrk="1" fontAlgn="base" hangingPunct="1">
              <a:spcBef>
                <a:spcPct val="40000"/>
              </a:spcBef>
              <a:spcAft>
                <a:spcPct val="0"/>
              </a:spcAft>
              <a:defRPr lang="en-GB" sz="3000" b="1" dirty="0" smtClean="0">
                <a:solidFill>
                  <a:schemeClr val="bg1"/>
                </a:solidFill>
                <a:latin typeface="+mj-lt"/>
                <a:ea typeface="+mj-ea"/>
                <a:cs typeface="+mj-cs"/>
              </a:defRPr>
            </a:lvl1pPr>
            <a:lvl2pPr>
              <a:defRPr lang="en-GB" sz="3000" b="1" dirty="0">
                <a:solidFill>
                  <a:schemeClr val="bg1"/>
                </a:solidFill>
                <a:latin typeface="+mj-lt"/>
              </a:defRPr>
            </a:lvl2pPr>
            <a:lvl3pPr>
              <a:defRPr lang="en-GB" sz="3000" b="1" dirty="0">
                <a:solidFill>
                  <a:schemeClr val="bg1"/>
                </a:solidFill>
                <a:latin typeface="+mj-lt"/>
              </a:defRPr>
            </a:lvl3pPr>
            <a:lvl4pPr>
              <a:defRPr lang="en-GB" sz="3000" b="1" dirty="0">
                <a:solidFill>
                  <a:schemeClr val="bg1"/>
                </a:solidFill>
                <a:latin typeface="+mj-lt"/>
              </a:defRPr>
            </a:lvl4pPr>
            <a:lvl5pPr>
              <a:defRPr lang="en-GB" sz="3000" b="1" dirty="0">
                <a:solidFill>
                  <a:schemeClr val="bg1"/>
                </a:solidFill>
                <a:latin typeface="+mj-lt"/>
              </a:defRPr>
            </a:lvl5pPr>
            <a:lvl6pPr>
              <a:defRPr lang="en-GB" sz="3000" b="1" dirty="0">
                <a:solidFill>
                  <a:schemeClr val="bg1"/>
                </a:solidFill>
                <a:latin typeface="+mj-lt"/>
              </a:defRPr>
            </a:lvl6pPr>
            <a:lvl7pPr>
              <a:defRPr lang="en-GB" sz="3000" b="1" dirty="0">
                <a:solidFill>
                  <a:schemeClr val="bg1"/>
                </a:solidFill>
                <a:latin typeface="+mj-lt"/>
              </a:defRPr>
            </a:lvl7pPr>
            <a:lvl8pPr>
              <a:defRPr lang="en-GB" sz="3000" b="1" dirty="0">
                <a:solidFill>
                  <a:schemeClr val="bg1"/>
                </a:solidFill>
                <a:latin typeface="+mj-lt"/>
              </a:defRPr>
            </a:lvl8pPr>
            <a:lvl9pPr>
              <a:defRPr sz="3000">
                <a:solidFill>
                  <a:schemeClr val="bg1"/>
                </a:solidFill>
              </a:defRPr>
            </a:lvl9pPr>
          </a:lstStyle>
          <a:p>
            <a:pPr lvl="0"/>
            <a:r>
              <a:rPr lang="en-US" dirty="0"/>
              <a:t>Click to edit Master title style</a:t>
            </a:r>
            <a:endParaRPr lang="en-GB" dirty="0"/>
          </a:p>
        </p:txBody>
      </p:sp>
      <p:sp>
        <p:nvSpPr>
          <p:cNvPr id="16" name="Text Placeholder 16"/>
          <p:cNvSpPr>
            <a:spLocks noGrp="1"/>
          </p:cNvSpPr>
          <p:nvPr>
            <p:ph type="body" sz="quarter" idx="10"/>
          </p:nvPr>
        </p:nvSpPr>
        <p:spPr bwMode="gray">
          <a:xfrm>
            <a:off x="827088" y="4005064"/>
            <a:ext cx="2520776" cy="1079500"/>
          </a:xfrm>
          <a:noFill/>
          <a:ln w="9525">
            <a:noFill/>
            <a:miter lim="800000"/>
            <a:headEnd/>
            <a:tailEnd/>
          </a:ln>
        </p:spPr>
        <p:txBody>
          <a:bodyPr vert="horz" wrap="square" lIns="0" tIns="0" rIns="0" bIns="0" numCol="1" anchor="t" anchorCtr="0" compatLnSpc="1">
            <a:prstTxWarp prst="textNoShape">
              <a:avLst/>
            </a:prstTxWarp>
            <a:normAutofit/>
          </a:bodyPr>
          <a:lstStyle>
            <a:lvl1pPr marL="0" indent="0" algn="l" rtl="0" eaLnBrk="1" fontAlgn="base" hangingPunct="1">
              <a:lnSpc>
                <a:spcPct val="110000"/>
              </a:lnSpc>
              <a:spcBef>
                <a:spcPts val="600"/>
              </a:spcBef>
              <a:spcAft>
                <a:spcPct val="0"/>
              </a:spcAft>
              <a:defRPr lang="en-US" sz="1200" b="0" dirty="0" smtClean="0">
                <a:solidFill>
                  <a:schemeClr val="bg1"/>
                </a:solidFill>
                <a:latin typeface="+mn-lt"/>
                <a:ea typeface="+mn-ea"/>
                <a:cs typeface="+mn-cs"/>
              </a:defRPr>
            </a:lvl1pPr>
            <a:lvl2pPr>
              <a:defRPr lang="en-US" sz="1200" b="0" kern="1200" noProof="0" dirty="0" smtClean="0">
                <a:solidFill>
                  <a:schemeClr val="bg1"/>
                </a:solidFill>
                <a:latin typeface="+mn-lt"/>
                <a:ea typeface="+mn-ea"/>
                <a:cs typeface="+mn-cs"/>
              </a:defRPr>
            </a:lvl2pPr>
            <a:lvl3pPr>
              <a:defRPr lang="en-US" sz="1200" b="0" kern="1200" noProof="0" dirty="0" smtClean="0">
                <a:solidFill>
                  <a:schemeClr val="bg1"/>
                </a:solidFill>
                <a:latin typeface="+mn-lt"/>
                <a:ea typeface="+mn-ea"/>
                <a:cs typeface="+mn-cs"/>
              </a:defRPr>
            </a:lvl3pPr>
            <a:lvl4pPr>
              <a:defRPr lang="en-US" sz="1200" b="0" kern="1200" noProof="0" dirty="0" smtClean="0">
                <a:solidFill>
                  <a:schemeClr val="bg1"/>
                </a:solidFill>
                <a:latin typeface="+mn-lt"/>
                <a:ea typeface="+mn-ea"/>
                <a:cs typeface="+mn-cs"/>
              </a:defRPr>
            </a:lvl4pPr>
            <a:lvl5pPr>
              <a:defRPr lang="en-US" sz="1200" b="0" kern="1200" noProof="0" dirty="0" smtClean="0">
                <a:solidFill>
                  <a:schemeClr val="bg1"/>
                </a:solidFill>
                <a:latin typeface="+mn-lt"/>
                <a:ea typeface="+mn-ea"/>
                <a:cs typeface="+mn-cs"/>
              </a:defRPr>
            </a:lvl5pPr>
            <a:lvl6pPr>
              <a:defRPr lang="en-US" sz="1200" b="0" kern="1200" noProof="0" dirty="0" smtClean="0">
                <a:solidFill>
                  <a:schemeClr val="bg1"/>
                </a:solidFill>
                <a:latin typeface="+mn-lt"/>
                <a:ea typeface="+mn-ea"/>
                <a:cs typeface="+mn-cs"/>
              </a:defRPr>
            </a:lvl6pPr>
            <a:lvl7pPr>
              <a:defRPr lang="en-US" sz="1200" b="0" kern="1200" noProof="0" dirty="0" smtClean="0">
                <a:solidFill>
                  <a:schemeClr val="bg1"/>
                </a:solidFill>
                <a:latin typeface="+mn-lt"/>
                <a:ea typeface="+mn-ea"/>
                <a:cs typeface="+mn-cs"/>
              </a:defRPr>
            </a:lvl7pPr>
            <a:lvl8pPr>
              <a:defRPr lang="en-US" sz="1200" b="0" kern="1200" noProof="0" dirty="0" smtClean="0">
                <a:solidFill>
                  <a:schemeClr val="bg1"/>
                </a:solidFill>
                <a:latin typeface="+mn-lt"/>
                <a:ea typeface="+mn-ea"/>
                <a:cs typeface="+mn-cs"/>
              </a:defRPr>
            </a:lvl8pPr>
            <a:lvl9pPr>
              <a:defRPr lang="en-US" sz="1200" b="0" kern="1200" noProof="0" dirty="0" smtClean="0">
                <a:solidFill>
                  <a:schemeClr val="bg1"/>
                </a:solidFill>
                <a:latin typeface="+mn-lt"/>
                <a:ea typeface="+mn-ea"/>
                <a:cs typeface="+mn-cs"/>
              </a:defRPr>
            </a:lvl9pPr>
          </a:lstStyle>
          <a:p>
            <a:pPr lvl="0"/>
            <a:r>
              <a:rPr lang="en-US" dirty="0"/>
              <a:t>Click to edit Master text styles</a:t>
            </a:r>
          </a:p>
        </p:txBody>
      </p:sp>
      <p:grpSp>
        <p:nvGrpSpPr>
          <p:cNvPr id="2" name="Group 7"/>
          <p:cNvGrpSpPr>
            <a:grpSpLocks noChangeAspect="1"/>
          </p:cNvGrpSpPr>
          <p:nvPr/>
        </p:nvGrpSpPr>
        <p:grpSpPr>
          <a:xfrm>
            <a:off x="683568" y="548680"/>
            <a:ext cx="1829504" cy="1080000"/>
            <a:chOff x="-2592388" y="0"/>
            <a:chExt cx="2592388" cy="1530350"/>
          </a:xfrm>
          <a:solidFill>
            <a:schemeClr val="bg1"/>
          </a:solidFill>
        </p:grpSpPr>
        <p:sp>
          <p:nvSpPr>
            <p:cNvPr id="9" name="Freeform 14"/>
            <p:cNvSpPr>
              <a:spLocks noEditPoints="1"/>
            </p:cNvSpPr>
            <p:nvPr userDrawn="1"/>
          </p:nvSpPr>
          <p:spPr bwMode="auto">
            <a:xfrm>
              <a:off x="-2384425" y="393700"/>
              <a:ext cx="2119313" cy="776288"/>
            </a:xfrm>
            <a:custGeom>
              <a:avLst/>
              <a:gdLst/>
              <a:ahLst/>
              <a:cxnLst>
                <a:cxn ang="0">
                  <a:pos x="2851" y="1035"/>
                </a:cxn>
                <a:cxn ang="0">
                  <a:pos x="3588" y="28"/>
                </a:cxn>
                <a:cxn ang="0">
                  <a:pos x="2718" y="826"/>
                </a:cxn>
                <a:cxn ang="0">
                  <a:pos x="1973" y="28"/>
                </a:cxn>
                <a:cxn ang="0">
                  <a:pos x="1663" y="659"/>
                </a:cxn>
                <a:cxn ang="0">
                  <a:pos x="1850" y="28"/>
                </a:cxn>
                <a:cxn ang="0">
                  <a:pos x="1165" y="1000"/>
                </a:cxn>
                <a:cxn ang="0">
                  <a:pos x="1334" y="806"/>
                </a:cxn>
                <a:cxn ang="0">
                  <a:pos x="479" y="1047"/>
                </a:cxn>
                <a:cxn ang="0">
                  <a:pos x="980" y="699"/>
                </a:cxn>
                <a:cxn ang="0">
                  <a:pos x="2747" y="0"/>
                </a:cxn>
                <a:cxn ang="0">
                  <a:pos x="1009" y="0"/>
                </a:cxn>
                <a:cxn ang="0">
                  <a:pos x="665" y="1435"/>
                </a:cxn>
                <a:cxn ang="0">
                  <a:pos x="1150" y="1133"/>
                </a:cxn>
                <a:cxn ang="0">
                  <a:pos x="1980" y="1434"/>
                </a:cxn>
                <a:cxn ang="0">
                  <a:pos x="2963" y="1451"/>
                </a:cxn>
                <a:cxn ang="0">
                  <a:pos x="348" y="2092"/>
                </a:cxn>
                <a:cxn ang="0">
                  <a:pos x="395" y="2104"/>
                </a:cxn>
                <a:cxn ang="0">
                  <a:pos x="880" y="1895"/>
                </a:cxn>
                <a:cxn ang="0">
                  <a:pos x="584" y="1895"/>
                </a:cxn>
                <a:cxn ang="0">
                  <a:pos x="645" y="2088"/>
                </a:cxn>
                <a:cxn ang="0">
                  <a:pos x="813" y="2088"/>
                </a:cxn>
                <a:cxn ang="0">
                  <a:pos x="935" y="1790"/>
                </a:cxn>
                <a:cxn ang="0">
                  <a:pos x="1104" y="1929"/>
                </a:cxn>
                <a:cxn ang="0">
                  <a:pos x="1151" y="1938"/>
                </a:cxn>
                <a:cxn ang="0">
                  <a:pos x="1504" y="2134"/>
                </a:cxn>
                <a:cxn ang="0">
                  <a:pos x="1370" y="2132"/>
                </a:cxn>
                <a:cxn ang="0">
                  <a:pos x="1428" y="1940"/>
                </a:cxn>
                <a:cxn ang="0">
                  <a:pos x="1719" y="1895"/>
                </a:cxn>
                <a:cxn ang="0">
                  <a:pos x="1803" y="2052"/>
                </a:cxn>
                <a:cxn ang="0">
                  <a:pos x="2137" y="1923"/>
                </a:cxn>
                <a:cxn ang="0">
                  <a:pos x="1881" y="2136"/>
                </a:cxn>
                <a:cxn ang="0">
                  <a:pos x="2253" y="2017"/>
                </a:cxn>
                <a:cxn ang="0">
                  <a:pos x="2503" y="1888"/>
                </a:cxn>
                <a:cxn ang="0">
                  <a:pos x="2740" y="2092"/>
                </a:cxn>
                <a:cxn ang="0">
                  <a:pos x="2787" y="2104"/>
                </a:cxn>
                <a:cxn ang="0">
                  <a:pos x="3126" y="2134"/>
                </a:cxn>
                <a:cxn ang="0">
                  <a:pos x="2992" y="2132"/>
                </a:cxn>
                <a:cxn ang="0">
                  <a:pos x="3051" y="1940"/>
                </a:cxn>
                <a:cxn ang="0">
                  <a:pos x="3441" y="1989"/>
                </a:cxn>
                <a:cxn ang="0">
                  <a:pos x="3257" y="1790"/>
                </a:cxn>
                <a:cxn ang="0">
                  <a:pos x="168" y="2120"/>
                </a:cxn>
                <a:cxn ang="0">
                  <a:pos x="3742" y="1935"/>
                </a:cxn>
                <a:cxn ang="0">
                  <a:pos x="3624" y="2110"/>
                </a:cxn>
                <a:cxn ang="0">
                  <a:pos x="3857" y="2017"/>
                </a:cxn>
                <a:cxn ang="0">
                  <a:pos x="4180" y="1894"/>
                </a:cxn>
                <a:cxn ang="0">
                  <a:pos x="4515" y="2136"/>
                </a:cxn>
                <a:cxn ang="0">
                  <a:pos x="4289" y="1939"/>
                </a:cxn>
                <a:cxn ang="0">
                  <a:pos x="4846" y="2010"/>
                </a:cxn>
                <a:cxn ang="0">
                  <a:pos x="4741" y="1935"/>
                </a:cxn>
                <a:cxn ang="0">
                  <a:pos x="4936" y="1789"/>
                </a:cxn>
                <a:cxn ang="0">
                  <a:pos x="5002" y="2021"/>
                </a:cxn>
                <a:cxn ang="0">
                  <a:pos x="5080" y="1988"/>
                </a:cxn>
                <a:cxn ang="0">
                  <a:pos x="5388" y="2136"/>
                </a:cxn>
                <a:cxn ang="0">
                  <a:pos x="5625" y="1893"/>
                </a:cxn>
                <a:cxn ang="0">
                  <a:pos x="5573" y="1790"/>
                </a:cxn>
                <a:cxn ang="0">
                  <a:pos x="5710" y="1848"/>
                </a:cxn>
                <a:cxn ang="0">
                  <a:pos x="5786" y="2086"/>
                </a:cxn>
                <a:cxn ang="0">
                  <a:pos x="5835" y="2229"/>
                </a:cxn>
              </a:cxnLst>
              <a:rect l="0" t="0" r="r" b="b"/>
              <a:pathLst>
                <a:path w="6099" h="2232">
                  <a:moveTo>
                    <a:pt x="3588" y="1105"/>
                  </a:moveTo>
                  <a:cubicBezTo>
                    <a:pt x="3401" y="1105"/>
                    <a:pt x="3401" y="1105"/>
                    <a:pt x="3401" y="1105"/>
                  </a:cubicBezTo>
                  <a:cubicBezTo>
                    <a:pt x="3431" y="981"/>
                    <a:pt x="3431" y="981"/>
                    <a:pt x="3431" y="981"/>
                  </a:cubicBezTo>
                  <a:cubicBezTo>
                    <a:pt x="3055" y="981"/>
                    <a:pt x="3055" y="981"/>
                    <a:pt x="3055" y="981"/>
                  </a:cubicBezTo>
                  <a:cubicBezTo>
                    <a:pt x="3024" y="1105"/>
                    <a:pt x="3024" y="1105"/>
                    <a:pt x="3024" y="1105"/>
                  </a:cubicBezTo>
                  <a:cubicBezTo>
                    <a:pt x="2843" y="1105"/>
                    <a:pt x="2843" y="1105"/>
                    <a:pt x="2843" y="1105"/>
                  </a:cubicBezTo>
                  <a:cubicBezTo>
                    <a:pt x="2843" y="1079"/>
                    <a:pt x="2843" y="1079"/>
                    <a:pt x="2843" y="1079"/>
                  </a:cubicBezTo>
                  <a:cubicBezTo>
                    <a:pt x="2845" y="1065"/>
                    <a:pt x="2848" y="1051"/>
                    <a:pt x="2851" y="1035"/>
                  </a:cubicBezTo>
                  <a:cubicBezTo>
                    <a:pt x="2884" y="901"/>
                    <a:pt x="2972" y="769"/>
                    <a:pt x="3124" y="769"/>
                  </a:cubicBezTo>
                  <a:cubicBezTo>
                    <a:pt x="3185" y="769"/>
                    <a:pt x="3244" y="792"/>
                    <a:pt x="3236" y="875"/>
                  </a:cubicBezTo>
                  <a:cubicBezTo>
                    <a:pt x="3460" y="875"/>
                    <a:pt x="3460" y="875"/>
                    <a:pt x="3460" y="875"/>
                  </a:cubicBezTo>
                  <a:cubicBezTo>
                    <a:pt x="3469" y="836"/>
                    <a:pt x="3484" y="770"/>
                    <a:pt x="3441" y="709"/>
                  </a:cubicBezTo>
                  <a:cubicBezTo>
                    <a:pt x="3394" y="643"/>
                    <a:pt x="3298" y="616"/>
                    <a:pt x="3173" y="616"/>
                  </a:cubicBezTo>
                  <a:cubicBezTo>
                    <a:pt x="3084" y="616"/>
                    <a:pt x="2955" y="631"/>
                    <a:pt x="2843" y="704"/>
                  </a:cubicBezTo>
                  <a:cubicBezTo>
                    <a:pt x="2843" y="28"/>
                    <a:pt x="2843" y="28"/>
                    <a:pt x="2843" y="28"/>
                  </a:cubicBezTo>
                  <a:cubicBezTo>
                    <a:pt x="3588" y="28"/>
                    <a:pt x="3588" y="28"/>
                    <a:pt x="3588" y="28"/>
                  </a:cubicBezTo>
                  <a:lnTo>
                    <a:pt x="3588" y="1105"/>
                  </a:lnTo>
                  <a:close/>
                  <a:moveTo>
                    <a:pt x="3148" y="1287"/>
                  </a:moveTo>
                  <a:cubicBezTo>
                    <a:pt x="3106" y="1294"/>
                    <a:pt x="3063" y="1300"/>
                    <a:pt x="3023" y="1300"/>
                  </a:cubicBezTo>
                  <a:cubicBezTo>
                    <a:pt x="2915" y="1300"/>
                    <a:pt x="2840" y="1250"/>
                    <a:pt x="2839" y="1133"/>
                  </a:cubicBezTo>
                  <a:cubicBezTo>
                    <a:pt x="3186" y="1133"/>
                    <a:pt x="3186" y="1133"/>
                    <a:pt x="3186" y="1133"/>
                  </a:cubicBezTo>
                  <a:lnTo>
                    <a:pt x="3148" y="1287"/>
                  </a:lnTo>
                  <a:close/>
                  <a:moveTo>
                    <a:pt x="2718" y="672"/>
                  </a:moveTo>
                  <a:cubicBezTo>
                    <a:pt x="2718" y="826"/>
                    <a:pt x="2718" y="826"/>
                    <a:pt x="2718" y="826"/>
                  </a:cubicBezTo>
                  <a:cubicBezTo>
                    <a:pt x="2666" y="898"/>
                    <a:pt x="2634" y="976"/>
                    <a:pt x="2619" y="1040"/>
                  </a:cubicBezTo>
                  <a:cubicBezTo>
                    <a:pt x="2613" y="1061"/>
                    <a:pt x="2609" y="1083"/>
                    <a:pt x="2607" y="1105"/>
                  </a:cubicBezTo>
                  <a:cubicBezTo>
                    <a:pt x="2497" y="1105"/>
                    <a:pt x="2497" y="1105"/>
                    <a:pt x="2497" y="1105"/>
                  </a:cubicBezTo>
                  <a:cubicBezTo>
                    <a:pt x="2591" y="660"/>
                    <a:pt x="2591" y="660"/>
                    <a:pt x="2591" y="660"/>
                  </a:cubicBezTo>
                  <a:cubicBezTo>
                    <a:pt x="2276" y="660"/>
                    <a:pt x="2276" y="660"/>
                    <a:pt x="2276" y="660"/>
                  </a:cubicBezTo>
                  <a:cubicBezTo>
                    <a:pt x="1993" y="1105"/>
                    <a:pt x="1993" y="1105"/>
                    <a:pt x="1993" y="1105"/>
                  </a:cubicBezTo>
                  <a:cubicBezTo>
                    <a:pt x="1973" y="1105"/>
                    <a:pt x="1973" y="1105"/>
                    <a:pt x="1973" y="1105"/>
                  </a:cubicBezTo>
                  <a:cubicBezTo>
                    <a:pt x="1973" y="28"/>
                    <a:pt x="1973" y="28"/>
                    <a:pt x="1973" y="28"/>
                  </a:cubicBezTo>
                  <a:cubicBezTo>
                    <a:pt x="2718" y="28"/>
                    <a:pt x="2718" y="28"/>
                    <a:pt x="2718" y="28"/>
                  </a:cubicBezTo>
                  <a:lnTo>
                    <a:pt x="2718" y="672"/>
                  </a:lnTo>
                  <a:close/>
                  <a:moveTo>
                    <a:pt x="2302" y="1105"/>
                  </a:moveTo>
                  <a:cubicBezTo>
                    <a:pt x="2190" y="1105"/>
                    <a:pt x="2190" y="1105"/>
                    <a:pt x="2190" y="1105"/>
                  </a:cubicBezTo>
                  <a:cubicBezTo>
                    <a:pt x="2360" y="838"/>
                    <a:pt x="2360" y="838"/>
                    <a:pt x="2360" y="838"/>
                  </a:cubicBezTo>
                  <a:lnTo>
                    <a:pt x="2302" y="1105"/>
                  </a:lnTo>
                  <a:close/>
                  <a:moveTo>
                    <a:pt x="1850" y="659"/>
                  </a:moveTo>
                  <a:cubicBezTo>
                    <a:pt x="1663" y="659"/>
                    <a:pt x="1663" y="659"/>
                    <a:pt x="1663" y="659"/>
                  </a:cubicBezTo>
                  <a:cubicBezTo>
                    <a:pt x="1535" y="1105"/>
                    <a:pt x="1535" y="1105"/>
                    <a:pt x="1535" y="1105"/>
                  </a:cubicBezTo>
                  <a:cubicBezTo>
                    <a:pt x="1337" y="1105"/>
                    <a:pt x="1337" y="1105"/>
                    <a:pt x="1337" y="1105"/>
                  </a:cubicBezTo>
                  <a:cubicBezTo>
                    <a:pt x="1438" y="1068"/>
                    <a:pt x="1499" y="996"/>
                    <a:pt x="1518" y="890"/>
                  </a:cubicBezTo>
                  <a:cubicBezTo>
                    <a:pt x="1534" y="809"/>
                    <a:pt x="1527" y="755"/>
                    <a:pt x="1493" y="714"/>
                  </a:cubicBezTo>
                  <a:cubicBezTo>
                    <a:pt x="1443" y="654"/>
                    <a:pt x="1342" y="659"/>
                    <a:pt x="1253" y="659"/>
                  </a:cubicBezTo>
                  <a:cubicBezTo>
                    <a:pt x="1237" y="659"/>
                    <a:pt x="1105" y="659"/>
                    <a:pt x="1105" y="659"/>
                  </a:cubicBezTo>
                  <a:cubicBezTo>
                    <a:pt x="1105" y="28"/>
                    <a:pt x="1105" y="28"/>
                    <a:pt x="1105" y="28"/>
                  </a:cubicBezTo>
                  <a:cubicBezTo>
                    <a:pt x="1850" y="28"/>
                    <a:pt x="1850" y="28"/>
                    <a:pt x="1850" y="28"/>
                  </a:cubicBezTo>
                  <a:lnTo>
                    <a:pt x="1850" y="659"/>
                  </a:lnTo>
                  <a:close/>
                  <a:moveTo>
                    <a:pt x="1730" y="1105"/>
                  </a:moveTo>
                  <a:cubicBezTo>
                    <a:pt x="1809" y="826"/>
                    <a:pt x="1809" y="826"/>
                    <a:pt x="1809" y="826"/>
                  </a:cubicBezTo>
                  <a:cubicBezTo>
                    <a:pt x="1812" y="1105"/>
                    <a:pt x="1812" y="1105"/>
                    <a:pt x="1812" y="1105"/>
                  </a:cubicBezTo>
                  <a:lnTo>
                    <a:pt x="1730" y="1105"/>
                  </a:lnTo>
                  <a:close/>
                  <a:moveTo>
                    <a:pt x="1188" y="999"/>
                  </a:moveTo>
                  <a:cubicBezTo>
                    <a:pt x="1187" y="999"/>
                    <a:pt x="1187" y="999"/>
                    <a:pt x="1187" y="999"/>
                  </a:cubicBezTo>
                  <a:cubicBezTo>
                    <a:pt x="1180" y="999"/>
                    <a:pt x="1173" y="1000"/>
                    <a:pt x="1165" y="1000"/>
                  </a:cubicBezTo>
                  <a:cubicBezTo>
                    <a:pt x="1154" y="1000"/>
                    <a:pt x="1145" y="1000"/>
                    <a:pt x="1137" y="1000"/>
                  </a:cubicBezTo>
                  <a:cubicBezTo>
                    <a:pt x="1089" y="1000"/>
                    <a:pt x="1089" y="1000"/>
                    <a:pt x="1089" y="1000"/>
                  </a:cubicBezTo>
                  <a:cubicBezTo>
                    <a:pt x="1111" y="918"/>
                    <a:pt x="1111" y="918"/>
                    <a:pt x="1111" y="918"/>
                  </a:cubicBezTo>
                  <a:cubicBezTo>
                    <a:pt x="1122" y="878"/>
                    <a:pt x="1122" y="878"/>
                    <a:pt x="1122" y="878"/>
                  </a:cubicBezTo>
                  <a:cubicBezTo>
                    <a:pt x="1147" y="783"/>
                    <a:pt x="1147" y="783"/>
                    <a:pt x="1147" y="783"/>
                  </a:cubicBezTo>
                  <a:cubicBezTo>
                    <a:pt x="1158" y="783"/>
                    <a:pt x="1169" y="782"/>
                    <a:pt x="1179" y="782"/>
                  </a:cubicBezTo>
                  <a:cubicBezTo>
                    <a:pt x="1216" y="782"/>
                    <a:pt x="1216" y="782"/>
                    <a:pt x="1216" y="782"/>
                  </a:cubicBezTo>
                  <a:cubicBezTo>
                    <a:pt x="1279" y="782"/>
                    <a:pt x="1319" y="786"/>
                    <a:pt x="1334" y="806"/>
                  </a:cubicBezTo>
                  <a:cubicBezTo>
                    <a:pt x="1345" y="822"/>
                    <a:pt x="1343" y="848"/>
                    <a:pt x="1330" y="888"/>
                  </a:cubicBezTo>
                  <a:cubicBezTo>
                    <a:pt x="1308" y="957"/>
                    <a:pt x="1279" y="992"/>
                    <a:pt x="1188" y="999"/>
                  </a:cubicBezTo>
                  <a:moveTo>
                    <a:pt x="980" y="699"/>
                  </a:moveTo>
                  <a:cubicBezTo>
                    <a:pt x="969" y="737"/>
                    <a:pt x="969" y="737"/>
                    <a:pt x="969" y="737"/>
                  </a:cubicBezTo>
                  <a:cubicBezTo>
                    <a:pt x="862" y="1092"/>
                    <a:pt x="862" y="1092"/>
                    <a:pt x="862" y="1092"/>
                  </a:cubicBezTo>
                  <a:cubicBezTo>
                    <a:pt x="858" y="1105"/>
                    <a:pt x="858" y="1105"/>
                    <a:pt x="858" y="1105"/>
                  </a:cubicBezTo>
                  <a:cubicBezTo>
                    <a:pt x="507" y="1105"/>
                    <a:pt x="507" y="1105"/>
                    <a:pt x="507" y="1105"/>
                  </a:cubicBezTo>
                  <a:cubicBezTo>
                    <a:pt x="479" y="1047"/>
                    <a:pt x="479" y="1047"/>
                    <a:pt x="479" y="1047"/>
                  </a:cubicBezTo>
                  <a:cubicBezTo>
                    <a:pt x="858" y="660"/>
                    <a:pt x="858" y="660"/>
                    <a:pt x="858" y="660"/>
                  </a:cubicBezTo>
                  <a:cubicBezTo>
                    <a:pt x="615" y="660"/>
                    <a:pt x="615" y="660"/>
                    <a:pt x="615" y="660"/>
                  </a:cubicBezTo>
                  <a:cubicBezTo>
                    <a:pt x="319" y="979"/>
                    <a:pt x="319" y="979"/>
                    <a:pt x="319" y="979"/>
                  </a:cubicBezTo>
                  <a:cubicBezTo>
                    <a:pt x="415" y="660"/>
                    <a:pt x="415" y="660"/>
                    <a:pt x="415" y="660"/>
                  </a:cubicBezTo>
                  <a:cubicBezTo>
                    <a:pt x="235" y="660"/>
                    <a:pt x="235" y="660"/>
                    <a:pt x="235" y="660"/>
                  </a:cubicBezTo>
                  <a:cubicBezTo>
                    <a:pt x="235" y="28"/>
                    <a:pt x="235" y="28"/>
                    <a:pt x="235" y="28"/>
                  </a:cubicBezTo>
                  <a:cubicBezTo>
                    <a:pt x="980" y="28"/>
                    <a:pt x="980" y="28"/>
                    <a:pt x="980" y="28"/>
                  </a:cubicBezTo>
                  <a:lnTo>
                    <a:pt x="980" y="699"/>
                  </a:lnTo>
                  <a:close/>
                  <a:moveTo>
                    <a:pt x="281" y="1105"/>
                  </a:moveTo>
                  <a:cubicBezTo>
                    <a:pt x="282" y="1101"/>
                    <a:pt x="282" y="1101"/>
                    <a:pt x="282" y="1101"/>
                  </a:cubicBezTo>
                  <a:cubicBezTo>
                    <a:pt x="285" y="1105"/>
                    <a:pt x="285" y="1105"/>
                    <a:pt x="285" y="1105"/>
                  </a:cubicBezTo>
                  <a:lnTo>
                    <a:pt x="281" y="1105"/>
                  </a:lnTo>
                  <a:close/>
                  <a:moveTo>
                    <a:pt x="2814" y="0"/>
                  </a:moveTo>
                  <a:cubicBezTo>
                    <a:pt x="2814" y="724"/>
                    <a:pt x="2814" y="724"/>
                    <a:pt x="2814" y="724"/>
                  </a:cubicBezTo>
                  <a:cubicBezTo>
                    <a:pt x="2789" y="744"/>
                    <a:pt x="2767" y="765"/>
                    <a:pt x="2747" y="788"/>
                  </a:cubicBezTo>
                  <a:cubicBezTo>
                    <a:pt x="2747" y="0"/>
                    <a:pt x="2747" y="0"/>
                    <a:pt x="2747" y="0"/>
                  </a:cubicBezTo>
                  <a:cubicBezTo>
                    <a:pt x="1945" y="0"/>
                    <a:pt x="1945" y="0"/>
                    <a:pt x="1945" y="0"/>
                  </a:cubicBezTo>
                  <a:cubicBezTo>
                    <a:pt x="1945" y="659"/>
                    <a:pt x="1945" y="659"/>
                    <a:pt x="1945" y="659"/>
                  </a:cubicBezTo>
                  <a:cubicBezTo>
                    <a:pt x="1878" y="659"/>
                    <a:pt x="1878" y="659"/>
                    <a:pt x="1878" y="659"/>
                  </a:cubicBezTo>
                  <a:cubicBezTo>
                    <a:pt x="1878" y="0"/>
                    <a:pt x="1878" y="0"/>
                    <a:pt x="1878" y="0"/>
                  </a:cubicBezTo>
                  <a:cubicBezTo>
                    <a:pt x="1076" y="0"/>
                    <a:pt x="1076" y="0"/>
                    <a:pt x="1076" y="0"/>
                  </a:cubicBezTo>
                  <a:cubicBezTo>
                    <a:pt x="1076" y="660"/>
                    <a:pt x="1076" y="660"/>
                    <a:pt x="1076" y="660"/>
                  </a:cubicBezTo>
                  <a:cubicBezTo>
                    <a:pt x="1009" y="660"/>
                    <a:pt x="1009" y="660"/>
                    <a:pt x="1009" y="660"/>
                  </a:cubicBezTo>
                  <a:cubicBezTo>
                    <a:pt x="1009" y="0"/>
                    <a:pt x="1009" y="0"/>
                    <a:pt x="1009" y="0"/>
                  </a:cubicBezTo>
                  <a:cubicBezTo>
                    <a:pt x="207" y="0"/>
                    <a:pt x="207" y="0"/>
                    <a:pt x="207" y="0"/>
                  </a:cubicBezTo>
                  <a:cubicBezTo>
                    <a:pt x="207" y="753"/>
                    <a:pt x="207" y="753"/>
                    <a:pt x="207" y="753"/>
                  </a:cubicBezTo>
                  <a:cubicBezTo>
                    <a:pt x="2" y="1435"/>
                    <a:pt x="2" y="1435"/>
                    <a:pt x="2" y="1435"/>
                  </a:cubicBezTo>
                  <a:cubicBezTo>
                    <a:pt x="182" y="1435"/>
                    <a:pt x="182" y="1435"/>
                    <a:pt x="182" y="1435"/>
                  </a:cubicBezTo>
                  <a:cubicBezTo>
                    <a:pt x="273" y="1133"/>
                    <a:pt x="273" y="1133"/>
                    <a:pt x="273" y="1133"/>
                  </a:cubicBezTo>
                  <a:cubicBezTo>
                    <a:pt x="299" y="1133"/>
                    <a:pt x="299" y="1133"/>
                    <a:pt x="299" y="1133"/>
                  </a:cubicBezTo>
                  <a:cubicBezTo>
                    <a:pt x="448" y="1435"/>
                    <a:pt x="448" y="1435"/>
                    <a:pt x="448" y="1435"/>
                  </a:cubicBezTo>
                  <a:cubicBezTo>
                    <a:pt x="665" y="1435"/>
                    <a:pt x="665" y="1435"/>
                    <a:pt x="665" y="1435"/>
                  </a:cubicBezTo>
                  <a:cubicBezTo>
                    <a:pt x="520" y="1133"/>
                    <a:pt x="520" y="1133"/>
                    <a:pt x="520" y="1133"/>
                  </a:cubicBezTo>
                  <a:cubicBezTo>
                    <a:pt x="849" y="1133"/>
                    <a:pt x="849" y="1133"/>
                    <a:pt x="849" y="1133"/>
                  </a:cubicBezTo>
                  <a:cubicBezTo>
                    <a:pt x="758" y="1435"/>
                    <a:pt x="758" y="1435"/>
                    <a:pt x="758" y="1435"/>
                  </a:cubicBezTo>
                  <a:cubicBezTo>
                    <a:pt x="955" y="1435"/>
                    <a:pt x="955" y="1435"/>
                    <a:pt x="955" y="1435"/>
                  </a:cubicBezTo>
                  <a:cubicBezTo>
                    <a:pt x="1045" y="1134"/>
                    <a:pt x="1045" y="1134"/>
                    <a:pt x="1045" y="1134"/>
                  </a:cubicBezTo>
                  <a:cubicBezTo>
                    <a:pt x="1088" y="1134"/>
                    <a:pt x="1088" y="1134"/>
                    <a:pt x="1088" y="1134"/>
                  </a:cubicBezTo>
                  <a:cubicBezTo>
                    <a:pt x="1088" y="1133"/>
                    <a:pt x="1088" y="1133"/>
                    <a:pt x="1088" y="1133"/>
                  </a:cubicBezTo>
                  <a:cubicBezTo>
                    <a:pt x="1150" y="1133"/>
                    <a:pt x="1150" y="1133"/>
                    <a:pt x="1150" y="1133"/>
                  </a:cubicBezTo>
                  <a:cubicBezTo>
                    <a:pt x="1155" y="1133"/>
                    <a:pt x="1155" y="1133"/>
                    <a:pt x="1155" y="1133"/>
                  </a:cubicBezTo>
                  <a:cubicBezTo>
                    <a:pt x="1527" y="1133"/>
                    <a:pt x="1527" y="1133"/>
                    <a:pt x="1527" y="1133"/>
                  </a:cubicBezTo>
                  <a:cubicBezTo>
                    <a:pt x="1440" y="1434"/>
                    <a:pt x="1440" y="1434"/>
                    <a:pt x="1440" y="1434"/>
                  </a:cubicBezTo>
                  <a:cubicBezTo>
                    <a:pt x="1638" y="1434"/>
                    <a:pt x="1638" y="1434"/>
                    <a:pt x="1638" y="1434"/>
                  </a:cubicBezTo>
                  <a:cubicBezTo>
                    <a:pt x="1722" y="1133"/>
                    <a:pt x="1722" y="1133"/>
                    <a:pt x="1722" y="1133"/>
                  </a:cubicBezTo>
                  <a:cubicBezTo>
                    <a:pt x="1812" y="1133"/>
                    <a:pt x="1812" y="1133"/>
                    <a:pt x="1812" y="1133"/>
                  </a:cubicBezTo>
                  <a:cubicBezTo>
                    <a:pt x="1814" y="1434"/>
                    <a:pt x="1814" y="1434"/>
                    <a:pt x="1814" y="1434"/>
                  </a:cubicBezTo>
                  <a:cubicBezTo>
                    <a:pt x="1980" y="1434"/>
                    <a:pt x="1980" y="1434"/>
                    <a:pt x="1980" y="1434"/>
                  </a:cubicBezTo>
                  <a:cubicBezTo>
                    <a:pt x="2171" y="1133"/>
                    <a:pt x="2171" y="1133"/>
                    <a:pt x="2171" y="1133"/>
                  </a:cubicBezTo>
                  <a:cubicBezTo>
                    <a:pt x="2296" y="1133"/>
                    <a:pt x="2296" y="1133"/>
                    <a:pt x="2296" y="1133"/>
                  </a:cubicBezTo>
                  <a:cubicBezTo>
                    <a:pt x="2232" y="1434"/>
                    <a:pt x="2232" y="1434"/>
                    <a:pt x="2232" y="1434"/>
                  </a:cubicBezTo>
                  <a:cubicBezTo>
                    <a:pt x="2427" y="1434"/>
                    <a:pt x="2427" y="1434"/>
                    <a:pt x="2427" y="1434"/>
                  </a:cubicBezTo>
                  <a:cubicBezTo>
                    <a:pt x="2491" y="1133"/>
                    <a:pt x="2491" y="1133"/>
                    <a:pt x="2491" y="1133"/>
                  </a:cubicBezTo>
                  <a:cubicBezTo>
                    <a:pt x="2604" y="1133"/>
                    <a:pt x="2604" y="1133"/>
                    <a:pt x="2604" y="1133"/>
                  </a:cubicBezTo>
                  <a:cubicBezTo>
                    <a:pt x="2599" y="1226"/>
                    <a:pt x="2623" y="1311"/>
                    <a:pt x="2685" y="1368"/>
                  </a:cubicBezTo>
                  <a:cubicBezTo>
                    <a:pt x="2761" y="1438"/>
                    <a:pt x="2877" y="1451"/>
                    <a:pt x="2963" y="1451"/>
                  </a:cubicBezTo>
                  <a:cubicBezTo>
                    <a:pt x="3081" y="1451"/>
                    <a:pt x="3203" y="1434"/>
                    <a:pt x="3326" y="1407"/>
                  </a:cubicBezTo>
                  <a:cubicBezTo>
                    <a:pt x="3394" y="1133"/>
                    <a:pt x="3394" y="1133"/>
                    <a:pt x="3394" y="1133"/>
                  </a:cubicBezTo>
                  <a:cubicBezTo>
                    <a:pt x="3617" y="1133"/>
                    <a:pt x="3617" y="1133"/>
                    <a:pt x="3617" y="1133"/>
                  </a:cubicBezTo>
                  <a:cubicBezTo>
                    <a:pt x="3617" y="0"/>
                    <a:pt x="3617" y="0"/>
                    <a:pt x="3617" y="0"/>
                  </a:cubicBezTo>
                  <a:lnTo>
                    <a:pt x="2814" y="0"/>
                  </a:lnTo>
                  <a:close/>
                  <a:moveTo>
                    <a:pt x="351" y="1894"/>
                  </a:moveTo>
                  <a:cubicBezTo>
                    <a:pt x="321" y="2038"/>
                    <a:pt x="321" y="2038"/>
                    <a:pt x="321" y="2038"/>
                  </a:cubicBezTo>
                  <a:cubicBezTo>
                    <a:pt x="316" y="2060"/>
                    <a:pt x="309" y="2092"/>
                    <a:pt x="348" y="2092"/>
                  </a:cubicBezTo>
                  <a:cubicBezTo>
                    <a:pt x="393" y="2092"/>
                    <a:pt x="400" y="2058"/>
                    <a:pt x="409" y="2016"/>
                  </a:cubicBezTo>
                  <a:cubicBezTo>
                    <a:pt x="435" y="1894"/>
                    <a:pt x="435" y="1894"/>
                    <a:pt x="435" y="1894"/>
                  </a:cubicBezTo>
                  <a:cubicBezTo>
                    <a:pt x="508" y="1894"/>
                    <a:pt x="508" y="1894"/>
                    <a:pt x="508" y="1894"/>
                  </a:cubicBezTo>
                  <a:cubicBezTo>
                    <a:pt x="474" y="2053"/>
                    <a:pt x="474" y="2053"/>
                    <a:pt x="474" y="2053"/>
                  </a:cubicBezTo>
                  <a:cubicBezTo>
                    <a:pt x="464" y="2106"/>
                    <a:pt x="463" y="2112"/>
                    <a:pt x="462" y="2118"/>
                  </a:cubicBezTo>
                  <a:cubicBezTo>
                    <a:pt x="461" y="2125"/>
                    <a:pt x="460" y="2130"/>
                    <a:pt x="460" y="2136"/>
                  </a:cubicBezTo>
                  <a:cubicBezTo>
                    <a:pt x="391" y="2136"/>
                    <a:pt x="391" y="2136"/>
                    <a:pt x="391" y="2136"/>
                  </a:cubicBezTo>
                  <a:cubicBezTo>
                    <a:pt x="395" y="2104"/>
                    <a:pt x="395" y="2104"/>
                    <a:pt x="395" y="2104"/>
                  </a:cubicBezTo>
                  <a:cubicBezTo>
                    <a:pt x="386" y="2115"/>
                    <a:pt x="362" y="2143"/>
                    <a:pt x="315" y="2143"/>
                  </a:cubicBezTo>
                  <a:cubicBezTo>
                    <a:pt x="283" y="2143"/>
                    <a:pt x="259" y="2128"/>
                    <a:pt x="250" y="2110"/>
                  </a:cubicBezTo>
                  <a:cubicBezTo>
                    <a:pt x="238" y="2090"/>
                    <a:pt x="245" y="2056"/>
                    <a:pt x="248" y="2045"/>
                  </a:cubicBezTo>
                  <a:cubicBezTo>
                    <a:pt x="279" y="1894"/>
                    <a:pt x="279" y="1894"/>
                    <a:pt x="279" y="1894"/>
                  </a:cubicBezTo>
                  <a:lnTo>
                    <a:pt x="351" y="1894"/>
                  </a:lnTo>
                  <a:close/>
                  <a:moveTo>
                    <a:pt x="812" y="1942"/>
                  </a:moveTo>
                  <a:cubicBezTo>
                    <a:pt x="870" y="1942"/>
                    <a:pt x="870" y="1942"/>
                    <a:pt x="870" y="1942"/>
                  </a:cubicBezTo>
                  <a:cubicBezTo>
                    <a:pt x="880" y="1895"/>
                    <a:pt x="880" y="1895"/>
                    <a:pt x="880" y="1895"/>
                  </a:cubicBezTo>
                  <a:cubicBezTo>
                    <a:pt x="822" y="1895"/>
                    <a:pt x="822" y="1895"/>
                    <a:pt x="822" y="1895"/>
                  </a:cubicBezTo>
                  <a:cubicBezTo>
                    <a:pt x="838" y="1822"/>
                    <a:pt x="838" y="1822"/>
                    <a:pt x="838" y="1822"/>
                  </a:cubicBezTo>
                  <a:cubicBezTo>
                    <a:pt x="762" y="1848"/>
                    <a:pt x="762" y="1848"/>
                    <a:pt x="762" y="1848"/>
                  </a:cubicBezTo>
                  <a:cubicBezTo>
                    <a:pt x="752" y="1895"/>
                    <a:pt x="752" y="1895"/>
                    <a:pt x="752" y="1895"/>
                  </a:cubicBezTo>
                  <a:cubicBezTo>
                    <a:pt x="654" y="1895"/>
                    <a:pt x="654" y="1895"/>
                    <a:pt x="654" y="1895"/>
                  </a:cubicBezTo>
                  <a:cubicBezTo>
                    <a:pt x="670" y="1822"/>
                    <a:pt x="670" y="1822"/>
                    <a:pt x="670" y="1822"/>
                  </a:cubicBezTo>
                  <a:cubicBezTo>
                    <a:pt x="594" y="1848"/>
                    <a:pt x="594" y="1848"/>
                    <a:pt x="594" y="1848"/>
                  </a:cubicBezTo>
                  <a:cubicBezTo>
                    <a:pt x="584" y="1895"/>
                    <a:pt x="584" y="1895"/>
                    <a:pt x="584" y="1895"/>
                  </a:cubicBezTo>
                  <a:cubicBezTo>
                    <a:pt x="537" y="1895"/>
                    <a:pt x="537" y="1895"/>
                    <a:pt x="537" y="1895"/>
                  </a:cubicBezTo>
                  <a:cubicBezTo>
                    <a:pt x="527" y="1942"/>
                    <a:pt x="527" y="1942"/>
                    <a:pt x="527" y="1942"/>
                  </a:cubicBezTo>
                  <a:cubicBezTo>
                    <a:pt x="574" y="1942"/>
                    <a:pt x="574" y="1942"/>
                    <a:pt x="574" y="1942"/>
                  </a:cubicBezTo>
                  <a:cubicBezTo>
                    <a:pt x="545" y="2075"/>
                    <a:pt x="545" y="2075"/>
                    <a:pt x="545" y="2075"/>
                  </a:cubicBezTo>
                  <a:cubicBezTo>
                    <a:pt x="541" y="2095"/>
                    <a:pt x="531" y="2141"/>
                    <a:pt x="603" y="2141"/>
                  </a:cubicBezTo>
                  <a:cubicBezTo>
                    <a:pt x="615" y="2141"/>
                    <a:pt x="636" y="2139"/>
                    <a:pt x="660" y="2133"/>
                  </a:cubicBezTo>
                  <a:cubicBezTo>
                    <a:pt x="670" y="2086"/>
                    <a:pt x="670" y="2086"/>
                    <a:pt x="670" y="2086"/>
                  </a:cubicBezTo>
                  <a:cubicBezTo>
                    <a:pt x="661" y="2087"/>
                    <a:pt x="656" y="2088"/>
                    <a:pt x="645" y="2088"/>
                  </a:cubicBezTo>
                  <a:cubicBezTo>
                    <a:pt x="614" y="2088"/>
                    <a:pt x="617" y="2074"/>
                    <a:pt x="621" y="2052"/>
                  </a:cubicBezTo>
                  <a:cubicBezTo>
                    <a:pt x="645" y="1942"/>
                    <a:pt x="645" y="1942"/>
                    <a:pt x="645" y="1942"/>
                  </a:cubicBezTo>
                  <a:cubicBezTo>
                    <a:pt x="741" y="1942"/>
                    <a:pt x="741" y="1942"/>
                    <a:pt x="741" y="1942"/>
                  </a:cubicBezTo>
                  <a:cubicBezTo>
                    <a:pt x="713" y="2075"/>
                    <a:pt x="713" y="2075"/>
                    <a:pt x="713" y="2075"/>
                  </a:cubicBezTo>
                  <a:cubicBezTo>
                    <a:pt x="709" y="2095"/>
                    <a:pt x="699" y="2141"/>
                    <a:pt x="771" y="2141"/>
                  </a:cubicBezTo>
                  <a:cubicBezTo>
                    <a:pt x="782" y="2141"/>
                    <a:pt x="804" y="2139"/>
                    <a:pt x="828" y="2133"/>
                  </a:cubicBezTo>
                  <a:cubicBezTo>
                    <a:pt x="838" y="2086"/>
                    <a:pt x="838" y="2086"/>
                    <a:pt x="838" y="2086"/>
                  </a:cubicBezTo>
                  <a:cubicBezTo>
                    <a:pt x="829" y="2087"/>
                    <a:pt x="824" y="2088"/>
                    <a:pt x="813" y="2088"/>
                  </a:cubicBezTo>
                  <a:cubicBezTo>
                    <a:pt x="781" y="2088"/>
                    <a:pt x="785" y="2074"/>
                    <a:pt x="788" y="2052"/>
                  </a:cubicBezTo>
                  <a:lnTo>
                    <a:pt x="812" y="1942"/>
                  </a:lnTo>
                  <a:close/>
                  <a:moveTo>
                    <a:pt x="916" y="1893"/>
                  </a:moveTo>
                  <a:cubicBezTo>
                    <a:pt x="987" y="1893"/>
                    <a:pt x="987" y="1893"/>
                    <a:pt x="987" y="1893"/>
                  </a:cubicBezTo>
                  <a:cubicBezTo>
                    <a:pt x="935" y="2136"/>
                    <a:pt x="935" y="2136"/>
                    <a:pt x="935" y="2136"/>
                  </a:cubicBezTo>
                  <a:cubicBezTo>
                    <a:pt x="864" y="2136"/>
                    <a:pt x="864" y="2136"/>
                    <a:pt x="864" y="2136"/>
                  </a:cubicBezTo>
                  <a:lnTo>
                    <a:pt x="916" y="1893"/>
                  </a:lnTo>
                  <a:close/>
                  <a:moveTo>
                    <a:pt x="935" y="1790"/>
                  </a:moveTo>
                  <a:cubicBezTo>
                    <a:pt x="1011" y="1790"/>
                    <a:pt x="1011" y="1790"/>
                    <a:pt x="1011" y="1790"/>
                  </a:cubicBezTo>
                  <a:cubicBezTo>
                    <a:pt x="998" y="1851"/>
                    <a:pt x="998" y="1851"/>
                    <a:pt x="998" y="1851"/>
                  </a:cubicBezTo>
                  <a:cubicBezTo>
                    <a:pt x="922" y="1851"/>
                    <a:pt x="922" y="1851"/>
                    <a:pt x="922" y="1851"/>
                  </a:cubicBezTo>
                  <a:lnTo>
                    <a:pt x="935" y="1790"/>
                  </a:lnTo>
                  <a:close/>
                  <a:moveTo>
                    <a:pt x="1034" y="1937"/>
                  </a:moveTo>
                  <a:cubicBezTo>
                    <a:pt x="1034" y="1936"/>
                    <a:pt x="1040" y="1909"/>
                    <a:pt x="1042" y="1893"/>
                  </a:cubicBezTo>
                  <a:cubicBezTo>
                    <a:pt x="1110" y="1893"/>
                    <a:pt x="1110" y="1893"/>
                    <a:pt x="1110" y="1893"/>
                  </a:cubicBezTo>
                  <a:cubicBezTo>
                    <a:pt x="1104" y="1929"/>
                    <a:pt x="1104" y="1929"/>
                    <a:pt x="1104" y="1929"/>
                  </a:cubicBezTo>
                  <a:cubicBezTo>
                    <a:pt x="1113" y="1918"/>
                    <a:pt x="1139" y="1887"/>
                    <a:pt x="1192" y="1887"/>
                  </a:cubicBezTo>
                  <a:cubicBezTo>
                    <a:pt x="1239" y="1887"/>
                    <a:pt x="1254" y="1916"/>
                    <a:pt x="1256" y="1933"/>
                  </a:cubicBezTo>
                  <a:cubicBezTo>
                    <a:pt x="1259" y="1948"/>
                    <a:pt x="1257" y="1960"/>
                    <a:pt x="1248" y="2005"/>
                  </a:cubicBezTo>
                  <a:cubicBezTo>
                    <a:pt x="1220" y="2136"/>
                    <a:pt x="1220" y="2136"/>
                    <a:pt x="1220" y="2136"/>
                  </a:cubicBezTo>
                  <a:cubicBezTo>
                    <a:pt x="1147" y="2136"/>
                    <a:pt x="1147" y="2136"/>
                    <a:pt x="1147" y="2136"/>
                  </a:cubicBezTo>
                  <a:cubicBezTo>
                    <a:pt x="1179" y="1985"/>
                    <a:pt x="1179" y="1985"/>
                    <a:pt x="1179" y="1985"/>
                  </a:cubicBezTo>
                  <a:cubicBezTo>
                    <a:pt x="1181" y="1975"/>
                    <a:pt x="1183" y="1967"/>
                    <a:pt x="1181" y="1959"/>
                  </a:cubicBezTo>
                  <a:cubicBezTo>
                    <a:pt x="1178" y="1949"/>
                    <a:pt x="1169" y="1938"/>
                    <a:pt x="1151" y="1938"/>
                  </a:cubicBezTo>
                  <a:cubicBezTo>
                    <a:pt x="1136" y="1938"/>
                    <a:pt x="1120" y="1946"/>
                    <a:pt x="1110" y="1957"/>
                  </a:cubicBezTo>
                  <a:cubicBezTo>
                    <a:pt x="1104" y="1963"/>
                    <a:pt x="1097" y="1975"/>
                    <a:pt x="1093" y="1994"/>
                  </a:cubicBezTo>
                  <a:cubicBezTo>
                    <a:pt x="1063" y="2136"/>
                    <a:pt x="1063" y="2136"/>
                    <a:pt x="1063" y="2136"/>
                  </a:cubicBezTo>
                  <a:cubicBezTo>
                    <a:pt x="992" y="2136"/>
                    <a:pt x="992" y="2136"/>
                    <a:pt x="992" y="2136"/>
                  </a:cubicBezTo>
                  <a:lnTo>
                    <a:pt x="1034" y="1937"/>
                  </a:lnTo>
                  <a:close/>
                  <a:moveTo>
                    <a:pt x="1558" y="1895"/>
                  </a:moveTo>
                  <a:cubicBezTo>
                    <a:pt x="1552" y="1914"/>
                    <a:pt x="1547" y="1930"/>
                    <a:pt x="1542" y="1955"/>
                  </a:cubicBezTo>
                  <a:cubicBezTo>
                    <a:pt x="1504" y="2134"/>
                    <a:pt x="1504" y="2134"/>
                    <a:pt x="1504" y="2134"/>
                  </a:cubicBezTo>
                  <a:cubicBezTo>
                    <a:pt x="1486" y="2223"/>
                    <a:pt x="1409" y="2232"/>
                    <a:pt x="1363" y="2232"/>
                  </a:cubicBezTo>
                  <a:cubicBezTo>
                    <a:pt x="1328" y="2232"/>
                    <a:pt x="1261" y="2228"/>
                    <a:pt x="1272" y="2154"/>
                  </a:cubicBezTo>
                  <a:cubicBezTo>
                    <a:pt x="1340" y="2154"/>
                    <a:pt x="1340" y="2154"/>
                    <a:pt x="1340" y="2154"/>
                  </a:cubicBezTo>
                  <a:cubicBezTo>
                    <a:pt x="1340" y="2158"/>
                    <a:pt x="1339" y="2166"/>
                    <a:pt x="1344" y="2174"/>
                  </a:cubicBezTo>
                  <a:cubicBezTo>
                    <a:pt x="1348" y="2181"/>
                    <a:pt x="1357" y="2188"/>
                    <a:pt x="1375" y="2188"/>
                  </a:cubicBezTo>
                  <a:cubicBezTo>
                    <a:pt x="1397" y="2188"/>
                    <a:pt x="1417" y="2178"/>
                    <a:pt x="1427" y="2156"/>
                  </a:cubicBezTo>
                  <a:cubicBezTo>
                    <a:pt x="1432" y="2144"/>
                    <a:pt x="1434" y="2135"/>
                    <a:pt x="1442" y="2099"/>
                  </a:cubicBezTo>
                  <a:cubicBezTo>
                    <a:pt x="1413" y="2128"/>
                    <a:pt x="1387" y="2132"/>
                    <a:pt x="1370" y="2132"/>
                  </a:cubicBezTo>
                  <a:cubicBezTo>
                    <a:pt x="1300" y="2132"/>
                    <a:pt x="1280" y="2071"/>
                    <a:pt x="1293" y="2012"/>
                  </a:cubicBezTo>
                  <a:cubicBezTo>
                    <a:pt x="1306" y="1951"/>
                    <a:pt x="1352" y="1892"/>
                    <a:pt x="1422" y="1892"/>
                  </a:cubicBezTo>
                  <a:cubicBezTo>
                    <a:pt x="1466" y="1892"/>
                    <a:pt x="1477" y="1916"/>
                    <a:pt x="1482" y="1927"/>
                  </a:cubicBezTo>
                  <a:cubicBezTo>
                    <a:pt x="1492" y="1895"/>
                    <a:pt x="1492" y="1895"/>
                    <a:pt x="1492" y="1895"/>
                  </a:cubicBezTo>
                  <a:lnTo>
                    <a:pt x="1558" y="1895"/>
                  </a:lnTo>
                  <a:close/>
                  <a:moveTo>
                    <a:pt x="1397" y="2083"/>
                  </a:moveTo>
                  <a:cubicBezTo>
                    <a:pt x="1447" y="2083"/>
                    <a:pt x="1459" y="2025"/>
                    <a:pt x="1461" y="2014"/>
                  </a:cubicBezTo>
                  <a:cubicBezTo>
                    <a:pt x="1467" y="1986"/>
                    <a:pt x="1472" y="1940"/>
                    <a:pt x="1428" y="1940"/>
                  </a:cubicBezTo>
                  <a:cubicBezTo>
                    <a:pt x="1401" y="1940"/>
                    <a:pt x="1375" y="1960"/>
                    <a:pt x="1364" y="2012"/>
                  </a:cubicBezTo>
                  <a:cubicBezTo>
                    <a:pt x="1362" y="2025"/>
                    <a:pt x="1349" y="2083"/>
                    <a:pt x="1397" y="2083"/>
                  </a:cubicBezTo>
                  <a:moveTo>
                    <a:pt x="1842" y="2133"/>
                  </a:moveTo>
                  <a:cubicBezTo>
                    <a:pt x="1818" y="2139"/>
                    <a:pt x="1797" y="2141"/>
                    <a:pt x="1786" y="2141"/>
                  </a:cubicBezTo>
                  <a:cubicBezTo>
                    <a:pt x="1714" y="2141"/>
                    <a:pt x="1723" y="2095"/>
                    <a:pt x="1728" y="2075"/>
                  </a:cubicBezTo>
                  <a:cubicBezTo>
                    <a:pt x="1756" y="1942"/>
                    <a:pt x="1756" y="1942"/>
                    <a:pt x="1756" y="1942"/>
                  </a:cubicBezTo>
                  <a:cubicBezTo>
                    <a:pt x="1710" y="1942"/>
                    <a:pt x="1710" y="1942"/>
                    <a:pt x="1710" y="1942"/>
                  </a:cubicBezTo>
                  <a:cubicBezTo>
                    <a:pt x="1719" y="1895"/>
                    <a:pt x="1719" y="1895"/>
                    <a:pt x="1719" y="1895"/>
                  </a:cubicBezTo>
                  <a:cubicBezTo>
                    <a:pt x="1766" y="1895"/>
                    <a:pt x="1766" y="1895"/>
                    <a:pt x="1766" y="1895"/>
                  </a:cubicBezTo>
                  <a:cubicBezTo>
                    <a:pt x="1776" y="1848"/>
                    <a:pt x="1776" y="1848"/>
                    <a:pt x="1776" y="1848"/>
                  </a:cubicBezTo>
                  <a:cubicBezTo>
                    <a:pt x="1852" y="1822"/>
                    <a:pt x="1852" y="1822"/>
                    <a:pt x="1852" y="1822"/>
                  </a:cubicBezTo>
                  <a:cubicBezTo>
                    <a:pt x="1837" y="1895"/>
                    <a:pt x="1837" y="1895"/>
                    <a:pt x="1837" y="1895"/>
                  </a:cubicBezTo>
                  <a:cubicBezTo>
                    <a:pt x="1895" y="1895"/>
                    <a:pt x="1895" y="1895"/>
                    <a:pt x="1895" y="1895"/>
                  </a:cubicBezTo>
                  <a:cubicBezTo>
                    <a:pt x="1884" y="1942"/>
                    <a:pt x="1884" y="1942"/>
                    <a:pt x="1884" y="1942"/>
                  </a:cubicBezTo>
                  <a:cubicBezTo>
                    <a:pt x="1827" y="1942"/>
                    <a:pt x="1827" y="1942"/>
                    <a:pt x="1827" y="1942"/>
                  </a:cubicBezTo>
                  <a:cubicBezTo>
                    <a:pt x="1803" y="2052"/>
                    <a:pt x="1803" y="2052"/>
                    <a:pt x="1803" y="2052"/>
                  </a:cubicBezTo>
                  <a:cubicBezTo>
                    <a:pt x="1799" y="2074"/>
                    <a:pt x="1796" y="2088"/>
                    <a:pt x="1828" y="2088"/>
                  </a:cubicBezTo>
                  <a:cubicBezTo>
                    <a:pt x="1838" y="2088"/>
                    <a:pt x="1844" y="2087"/>
                    <a:pt x="1852" y="2086"/>
                  </a:cubicBezTo>
                  <a:lnTo>
                    <a:pt x="1842" y="2133"/>
                  </a:lnTo>
                  <a:close/>
                  <a:moveTo>
                    <a:pt x="1954" y="1790"/>
                  </a:moveTo>
                  <a:cubicBezTo>
                    <a:pt x="2025" y="1790"/>
                    <a:pt x="2025" y="1790"/>
                    <a:pt x="2025" y="1790"/>
                  </a:cubicBezTo>
                  <a:cubicBezTo>
                    <a:pt x="1996" y="1927"/>
                    <a:pt x="1996" y="1927"/>
                    <a:pt x="1996" y="1927"/>
                  </a:cubicBezTo>
                  <a:cubicBezTo>
                    <a:pt x="2007" y="1915"/>
                    <a:pt x="2030" y="1890"/>
                    <a:pt x="2074" y="1890"/>
                  </a:cubicBezTo>
                  <a:cubicBezTo>
                    <a:pt x="2110" y="1890"/>
                    <a:pt x="2129" y="1908"/>
                    <a:pt x="2137" y="1923"/>
                  </a:cubicBezTo>
                  <a:cubicBezTo>
                    <a:pt x="2143" y="1935"/>
                    <a:pt x="2146" y="1957"/>
                    <a:pt x="2139" y="1989"/>
                  </a:cubicBezTo>
                  <a:cubicBezTo>
                    <a:pt x="2108" y="2136"/>
                    <a:pt x="2108" y="2136"/>
                    <a:pt x="2108" y="2136"/>
                  </a:cubicBezTo>
                  <a:cubicBezTo>
                    <a:pt x="2037" y="2136"/>
                    <a:pt x="2037" y="2136"/>
                    <a:pt x="2037" y="2136"/>
                  </a:cubicBezTo>
                  <a:cubicBezTo>
                    <a:pt x="2068" y="1991"/>
                    <a:pt x="2068" y="1991"/>
                    <a:pt x="2068" y="1991"/>
                  </a:cubicBezTo>
                  <a:cubicBezTo>
                    <a:pt x="2071" y="1977"/>
                    <a:pt x="2079" y="1938"/>
                    <a:pt x="2040" y="1938"/>
                  </a:cubicBezTo>
                  <a:cubicBezTo>
                    <a:pt x="2019" y="1938"/>
                    <a:pt x="1991" y="1950"/>
                    <a:pt x="1983" y="1988"/>
                  </a:cubicBezTo>
                  <a:cubicBezTo>
                    <a:pt x="1952" y="2136"/>
                    <a:pt x="1952" y="2136"/>
                    <a:pt x="1952" y="2136"/>
                  </a:cubicBezTo>
                  <a:cubicBezTo>
                    <a:pt x="1881" y="2136"/>
                    <a:pt x="1881" y="2136"/>
                    <a:pt x="1881" y="2136"/>
                  </a:cubicBezTo>
                  <a:lnTo>
                    <a:pt x="1954" y="1790"/>
                  </a:lnTo>
                  <a:close/>
                  <a:moveTo>
                    <a:pt x="2195" y="1953"/>
                  </a:moveTo>
                  <a:cubicBezTo>
                    <a:pt x="2197" y="1942"/>
                    <a:pt x="2203" y="1906"/>
                    <a:pt x="2205" y="1893"/>
                  </a:cubicBezTo>
                  <a:cubicBezTo>
                    <a:pt x="2271" y="1893"/>
                    <a:pt x="2271" y="1893"/>
                    <a:pt x="2271" y="1893"/>
                  </a:cubicBezTo>
                  <a:cubicBezTo>
                    <a:pt x="2263" y="1939"/>
                    <a:pt x="2263" y="1939"/>
                    <a:pt x="2263" y="1939"/>
                  </a:cubicBezTo>
                  <a:cubicBezTo>
                    <a:pt x="2276" y="1919"/>
                    <a:pt x="2298" y="1889"/>
                    <a:pt x="2356" y="1892"/>
                  </a:cubicBezTo>
                  <a:cubicBezTo>
                    <a:pt x="2342" y="1956"/>
                    <a:pt x="2342" y="1956"/>
                    <a:pt x="2342" y="1956"/>
                  </a:cubicBezTo>
                  <a:cubicBezTo>
                    <a:pt x="2271" y="1949"/>
                    <a:pt x="2259" y="1986"/>
                    <a:pt x="2253" y="2017"/>
                  </a:cubicBezTo>
                  <a:cubicBezTo>
                    <a:pt x="2227" y="2136"/>
                    <a:pt x="2227" y="2136"/>
                    <a:pt x="2227" y="2136"/>
                  </a:cubicBezTo>
                  <a:cubicBezTo>
                    <a:pt x="2156" y="2136"/>
                    <a:pt x="2156" y="2136"/>
                    <a:pt x="2156" y="2136"/>
                  </a:cubicBezTo>
                  <a:lnTo>
                    <a:pt x="2195" y="1953"/>
                  </a:lnTo>
                  <a:close/>
                  <a:moveTo>
                    <a:pt x="2503" y="1888"/>
                  </a:moveTo>
                  <a:cubicBezTo>
                    <a:pt x="2591" y="1888"/>
                    <a:pt x="2617" y="1948"/>
                    <a:pt x="2602" y="2015"/>
                  </a:cubicBezTo>
                  <a:cubicBezTo>
                    <a:pt x="2587" y="2083"/>
                    <a:pt x="2535" y="2145"/>
                    <a:pt x="2447" y="2145"/>
                  </a:cubicBezTo>
                  <a:cubicBezTo>
                    <a:pt x="2378" y="2145"/>
                    <a:pt x="2332" y="2102"/>
                    <a:pt x="2350" y="2017"/>
                  </a:cubicBezTo>
                  <a:cubicBezTo>
                    <a:pt x="2362" y="1959"/>
                    <a:pt x="2408" y="1888"/>
                    <a:pt x="2503" y="1888"/>
                  </a:cubicBezTo>
                  <a:moveTo>
                    <a:pt x="2460" y="2095"/>
                  </a:moveTo>
                  <a:cubicBezTo>
                    <a:pt x="2491" y="2095"/>
                    <a:pt x="2516" y="2077"/>
                    <a:pt x="2530" y="2012"/>
                  </a:cubicBezTo>
                  <a:cubicBezTo>
                    <a:pt x="2537" y="1980"/>
                    <a:pt x="2540" y="1935"/>
                    <a:pt x="2493" y="1935"/>
                  </a:cubicBezTo>
                  <a:cubicBezTo>
                    <a:pt x="2441" y="1935"/>
                    <a:pt x="2427" y="1995"/>
                    <a:pt x="2423" y="2018"/>
                  </a:cubicBezTo>
                  <a:cubicBezTo>
                    <a:pt x="2411" y="2072"/>
                    <a:pt x="2425" y="2095"/>
                    <a:pt x="2460" y="2095"/>
                  </a:cubicBezTo>
                  <a:moveTo>
                    <a:pt x="2743" y="1894"/>
                  </a:moveTo>
                  <a:cubicBezTo>
                    <a:pt x="2713" y="2038"/>
                    <a:pt x="2713" y="2038"/>
                    <a:pt x="2713" y="2038"/>
                  </a:cubicBezTo>
                  <a:cubicBezTo>
                    <a:pt x="2708" y="2060"/>
                    <a:pt x="2701" y="2092"/>
                    <a:pt x="2740" y="2092"/>
                  </a:cubicBezTo>
                  <a:cubicBezTo>
                    <a:pt x="2785" y="2092"/>
                    <a:pt x="2792" y="2058"/>
                    <a:pt x="2801" y="2016"/>
                  </a:cubicBezTo>
                  <a:cubicBezTo>
                    <a:pt x="2827" y="1894"/>
                    <a:pt x="2827" y="1894"/>
                    <a:pt x="2827" y="1894"/>
                  </a:cubicBezTo>
                  <a:cubicBezTo>
                    <a:pt x="2900" y="1894"/>
                    <a:pt x="2900" y="1894"/>
                    <a:pt x="2900" y="1894"/>
                  </a:cubicBezTo>
                  <a:cubicBezTo>
                    <a:pt x="2867" y="2053"/>
                    <a:pt x="2867" y="2053"/>
                    <a:pt x="2867" y="2053"/>
                  </a:cubicBezTo>
                  <a:cubicBezTo>
                    <a:pt x="2856" y="2106"/>
                    <a:pt x="2855" y="2112"/>
                    <a:pt x="2854" y="2118"/>
                  </a:cubicBezTo>
                  <a:cubicBezTo>
                    <a:pt x="2853" y="2125"/>
                    <a:pt x="2852" y="2130"/>
                    <a:pt x="2852" y="2136"/>
                  </a:cubicBezTo>
                  <a:cubicBezTo>
                    <a:pt x="2783" y="2136"/>
                    <a:pt x="2783" y="2136"/>
                    <a:pt x="2783" y="2136"/>
                  </a:cubicBezTo>
                  <a:cubicBezTo>
                    <a:pt x="2787" y="2104"/>
                    <a:pt x="2787" y="2104"/>
                    <a:pt x="2787" y="2104"/>
                  </a:cubicBezTo>
                  <a:cubicBezTo>
                    <a:pt x="2778" y="2115"/>
                    <a:pt x="2753" y="2143"/>
                    <a:pt x="2707" y="2143"/>
                  </a:cubicBezTo>
                  <a:cubicBezTo>
                    <a:pt x="2675" y="2143"/>
                    <a:pt x="2651" y="2128"/>
                    <a:pt x="2641" y="2110"/>
                  </a:cubicBezTo>
                  <a:cubicBezTo>
                    <a:pt x="2630" y="2090"/>
                    <a:pt x="2637" y="2056"/>
                    <a:pt x="2639" y="2045"/>
                  </a:cubicBezTo>
                  <a:cubicBezTo>
                    <a:pt x="2671" y="1894"/>
                    <a:pt x="2671" y="1894"/>
                    <a:pt x="2671" y="1894"/>
                  </a:cubicBezTo>
                  <a:lnTo>
                    <a:pt x="2743" y="1894"/>
                  </a:lnTo>
                  <a:close/>
                  <a:moveTo>
                    <a:pt x="3181" y="1895"/>
                  </a:moveTo>
                  <a:cubicBezTo>
                    <a:pt x="3175" y="1914"/>
                    <a:pt x="3170" y="1930"/>
                    <a:pt x="3164" y="1955"/>
                  </a:cubicBezTo>
                  <a:cubicBezTo>
                    <a:pt x="3126" y="2134"/>
                    <a:pt x="3126" y="2134"/>
                    <a:pt x="3126" y="2134"/>
                  </a:cubicBezTo>
                  <a:cubicBezTo>
                    <a:pt x="3108" y="2223"/>
                    <a:pt x="3031" y="2232"/>
                    <a:pt x="2985" y="2232"/>
                  </a:cubicBezTo>
                  <a:cubicBezTo>
                    <a:pt x="2950" y="2232"/>
                    <a:pt x="2883" y="2228"/>
                    <a:pt x="2894" y="2154"/>
                  </a:cubicBezTo>
                  <a:cubicBezTo>
                    <a:pt x="2962" y="2154"/>
                    <a:pt x="2962" y="2154"/>
                    <a:pt x="2962" y="2154"/>
                  </a:cubicBezTo>
                  <a:cubicBezTo>
                    <a:pt x="2962" y="2158"/>
                    <a:pt x="2962" y="2166"/>
                    <a:pt x="2966" y="2174"/>
                  </a:cubicBezTo>
                  <a:cubicBezTo>
                    <a:pt x="2970" y="2181"/>
                    <a:pt x="2979" y="2188"/>
                    <a:pt x="2998" y="2188"/>
                  </a:cubicBezTo>
                  <a:cubicBezTo>
                    <a:pt x="3019" y="2188"/>
                    <a:pt x="3040" y="2178"/>
                    <a:pt x="3049" y="2156"/>
                  </a:cubicBezTo>
                  <a:cubicBezTo>
                    <a:pt x="3054" y="2144"/>
                    <a:pt x="3056" y="2135"/>
                    <a:pt x="3064" y="2099"/>
                  </a:cubicBezTo>
                  <a:cubicBezTo>
                    <a:pt x="3036" y="2128"/>
                    <a:pt x="3009" y="2132"/>
                    <a:pt x="2992" y="2132"/>
                  </a:cubicBezTo>
                  <a:cubicBezTo>
                    <a:pt x="2922" y="2132"/>
                    <a:pt x="2903" y="2071"/>
                    <a:pt x="2915" y="2012"/>
                  </a:cubicBezTo>
                  <a:cubicBezTo>
                    <a:pt x="2928" y="1951"/>
                    <a:pt x="2974" y="1892"/>
                    <a:pt x="3044" y="1892"/>
                  </a:cubicBezTo>
                  <a:cubicBezTo>
                    <a:pt x="3088" y="1892"/>
                    <a:pt x="3099" y="1916"/>
                    <a:pt x="3105" y="1927"/>
                  </a:cubicBezTo>
                  <a:cubicBezTo>
                    <a:pt x="3114" y="1895"/>
                    <a:pt x="3114" y="1895"/>
                    <a:pt x="3114" y="1895"/>
                  </a:cubicBezTo>
                  <a:lnTo>
                    <a:pt x="3181" y="1895"/>
                  </a:lnTo>
                  <a:close/>
                  <a:moveTo>
                    <a:pt x="3019" y="2083"/>
                  </a:moveTo>
                  <a:cubicBezTo>
                    <a:pt x="3069" y="2083"/>
                    <a:pt x="3081" y="2025"/>
                    <a:pt x="3083" y="2014"/>
                  </a:cubicBezTo>
                  <a:cubicBezTo>
                    <a:pt x="3089" y="1986"/>
                    <a:pt x="3094" y="1940"/>
                    <a:pt x="3051" y="1940"/>
                  </a:cubicBezTo>
                  <a:cubicBezTo>
                    <a:pt x="3024" y="1940"/>
                    <a:pt x="2997" y="1960"/>
                    <a:pt x="2986" y="2012"/>
                  </a:cubicBezTo>
                  <a:cubicBezTo>
                    <a:pt x="2984" y="2025"/>
                    <a:pt x="2971" y="2083"/>
                    <a:pt x="3019" y="2083"/>
                  </a:cubicBezTo>
                  <a:moveTo>
                    <a:pt x="3257" y="1790"/>
                  </a:moveTo>
                  <a:cubicBezTo>
                    <a:pt x="3327" y="1790"/>
                    <a:pt x="3327" y="1790"/>
                    <a:pt x="3327" y="1790"/>
                  </a:cubicBezTo>
                  <a:cubicBezTo>
                    <a:pt x="3298" y="1927"/>
                    <a:pt x="3298" y="1927"/>
                    <a:pt x="3298" y="1927"/>
                  </a:cubicBezTo>
                  <a:cubicBezTo>
                    <a:pt x="3309" y="1915"/>
                    <a:pt x="3332" y="1890"/>
                    <a:pt x="3376" y="1890"/>
                  </a:cubicBezTo>
                  <a:cubicBezTo>
                    <a:pt x="3412" y="1890"/>
                    <a:pt x="3431" y="1908"/>
                    <a:pt x="3440" y="1923"/>
                  </a:cubicBezTo>
                  <a:cubicBezTo>
                    <a:pt x="3446" y="1935"/>
                    <a:pt x="3448" y="1957"/>
                    <a:pt x="3441" y="1989"/>
                  </a:cubicBezTo>
                  <a:cubicBezTo>
                    <a:pt x="3410" y="2136"/>
                    <a:pt x="3410" y="2136"/>
                    <a:pt x="3410" y="2136"/>
                  </a:cubicBezTo>
                  <a:cubicBezTo>
                    <a:pt x="3340" y="2136"/>
                    <a:pt x="3340" y="2136"/>
                    <a:pt x="3340" y="2136"/>
                  </a:cubicBezTo>
                  <a:cubicBezTo>
                    <a:pt x="3370" y="1991"/>
                    <a:pt x="3370" y="1991"/>
                    <a:pt x="3370" y="1991"/>
                  </a:cubicBezTo>
                  <a:cubicBezTo>
                    <a:pt x="3373" y="1977"/>
                    <a:pt x="3382" y="1938"/>
                    <a:pt x="3342" y="1938"/>
                  </a:cubicBezTo>
                  <a:cubicBezTo>
                    <a:pt x="3322" y="1938"/>
                    <a:pt x="3293" y="1950"/>
                    <a:pt x="3286" y="1988"/>
                  </a:cubicBezTo>
                  <a:cubicBezTo>
                    <a:pt x="3255" y="2136"/>
                    <a:pt x="3255" y="2136"/>
                    <a:pt x="3255" y="2136"/>
                  </a:cubicBezTo>
                  <a:cubicBezTo>
                    <a:pt x="3183" y="2136"/>
                    <a:pt x="3183" y="2136"/>
                    <a:pt x="3183" y="2136"/>
                  </a:cubicBezTo>
                  <a:lnTo>
                    <a:pt x="3257" y="1790"/>
                  </a:lnTo>
                  <a:close/>
                  <a:moveTo>
                    <a:pt x="158" y="1980"/>
                  </a:moveTo>
                  <a:cubicBezTo>
                    <a:pt x="159" y="1971"/>
                    <a:pt x="164" y="1935"/>
                    <a:pt x="137" y="1935"/>
                  </a:cubicBezTo>
                  <a:cubicBezTo>
                    <a:pt x="103" y="1935"/>
                    <a:pt x="89" y="1986"/>
                    <a:pt x="83" y="2012"/>
                  </a:cubicBezTo>
                  <a:cubicBezTo>
                    <a:pt x="80" y="2026"/>
                    <a:pt x="72" y="2069"/>
                    <a:pt x="85" y="2087"/>
                  </a:cubicBezTo>
                  <a:cubicBezTo>
                    <a:pt x="90" y="2094"/>
                    <a:pt x="97" y="2095"/>
                    <a:pt x="102" y="2095"/>
                  </a:cubicBezTo>
                  <a:cubicBezTo>
                    <a:pt x="109" y="2095"/>
                    <a:pt x="133" y="2092"/>
                    <a:pt x="145" y="2048"/>
                  </a:cubicBezTo>
                  <a:cubicBezTo>
                    <a:pt x="215" y="2048"/>
                    <a:pt x="215" y="2048"/>
                    <a:pt x="215" y="2048"/>
                  </a:cubicBezTo>
                  <a:cubicBezTo>
                    <a:pt x="210" y="2067"/>
                    <a:pt x="201" y="2097"/>
                    <a:pt x="168" y="2120"/>
                  </a:cubicBezTo>
                  <a:cubicBezTo>
                    <a:pt x="148" y="2135"/>
                    <a:pt x="124" y="2143"/>
                    <a:pt x="94" y="2143"/>
                  </a:cubicBezTo>
                  <a:cubicBezTo>
                    <a:pt x="62" y="2143"/>
                    <a:pt x="35" y="2135"/>
                    <a:pt x="18" y="2110"/>
                  </a:cubicBezTo>
                  <a:cubicBezTo>
                    <a:pt x="2" y="2086"/>
                    <a:pt x="0" y="2053"/>
                    <a:pt x="8" y="2015"/>
                  </a:cubicBezTo>
                  <a:cubicBezTo>
                    <a:pt x="32" y="1904"/>
                    <a:pt x="116" y="1889"/>
                    <a:pt x="148" y="1889"/>
                  </a:cubicBezTo>
                  <a:cubicBezTo>
                    <a:pt x="193" y="1889"/>
                    <a:pt x="241" y="1914"/>
                    <a:pt x="228" y="1980"/>
                  </a:cubicBezTo>
                  <a:lnTo>
                    <a:pt x="158" y="1980"/>
                  </a:lnTo>
                  <a:close/>
                  <a:moveTo>
                    <a:pt x="3764" y="1980"/>
                  </a:moveTo>
                  <a:cubicBezTo>
                    <a:pt x="3765" y="1971"/>
                    <a:pt x="3770" y="1935"/>
                    <a:pt x="3742" y="1935"/>
                  </a:cubicBezTo>
                  <a:cubicBezTo>
                    <a:pt x="3709" y="1935"/>
                    <a:pt x="3694" y="1986"/>
                    <a:pt x="3688" y="2012"/>
                  </a:cubicBezTo>
                  <a:cubicBezTo>
                    <a:pt x="3685" y="2026"/>
                    <a:pt x="3678" y="2069"/>
                    <a:pt x="3691" y="2087"/>
                  </a:cubicBezTo>
                  <a:cubicBezTo>
                    <a:pt x="3695" y="2094"/>
                    <a:pt x="3703" y="2095"/>
                    <a:pt x="3708" y="2095"/>
                  </a:cubicBezTo>
                  <a:cubicBezTo>
                    <a:pt x="3715" y="2095"/>
                    <a:pt x="3738" y="2092"/>
                    <a:pt x="3751" y="2048"/>
                  </a:cubicBezTo>
                  <a:cubicBezTo>
                    <a:pt x="3820" y="2048"/>
                    <a:pt x="3820" y="2048"/>
                    <a:pt x="3820" y="2048"/>
                  </a:cubicBezTo>
                  <a:cubicBezTo>
                    <a:pt x="3816" y="2067"/>
                    <a:pt x="3807" y="2097"/>
                    <a:pt x="3774" y="2120"/>
                  </a:cubicBezTo>
                  <a:cubicBezTo>
                    <a:pt x="3754" y="2135"/>
                    <a:pt x="3730" y="2143"/>
                    <a:pt x="3700" y="2143"/>
                  </a:cubicBezTo>
                  <a:cubicBezTo>
                    <a:pt x="3668" y="2143"/>
                    <a:pt x="3641" y="2135"/>
                    <a:pt x="3624" y="2110"/>
                  </a:cubicBezTo>
                  <a:cubicBezTo>
                    <a:pt x="3608" y="2086"/>
                    <a:pt x="3606" y="2053"/>
                    <a:pt x="3614" y="2015"/>
                  </a:cubicBezTo>
                  <a:cubicBezTo>
                    <a:pt x="3638" y="1904"/>
                    <a:pt x="3722" y="1889"/>
                    <a:pt x="3754" y="1889"/>
                  </a:cubicBezTo>
                  <a:cubicBezTo>
                    <a:pt x="3799" y="1889"/>
                    <a:pt x="3847" y="1914"/>
                    <a:pt x="3834" y="1980"/>
                  </a:cubicBezTo>
                  <a:lnTo>
                    <a:pt x="3764" y="1980"/>
                  </a:lnTo>
                  <a:close/>
                  <a:moveTo>
                    <a:pt x="4010" y="1888"/>
                  </a:moveTo>
                  <a:cubicBezTo>
                    <a:pt x="4098" y="1888"/>
                    <a:pt x="4123" y="1948"/>
                    <a:pt x="4109" y="2015"/>
                  </a:cubicBezTo>
                  <a:cubicBezTo>
                    <a:pt x="4094" y="2083"/>
                    <a:pt x="4042" y="2145"/>
                    <a:pt x="3954" y="2145"/>
                  </a:cubicBezTo>
                  <a:cubicBezTo>
                    <a:pt x="3884" y="2145"/>
                    <a:pt x="3839" y="2102"/>
                    <a:pt x="3857" y="2017"/>
                  </a:cubicBezTo>
                  <a:cubicBezTo>
                    <a:pt x="3870" y="1959"/>
                    <a:pt x="3914" y="1888"/>
                    <a:pt x="4010" y="1888"/>
                  </a:cubicBezTo>
                  <a:moveTo>
                    <a:pt x="3967" y="2095"/>
                  </a:moveTo>
                  <a:cubicBezTo>
                    <a:pt x="3998" y="2095"/>
                    <a:pt x="4023" y="2077"/>
                    <a:pt x="4037" y="2012"/>
                  </a:cubicBezTo>
                  <a:cubicBezTo>
                    <a:pt x="4044" y="1980"/>
                    <a:pt x="4047" y="1935"/>
                    <a:pt x="4000" y="1935"/>
                  </a:cubicBezTo>
                  <a:cubicBezTo>
                    <a:pt x="3948" y="1935"/>
                    <a:pt x="3935" y="1995"/>
                    <a:pt x="3930" y="2018"/>
                  </a:cubicBezTo>
                  <a:cubicBezTo>
                    <a:pt x="3918" y="2072"/>
                    <a:pt x="3932" y="2095"/>
                    <a:pt x="3967" y="2095"/>
                  </a:cubicBezTo>
                  <a:moveTo>
                    <a:pt x="4173" y="1939"/>
                  </a:moveTo>
                  <a:cubicBezTo>
                    <a:pt x="4176" y="1924"/>
                    <a:pt x="4178" y="1909"/>
                    <a:pt x="4180" y="1894"/>
                  </a:cubicBezTo>
                  <a:cubicBezTo>
                    <a:pt x="4248" y="1894"/>
                    <a:pt x="4248" y="1894"/>
                    <a:pt x="4248" y="1894"/>
                  </a:cubicBezTo>
                  <a:cubicBezTo>
                    <a:pt x="4245" y="1925"/>
                    <a:pt x="4245" y="1925"/>
                    <a:pt x="4245" y="1925"/>
                  </a:cubicBezTo>
                  <a:cubicBezTo>
                    <a:pt x="4254" y="1915"/>
                    <a:pt x="4279" y="1889"/>
                    <a:pt x="4327" y="1889"/>
                  </a:cubicBezTo>
                  <a:cubicBezTo>
                    <a:pt x="4383" y="1889"/>
                    <a:pt x="4392" y="1923"/>
                    <a:pt x="4394" y="1934"/>
                  </a:cubicBezTo>
                  <a:cubicBezTo>
                    <a:pt x="4423" y="1895"/>
                    <a:pt x="4456" y="1889"/>
                    <a:pt x="4481" y="1889"/>
                  </a:cubicBezTo>
                  <a:cubicBezTo>
                    <a:pt x="4530" y="1889"/>
                    <a:pt x="4544" y="1918"/>
                    <a:pt x="4547" y="1928"/>
                  </a:cubicBezTo>
                  <a:cubicBezTo>
                    <a:pt x="4555" y="1949"/>
                    <a:pt x="4548" y="1978"/>
                    <a:pt x="4544" y="1999"/>
                  </a:cubicBezTo>
                  <a:cubicBezTo>
                    <a:pt x="4515" y="2136"/>
                    <a:pt x="4515" y="2136"/>
                    <a:pt x="4515" y="2136"/>
                  </a:cubicBezTo>
                  <a:cubicBezTo>
                    <a:pt x="4443" y="2136"/>
                    <a:pt x="4443" y="2136"/>
                    <a:pt x="4443" y="2136"/>
                  </a:cubicBezTo>
                  <a:cubicBezTo>
                    <a:pt x="4473" y="1994"/>
                    <a:pt x="4473" y="1994"/>
                    <a:pt x="4473" y="1994"/>
                  </a:cubicBezTo>
                  <a:cubicBezTo>
                    <a:pt x="4479" y="1968"/>
                    <a:pt x="4481" y="1939"/>
                    <a:pt x="4444" y="1939"/>
                  </a:cubicBezTo>
                  <a:cubicBezTo>
                    <a:pt x="4401" y="1939"/>
                    <a:pt x="4392" y="1979"/>
                    <a:pt x="4385" y="2015"/>
                  </a:cubicBezTo>
                  <a:cubicBezTo>
                    <a:pt x="4358" y="2136"/>
                    <a:pt x="4358" y="2136"/>
                    <a:pt x="4358" y="2136"/>
                  </a:cubicBezTo>
                  <a:cubicBezTo>
                    <a:pt x="4286" y="2136"/>
                    <a:pt x="4286" y="2136"/>
                    <a:pt x="4286" y="2136"/>
                  </a:cubicBezTo>
                  <a:cubicBezTo>
                    <a:pt x="4318" y="1992"/>
                    <a:pt x="4318" y="1992"/>
                    <a:pt x="4318" y="1992"/>
                  </a:cubicBezTo>
                  <a:cubicBezTo>
                    <a:pt x="4321" y="1974"/>
                    <a:pt x="4328" y="1939"/>
                    <a:pt x="4289" y="1939"/>
                  </a:cubicBezTo>
                  <a:cubicBezTo>
                    <a:pt x="4244" y="1939"/>
                    <a:pt x="4236" y="1977"/>
                    <a:pt x="4232" y="1994"/>
                  </a:cubicBezTo>
                  <a:cubicBezTo>
                    <a:pt x="4202" y="2136"/>
                    <a:pt x="4202" y="2136"/>
                    <a:pt x="4202" y="2136"/>
                  </a:cubicBezTo>
                  <a:cubicBezTo>
                    <a:pt x="4131" y="2136"/>
                    <a:pt x="4131" y="2136"/>
                    <a:pt x="4131" y="2136"/>
                  </a:cubicBezTo>
                  <a:lnTo>
                    <a:pt x="4173" y="1939"/>
                  </a:lnTo>
                  <a:close/>
                  <a:moveTo>
                    <a:pt x="4694" y="1894"/>
                  </a:moveTo>
                  <a:cubicBezTo>
                    <a:pt x="4689" y="1928"/>
                    <a:pt x="4689" y="1928"/>
                    <a:pt x="4689" y="1928"/>
                  </a:cubicBezTo>
                  <a:cubicBezTo>
                    <a:pt x="4719" y="1889"/>
                    <a:pt x="4759" y="1889"/>
                    <a:pt x="4771" y="1889"/>
                  </a:cubicBezTo>
                  <a:cubicBezTo>
                    <a:pt x="4834" y="1889"/>
                    <a:pt x="4862" y="1936"/>
                    <a:pt x="4846" y="2010"/>
                  </a:cubicBezTo>
                  <a:cubicBezTo>
                    <a:pt x="4832" y="2079"/>
                    <a:pt x="4783" y="2140"/>
                    <a:pt x="4713" y="2140"/>
                  </a:cubicBezTo>
                  <a:cubicBezTo>
                    <a:pt x="4669" y="2140"/>
                    <a:pt x="4656" y="2117"/>
                    <a:pt x="4652" y="2109"/>
                  </a:cubicBezTo>
                  <a:cubicBezTo>
                    <a:pt x="4626" y="2229"/>
                    <a:pt x="4626" y="2229"/>
                    <a:pt x="4626" y="2229"/>
                  </a:cubicBezTo>
                  <a:cubicBezTo>
                    <a:pt x="4554" y="2229"/>
                    <a:pt x="4554" y="2229"/>
                    <a:pt x="4554" y="2229"/>
                  </a:cubicBezTo>
                  <a:cubicBezTo>
                    <a:pt x="4625" y="1894"/>
                    <a:pt x="4625" y="1894"/>
                    <a:pt x="4625" y="1894"/>
                  </a:cubicBezTo>
                  <a:lnTo>
                    <a:pt x="4694" y="1894"/>
                  </a:lnTo>
                  <a:close/>
                  <a:moveTo>
                    <a:pt x="4774" y="2013"/>
                  </a:moveTo>
                  <a:cubicBezTo>
                    <a:pt x="4780" y="1984"/>
                    <a:pt x="4783" y="1935"/>
                    <a:pt x="4741" y="1935"/>
                  </a:cubicBezTo>
                  <a:cubicBezTo>
                    <a:pt x="4718" y="1935"/>
                    <a:pt x="4682" y="1952"/>
                    <a:pt x="4668" y="2017"/>
                  </a:cubicBezTo>
                  <a:cubicBezTo>
                    <a:pt x="4665" y="2031"/>
                    <a:pt x="4652" y="2093"/>
                    <a:pt x="4705" y="2093"/>
                  </a:cubicBezTo>
                  <a:cubicBezTo>
                    <a:pt x="4738" y="2093"/>
                    <a:pt x="4763" y="2061"/>
                    <a:pt x="4774" y="2013"/>
                  </a:cubicBezTo>
                  <a:moveTo>
                    <a:pt x="4936" y="1789"/>
                  </a:moveTo>
                  <a:cubicBezTo>
                    <a:pt x="5007" y="1789"/>
                    <a:pt x="5007" y="1789"/>
                    <a:pt x="5007" y="1789"/>
                  </a:cubicBezTo>
                  <a:cubicBezTo>
                    <a:pt x="4933" y="2136"/>
                    <a:pt x="4933" y="2136"/>
                    <a:pt x="4933" y="2136"/>
                  </a:cubicBezTo>
                  <a:cubicBezTo>
                    <a:pt x="4862" y="2136"/>
                    <a:pt x="4862" y="2136"/>
                    <a:pt x="4862" y="2136"/>
                  </a:cubicBezTo>
                  <a:lnTo>
                    <a:pt x="4936" y="1789"/>
                  </a:lnTo>
                  <a:close/>
                  <a:moveTo>
                    <a:pt x="5068" y="2033"/>
                  </a:moveTo>
                  <a:cubicBezTo>
                    <a:pt x="5064" y="2049"/>
                    <a:pt x="5054" y="2098"/>
                    <a:pt x="5104" y="2098"/>
                  </a:cubicBezTo>
                  <a:cubicBezTo>
                    <a:pt x="5121" y="2098"/>
                    <a:pt x="5140" y="2091"/>
                    <a:pt x="5153" y="2064"/>
                  </a:cubicBezTo>
                  <a:cubicBezTo>
                    <a:pt x="5218" y="2064"/>
                    <a:pt x="5218" y="2064"/>
                    <a:pt x="5218" y="2064"/>
                  </a:cubicBezTo>
                  <a:cubicBezTo>
                    <a:pt x="5214" y="2076"/>
                    <a:pt x="5208" y="2097"/>
                    <a:pt x="5184" y="2117"/>
                  </a:cubicBezTo>
                  <a:cubicBezTo>
                    <a:pt x="5162" y="2136"/>
                    <a:pt x="5128" y="2145"/>
                    <a:pt x="5092" y="2145"/>
                  </a:cubicBezTo>
                  <a:cubicBezTo>
                    <a:pt x="5072" y="2145"/>
                    <a:pt x="5033" y="2142"/>
                    <a:pt x="5013" y="2115"/>
                  </a:cubicBezTo>
                  <a:cubicBezTo>
                    <a:pt x="4996" y="2092"/>
                    <a:pt x="4994" y="2060"/>
                    <a:pt x="5002" y="2021"/>
                  </a:cubicBezTo>
                  <a:cubicBezTo>
                    <a:pt x="5011" y="1981"/>
                    <a:pt x="5030" y="1934"/>
                    <a:pt x="5077" y="1906"/>
                  </a:cubicBezTo>
                  <a:cubicBezTo>
                    <a:pt x="5099" y="1893"/>
                    <a:pt x="5123" y="1886"/>
                    <a:pt x="5150" y="1886"/>
                  </a:cubicBezTo>
                  <a:cubicBezTo>
                    <a:pt x="5184" y="1886"/>
                    <a:pt x="5222" y="1899"/>
                    <a:pt x="5235" y="1944"/>
                  </a:cubicBezTo>
                  <a:cubicBezTo>
                    <a:pt x="5244" y="1977"/>
                    <a:pt x="5236" y="2013"/>
                    <a:pt x="5231" y="2033"/>
                  </a:cubicBezTo>
                  <a:lnTo>
                    <a:pt x="5068" y="2033"/>
                  </a:lnTo>
                  <a:close/>
                  <a:moveTo>
                    <a:pt x="5167" y="1988"/>
                  </a:moveTo>
                  <a:cubicBezTo>
                    <a:pt x="5170" y="1977"/>
                    <a:pt x="5178" y="1934"/>
                    <a:pt x="5137" y="1934"/>
                  </a:cubicBezTo>
                  <a:cubicBezTo>
                    <a:pt x="5105" y="1934"/>
                    <a:pt x="5087" y="1960"/>
                    <a:pt x="5080" y="1988"/>
                  </a:cubicBezTo>
                  <a:lnTo>
                    <a:pt x="5167" y="1988"/>
                  </a:lnTo>
                  <a:close/>
                  <a:moveTo>
                    <a:pt x="5353" y="1894"/>
                  </a:moveTo>
                  <a:cubicBezTo>
                    <a:pt x="5382" y="1973"/>
                    <a:pt x="5382" y="1973"/>
                    <a:pt x="5382" y="1973"/>
                  </a:cubicBezTo>
                  <a:cubicBezTo>
                    <a:pt x="5447" y="1894"/>
                    <a:pt x="5447" y="1894"/>
                    <a:pt x="5447" y="1894"/>
                  </a:cubicBezTo>
                  <a:cubicBezTo>
                    <a:pt x="5520" y="1894"/>
                    <a:pt x="5520" y="1894"/>
                    <a:pt x="5520" y="1894"/>
                  </a:cubicBezTo>
                  <a:cubicBezTo>
                    <a:pt x="5417" y="2012"/>
                    <a:pt x="5417" y="2012"/>
                    <a:pt x="5417" y="2012"/>
                  </a:cubicBezTo>
                  <a:cubicBezTo>
                    <a:pt x="5471" y="2136"/>
                    <a:pt x="5471" y="2136"/>
                    <a:pt x="5471" y="2136"/>
                  </a:cubicBezTo>
                  <a:cubicBezTo>
                    <a:pt x="5388" y="2136"/>
                    <a:pt x="5388" y="2136"/>
                    <a:pt x="5388" y="2136"/>
                  </a:cubicBezTo>
                  <a:cubicBezTo>
                    <a:pt x="5357" y="2047"/>
                    <a:pt x="5357" y="2047"/>
                    <a:pt x="5357" y="2047"/>
                  </a:cubicBezTo>
                  <a:cubicBezTo>
                    <a:pt x="5289" y="2136"/>
                    <a:pt x="5289" y="2136"/>
                    <a:pt x="5289" y="2136"/>
                  </a:cubicBezTo>
                  <a:cubicBezTo>
                    <a:pt x="5214" y="2136"/>
                    <a:pt x="5214" y="2136"/>
                    <a:pt x="5214" y="2136"/>
                  </a:cubicBezTo>
                  <a:cubicBezTo>
                    <a:pt x="5323" y="2006"/>
                    <a:pt x="5323" y="2006"/>
                    <a:pt x="5323" y="2006"/>
                  </a:cubicBezTo>
                  <a:cubicBezTo>
                    <a:pt x="5269" y="1894"/>
                    <a:pt x="5269" y="1894"/>
                    <a:pt x="5269" y="1894"/>
                  </a:cubicBezTo>
                  <a:lnTo>
                    <a:pt x="5353" y="1894"/>
                  </a:lnTo>
                  <a:close/>
                  <a:moveTo>
                    <a:pt x="5553" y="1893"/>
                  </a:moveTo>
                  <a:cubicBezTo>
                    <a:pt x="5625" y="1893"/>
                    <a:pt x="5625" y="1893"/>
                    <a:pt x="5625" y="1893"/>
                  </a:cubicBezTo>
                  <a:cubicBezTo>
                    <a:pt x="5573" y="2136"/>
                    <a:pt x="5573" y="2136"/>
                    <a:pt x="5573" y="2136"/>
                  </a:cubicBezTo>
                  <a:cubicBezTo>
                    <a:pt x="5501" y="2136"/>
                    <a:pt x="5501" y="2136"/>
                    <a:pt x="5501" y="2136"/>
                  </a:cubicBezTo>
                  <a:lnTo>
                    <a:pt x="5553" y="1893"/>
                  </a:lnTo>
                  <a:close/>
                  <a:moveTo>
                    <a:pt x="5573" y="1790"/>
                  </a:moveTo>
                  <a:cubicBezTo>
                    <a:pt x="5648" y="1790"/>
                    <a:pt x="5648" y="1790"/>
                    <a:pt x="5648" y="1790"/>
                  </a:cubicBezTo>
                  <a:cubicBezTo>
                    <a:pt x="5636" y="1851"/>
                    <a:pt x="5636" y="1851"/>
                    <a:pt x="5636" y="1851"/>
                  </a:cubicBezTo>
                  <a:cubicBezTo>
                    <a:pt x="5560" y="1851"/>
                    <a:pt x="5560" y="1851"/>
                    <a:pt x="5560" y="1851"/>
                  </a:cubicBezTo>
                  <a:lnTo>
                    <a:pt x="5573" y="1790"/>
                  </a:lnTo>
                  <a:close/>
                  <a:moveTo>
                    <a:pt x="5775" y="2133"/>
                  </a:moveTo>
                  <a:cubicBezTo>
                    <a:pt x="5752" y="2139"/>
                    <a:pt x="5730" y="2141"/>
                    <a:pt x="5719" y="2141"/>
                  </a:cubicBezTo>
                  <a:cubicBezTo>
                    <a:pt x="5647" y="2141"/>
                    <a:pt x="5657" y="2095"/>
                    <a:pt x="5662" y="2075"/>
                  </a:cubicBezTo>
                  <a:cubicBezTo>
                    <a:pt x="5689" y="1942"/>
                    <a:pt x="5689" y="1942"/>
                    <a:pt x="5689" y="1942"/>
                  </a:cubicBezTo>
                  <a:cubicBezTo>
                    <a:pt x="5643" y="1942"/>
                    <a:pt x="5643" y="1942"/>
                    <a:pt x="5643" y="1942"/>
                  </a:cubicBezTo>
                  <a:cubicBezTo>
                    <a:pt x="5653" y="1895"/>
                    <a:pt x="5653" y="1895"/>
                    <a:pt x="5653" y="1895"/>
                  </a:cubicBezTo>
                  <a:cubicBezTo>
                    <a:pt x="5700" y="1895"/>
                    <a:pt x="5700" y="1895"/>
                    <a:pt x="5700" y="1895"/>
                  </a:cubicBezTo>
                  <a:cubicBezTo>
                    <a:pt x="5710" y="1848"/>
                    <a:pt x="5710" y="1848"/>
                    <a:pt x="5710" y="1848"/>
                  </a:cubicBezTo>
                  <a:cubicBezTo>
                    <a:pt x="5786" y="1822"/>
                    <a:pt x="5786" y="1822"/>
                    <a:pt x="5786" y="1822"/>
                  </a:cubicBezTo>
                  <a:cubicBezTo>
                    <a:pt x="5770" y="1895"/>
                    <a:pt x="5770" y="1895"/>
                    <a:pt x="5770" y="1895"/>
                  </a:cubicBezTo>
                  <a:cubicBezTo>
                    <a:pt x="5828" y="1895"/>
                    <a:pt x="5828" y="1895"/>
                    <a:pt x="5828" y="1895"/>
                  </a:cubicBezTo>
                  <a:cubicBezTo>
                    <a:pt x="5818" y="1942"/>
                    <a:pt x="5818" y="1942"/>
                    <a:pt x="5818" y="1942"/>
                  </a:cubicBezTo>
                  <a:cubicBezTo>
                    <a:pt x="5760" y="1942"/>
                    <a:pt x="5760" y="1942"/>
                    <a:pt x="5760" y="1942"/>
                  </a:cubicBezTo>
                  <a:cubicBezTo>
                    <a:pt x="5736" y="2052"/>
                    <a:pt x="5736" y="2052"/>
                    <a:pt x="5736" y="2052"/>
                  </a:cubicBezTo>
                  <a:cubicBezTo>
                    <a:pt x="5733" y="2074"/>
                    <a:pt x="5729" y="2088"/>
                    <a:pt x="5761" y="2088"/>
                  </a:cubicBezTo>
                  <a:cubicBezTo>
                    <a:pt x="5772" y="2088"/>
                    <a:pt x="5777" y="2087"/>
                    <a:pt x="5786" y="2086"/>
                  </a:cubicBezTo>
                  <a:lnTo>
                    <a:pt x="5775" y="2133"/>
                  </a:lnTo>
                  <a:close/>
                  <a:moveTo>
                    <a:pt x="5921" y="1894"/>
                  </a:moveTo>
                  <a:cubicBezTo>
                    <a:pt x="5939" y="2062"/>
                    <a:pt x="5939" y="2062"/>
                    <a:pt x="5939" y="2062"/>
                  </a:cubicBezTo>
                  <a:cubicBezTo>
                    <a:pt x="6028" y="1894"/>
                    <a:pt x="6028" y="1894"/>
                    <a:pt x="6028" y="1894"/>
                  </a:cubicBezTo>
                  <a:cubicBezTo>
                    <a:pt x="6099" y="1894"/>
                    <a:pt x="6099" y="1894"/>
                    <a:pt x="6099" y="1894"/>
                  </a:cubicBezTo>
                  <a:cubicBezTo>
                    <a:pt x="5957" y="2132"/>
                    <a:pt x="5957" y="2132"/>
                    <a:pt x="5957" y="2132"/>
                  </a:cubicBezTo>
                  <a:cubicBezTo>
                    <a:pt x="5907" y="2229"/>
                    <a:pt x="5907" y="2229"/>
                    <a:pt x="5907" y="2229"/>
                  </a:cubicBezTo>
                  <a:cubicBezTo>
                    <a:pt x="5835" y="2229"/>
                    <a:pt x="5835" y="2229"/>
                    <a:pt x="5835" y="2229"/>
                  </a:cubicBezTo>
                  <a:cubicBezTo>
                    <a:pt x="5886" y="2137"/>
                    <a:pt x="5886" y="2137"/>
                    <a:pt x="5886" y="2137"/>
                  </a:cubicBezTo>
                  <a:cubicBezTo>
                    <a:pt x="5844" y="1894"/>
                    <a:pt x="5844" y="1894"/>
                    <a:pt x="5844" y="1894"/>
                  </a:cubicBezTo>
                  <a:lnTo>
                    <a:pt x="5921" y="1894"/>
                  </a:ln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sp>
          <p:nvSpPr>
            <p:cNvPr id="10" name="Freeform 15"/>
            <p:cNvSpPr>
              <a:spLocks noEditPoints="1"/>
            </p:cNvSpPr>
            <p:nvPr userDrawn="1"/>
          </p:nvSpPr>
          <p:spPr bwMode="auto">
            <a:xfrm>
              <a:off x="-2592388" y="0"/>
              <a:ext cx="2592388" cy="1530350"/>
            </a:xfrm>
            <a:custGeom>
              <a:avLst/>
              <a:gdLst/>
              <a:ahLst/>
              <a:cxnLst>
                <a:cxn ang="0">
                  <a:pos x="176" y="248"/>
                </a:cxn>
                <a:cxn ang="0">
                  <a:pos x="0" y="248"/>
                </a:cxn>
                <a:cxn ang="0">
                  <a:pos x="0" y="0"/>
                </a:cxn>
                <a:cxn ang="0">
                  <a:pos x="176" y="0"/>
                </a:cxn>
                <a:cxn ang="0">
                  <a:pos x="176" y="248"/>
                </a:cxn>
                <a:cxn ang="0">
                  <a:pos x="176" y="716"/>
                </a:cxn>
                <a:cxn ang="0">
                  <a:pos x="0" y="716"/>
                </a:cxn>
                <a:cxn ang="0">
                  <a:pos x="0" y="964"/>
                </a:cxn>
                <a:cxn ang="0">
                  <a:pos x="176" y="964"/>
                </a:cxn>
                <a:cxn ang="0">
                  <a:pos x="176" y="716"/>
                </a:cxn>
                <a:cxn ang="0">
                  <a:pos x="1633" y="0"/>
                </a:cxn>
                <a:cxn ang="0">
                  <a:pos x="1457" y="0"/>
                </a:cxn>
                <a:cxn ang="0">
                  <a:pos x="1457" y="248"/>
                </a:cxn>
                <a:cxn ang="0">
                  <a:pos x="1633" y="248"/>
                </a:cxn>
                <a:cxn ang="0">
                  <a:pos x="1633" y="0"/>
                </a:cxn>
                <a:cxn ang="0">
                  <a:pos x="1633" y="716"/>
                </a:cxn>
                <a:cxn ang="0">
                  <a:pos x="1457" y="716"/>
                </a:cxn>
                <a:cxn ang="0">
                  <a:pos x="1457" y="964"/>
                </a:cxn>
                <a:cxn ang="0">
                  <a:pos x="1633" y="964"/>
                </a:cxn>
                <a:cxn ang="0">
                  <a:pos x="1633" y="716"/>
                </a:cxn>
              </a:cxnLst>
              <a:rect l="0" t="0" r="r" b="b"/>
              <a:pathLst>
                <a:path w="1633" h="964">
                  <a:moveTo>
                    <a:pt x="176" y="248"/>
                  </a:moveTo>
                  <a:lnTo>
                    <a:pt x="0" y="248"/>
                  </a:lnTo>
                  <a:lnTo>
                    <a:pt x="0" y="0"/>
                  </a:lnTo>
                  <a:lnTo>
                    <a:pt x="176" y="0"/>
                  </a:lnTo>
                  <a:lnTo>
                    <a:pt x="176" y="248"/>
                  </a:lnTo>
                  <a:close/>
                  <a:moveTo>
                    <a:pt x="176" y="716"/>
                  </a:moveTo>
                  <a:lnTo>
                    <a:pt x="0" y="716"/>
                  </a:lnTo>
                  <a:lnTo>
                    <a:pt x="0" y="964"/>
                  </a:lnTo>
                  <a:lnTo>
                    <a:pt x="176" y="964"/>
                  </a:lnTo>
                  <a:lnTo>
                    <a:pt x="176" y="716"/>
                  </a:lnTo>
                  <a:close/>
                  <a:moveTo>
                    <a:pt x="1633" y="0"/>
                  </a:moveTo>
                  <a:lnTo>
                    <a:pt x="1457" y="0"/>
                  </a:lnTo>
                  <a:lnTo>
                    <a:pt x="1457" y="248"/>
                  </a:lnTo>
                  <a:lnTo>
                    <a:pt x="1633" y="248"/>
                  </a:lnTo>
                  <a:lnTo>
                    <a:pt x="1633" y="0"/>
                  </a:lnTo>
                  <a:close/>
                  <a:moveTo>
                    <a:pt x="1633" y="716"/>
                  </a:moveTo>
                  <a:lnTo>
                    <a:pt x="1457" y="716"/>
                  </a:lnTo>
                  <a:lnTo>
                    <a:pt x="1457" y="964"/>
                  </a:lnTo>
                  <a:lnTo>
                    <a:pt x="1633" y="964"/>
                  </a:lnTo>
                  <a:lnTo>
                    <a:pt x="1633" y="716"/>
                  </a:ln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grpSp>
    </p:spTree>
    <p:extLst>
      <p:ext uri="{BB962C8B-B14F-4D97-AF65-F5344CB8AC3E}">
        <p14:creationId xmlns:p14="http://schemas.microsoft.com/office/powerpoint/2010/main" val="3706062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4">
    <p:spTree>
      <p:nvGrpSpPr>
        <p:cNvPr id="1" name=""/>
        <p:cNvGrpSpPr/>
        <p:nvPr/>
      </p:nvGrpSpPr>
      <p:grpSpPr>
        <a:xfrm>
          <a:off x="0" y="0"/>
          <a:ext cx="0" cy="0"/>
          <a:chOff x="0" y="0"/>
          <a:chExt cx="0" cy="0"/>
        </a:xfrm>
      </p:grpSpPr>
      <p:grpSp>
        <p:nvGrpSpPr>
          <p:cNvPr id="2" name="Group 9"/>
          <p:cNvGrpSpPr/>
          <p:nvPr/>
        </p:nvGrpSpPr>
        <p:grpSpPr bwMode="gray">
          <a:xfrm>
            <a:off x="0" y="0"/>
            <a:ext cx="9144000" cy="6859588"/>
            <a:chOff x="3175" y="-1588"/>
            <a:chExt cx="9140826" cy="6859588"/>
          </a:xfrm>
        </p:grpSpPr>
        <p:sp>
          <p:nvSpPr>
            <p:cNvPr id="14" name="Freeform 23"/>
            <p:cNvSpPr>
              <a:spLocks noChangeAspect="1"/>
            </p:cNvSpPr>
            <p:nvPr userDrawn="1"/>
          </p:nvSpPr>
          <p:spPr bwMode="gray">
            <a:xfrm>
              <a:off x="3175" y="-1588"/>
              <a:ext cx="5008563" cy="3239162"/>
            </a:xfrm>
            <a:custGeom>
              <a:avLst/>
              <a:gdLst/>
              <a:ahLst/>
              <a:cxnLst>
                <a:cxn ang="0">
                  <a:pos x="20946" y="0"/>
                </a:cxn>
                <a:cxn ang="0">
                  <a:pos x="0" y="0"/>
                </a:cxn>
                <a:cxn ang="0">
                  <a:pos x="0" y="13538"/>
                </a:cxn>
                <a:cxn ang="0">
                  <a:pos x="16939" y="13538"/>
                </a:cxn>
                <a:cxn ang="0">
                  <a:pos x="20946" y="0"/>
                </a:cxn>
              </a:cxnLst>
              <a:rect l="0" t="0" r="r" b="b"/>
              <a:pathLst>
                <a:path w="20946" h="13538">
                  <a:moveTo>
                    <a:pt x="20946" y="0"/>
                  </a:moveTo>
                  <a:lnTo>
                    <a:pt x="0" y="0"/>
                  </a:lnTo>
                  <a:lnTo>
                    <a:pt x="0" y="13538"/>
                  </a:lnTo>
                  <a:lnTo>
                    <a:pt x="16939" y="13538"/>
                  </a:lnTo>
                  <a:lnTo>
                    <a:pt x="20946"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13" name="Freeform 22"/>
            <p:cNvSpPr>
              <a:spLocks noChangeAspect="1"/>
            </p:cNvSpPr>
            <p:nvPr userDrawn="1"/>
          </p:nvSpPr>
          <p:spPr bwMode="gray">
            <a:xfrm>
              <a:off x="1979613" y="1820540"/>
              <a:ext cx="7164388" cy="5037460"/>
            </a:xfrm>
            <a:custGeom>
              <a:avLst/>
              <a:gdLst/>
              <a:ahLst/>
              <a:cxnLst>
                <a:cxn ang="0">
                  <a:pos x="6229" y="0"/>
                </a:cxn>
                <a:cxn ang="0">
                  <a:pos x="0" y="21055"/>
                </a:cxn>
                <a:cxn ang="0">
                  <a:pos x="29957" y="21055"/>
                </a:cxn>
                <a:cxn ang="0">
                  <a:pos x="29957" y="0"/>
                </a:cxn>
                <a:cxn ang="0">
                  <a:pos x="6229" y="0"/>
                </a:cxn>
              </a:cxnLst>
              <a:rect l="0" t="0" r="r" b="b"/>
              <a:pathLst>
                <a:path w="29957" h="21055">
                  <a:moveTo>
                    <a:pt x="6229" y="0"/>
                  </a:moveTo>
                  <a:lnTo>
                    <a:pt x="0" y="21055"/>
                  </a:lnTo>
                  <a:lnTo>
                    <a:pt x="29957" y="21055"/>
                  </a:lnTo>
                  <a:lnTo>
                    <a:pt x="29957" y="0"/>
                  </a:lnTo>
                  <a:lnTo>
                    <a:pt x="6229"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15" name="Freeform 24"/>
            <p:cNvSpPr>
              <a:spLocks noChangeAspect="1"/>
            </p:cNvSpPr>
            <p:nvPr userDrawn="1"/>
          </p:nvSpPr>
          <p:spPr bwMode="gray">
            <a:xfrm>
              <a:off x="3049588" y="1820540"/>
              <a:ext cx="1423988" cy="1418623"/>
            </a:xfrm>
            <a:custGeom>
              <a:avLst/>
              <a:gdLst/>
              <a:ahLst/>
              <a:cxnLst>
                <a:cxn ang="0">
                  <a:pos x="0" y="5926"/>
                </a:cxn>
                <a:cxn ang="0">
                  <a:pos x="4197" y="5926"/>
                </a:cxn>
                <a:cxn ang="0">
                  <a:pos x="5950" y="0"/>
                </a:cxn>
                <a:cxn ang="0">
                  <a:pos x="1752" y="0"/>
                </a:cxn>
                <a:cxn ang="0">
                  <a:pos x="0" y="5926"/>
                </a:cxn>
              </a:cxnLst>
              <a:rect l="0" t="0" r="r" b="b"/>
              <a:pathLst>
                <a:path w="5950" h="5926">
                  <a:moveTo>
                    <a:pt x="0" y="5926"/>
                  </a:moveTo>
                  <a:lnTo>
                    <a:pt x="4197" y="5926"/>
                  </a:lnTo>
                  <a:lnTo>
                    <a:pt x="5950" y="0"/>
                  </a:lnTo>
                  <a:lnTo>
                    <a:pt x="1752" y="0"/>
                  </a:lnTo>
                  <a:lnTo>
                    <a:pt x="0" y="5926"/>
                  </a:lnTo>
                  <a:close/>
                </a:path>
              </a:pathLst>
            </a:custGeom>
            <a:solidFill>
              <a:srgbClr val="00257A"/>
            </a:soli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grpSp>
      <p:sp>
        <p:nvSpPr>
          <p:cNvPr id="20" name="Title 19"/>
          <p:cNvSpPr>
            <a:spLocks noGrp="1"/>
          </p:cNvSpPr>
          <p:nvPr>
            <p:ph type="title"/>
          </p:nvPr>
        </p:nvSpPr>
        <p:spPr bwMode="gray">
          <a:xfrm>
            <a:off x="4644008" y="2492896"/>
            <a:ext cx="4104456" cy="2160240"/>
          </a:xfrm>
        </p:spPr>
        <p:txBody>
          <a:bodyPr anchor="t"/>
          <a:lstStyle>
            <a:lvl1pPr algn="r">
              <a:defRPr sz="3000"/>
            </a:lvl1pPr>
          </a:lstStyle>
          <a:p>
            <a:r>
              <a:rPr lang="en-US" dirty="0"/>
              <a:t>Click to edit Master title style</a:t>
            </a:r>
            <a:endParaRPr lang="en-GB" dirty="0"/>
          </a:p>
        </p:txBody>
      </p:sp>
      <p:sp>
        <p:nvSpPr>
          <p:cNvPr id="22" name="Text Placeholder 21"/>
          <p:cNvSpPr>
            <a:spLocks noGrp="1"/>
          </p:cNvSpPr>
          <p:nvPr>
            <p:ph type="body" sz="quarter" idx="10" hasCustomPrompt="1"/>
          </p:nvPr>
        </p:nvSpPr>
        <p:spPr bwMode="gray">
          <a:xfrm>
            <a:off x="4643438" y="5013325"/>
            <a:ext cx="4105275" cy="1439863"/>
          </a:xfrm>
        </p:spPr>
        <p:txBody>
          <a:bodyPr>
            <a:normAutofit/>
          </a:bodyPr>
          <a:lstStyle>
            <a:lvl1pPr algn="r">
              <a:defRPr sz="1200" b="0">
                <a:solidFill>
                  <a:schemeClr val="bg1"/>
                </a:solidFill>
              </a:defRPr>
            </a:lvl1pPr>
          </a:lstStyle>
          <a:p>
            <a:pPr lvl="0"/>
            <a:r>
              <a:rPr lang="en-US" dirty="0"/>
              <a:t>Click to edit Master subtitle styles</a:t>
            </a:r>
          </a:p>
        </p:txBody>
      </p:sp>
      <p:grpSp>
        <p:nvGrpSpPr>
          <p:cNvPr id="3" name="Group 11"/>
          <p:cNvGrpSpPr>
            <a:grpSpLocks noChangeAspect="1"/>
          </p:cNvGrpSpPr>
          <p:nvPr/>
        </p:nvGrpSpPr>
        <p:grpSpPr>
          <a:xfrm>
            <a:off x="128464" y="0"/>
            <a:ext cx="2592388" cy="1530350"/>
            <a:chOff x="-2592388" y="0"/>
            <a:chExt cx="2592388" cy="1530350"/>
          </a:xfrm>
          <a:solidFill>
            <a:schemeClr val="bg1"/>
          </a:solidFill>
        </p:grpSpPr>
        <p:sp>
          <p:nvSpPr>
            <p:cNvPr id="18" name="Freeform 14"/>
            <p:cNvSpPr>
              <a:spLocks noEditPoints="1"/>
            </p:cNvSpPr>
            <p:nvPr userDrawn="1"/>
          </p:nvSpPr>
          <p:spPr bwMode="auto">
            <a:xfrm>
              <a:off x="-2384425" y="393700"/>
              <a:ext cx="2119313" cy="776288"/>
            </a:xfrm>
            <a:custGeom>
              <a:avLst/>
              <a:gdLst/>
              <a:ahLst/>
              <a:cxnLst>
                <a:cxn ang="0">
                  <a:pos x="2851" y="1035"/>
                </a:cxn>
                <a:cxn ang="0">
                  <a:pos x="3588" y="28"/>
                </a:cxn>
                <a:cxn ang="0">
                  <a:pos x="2718" y="826"/>
                </a:cxn>
                <a:cxn ang="0">
                  <a:pos x="1973" y="28"/>
                </a:cxn>
                <a:cxn ang="0">
                  <a:pos x="1663" y="659"/>
                </a:cxn>
                <a:cxn ang="0">
                  <a:pos x="1850" y="28"/>
                </a:cxn>
                <a:cxn ang="0">
                  <a:pos x="1165" y="1000"/>
                </a:cxn>
                <a:cxn ang="0">
                  <a:pos x="1334" y="806"/>
                </a:cxn>
                <a:cxn ang="0">
                  <a:pos x="479" y="1047"/>
                </a:cxn>
                <a:cxn ang="0">
                  <a:pos x="980" y="699"/>
                </a:cxn>
                <a:cxn ang="0">
                  <a:pos x="2747" y="0"/>
                </a:cxn>
                <a:cxn ang="0">
                  <a:pos x="1009" y="0"/>
                </a:cxn>
                <a:cxn ang="0">
                  <a:pos x="665" y="1435"/>
                </a:cxn>
                <a:cxn ang="0">
                  <a:pos x="1150" y="1133"/>
                </a:cxn>
                <a:cxn ang="0">
                  <a:pos x="1980" y="1434"/>
                </a:cxn>
                <a:cxn ang="0">
                  <a:pos x="2963" y="1451"/>
                </a:cxn>
                <a:cxn ang="0">
                  <a:pos x="348" y="2092"/>
                </a:cxn>
                <a:cxn ang="0">
                  <a:pos x="395" y="2104"/>
                </a:cxn>
                <a:cxn ang="0">
                  <a:pos x="880" y="1895"/>
                </a:cxn>
                <a:cxn ang="0">
                  <a:pos x="584" y="1895"/>
                </a:cxn>
                <a:cxn ang="0">
                  <a:pos x="645" y="2088"/>
                </a:cxn>
                <a:cxn ang="0">
                  <a:pos x="813" y="2088"/>
                </a:cxn>
                <a:cxn ang="0">
                  <a:pos x="935" y="1790"/>
                </a:cxn>
                <a:cxn ang="0">
                  <a:pos x="1104" y="1929"/>
                </a:cxn>
                <a:cxn ang="0">
                  <a:pos x="1151" y="1938"/>
                </a:cxn>
                <a:cxn ang="0">
                  <a:pos x="1504" y="2134"/>
                </a:cxn>
                <a:cxn ang="0">
                  <a:pos x="1370" y="2132"/>
                </a:cxn>
                <a:cxn ang="0">
                  <a:pos x="1428" y="1940"/>
                </a:cxn>
                <a:cxn ang="0">
                  <a:pos x="1719" y="1895"/>
                </a:cxn>
                <a:cxn ang="0">
                  <a:pos x="1803" y="2052"/>
                </a:cxn>
                <a:cxn ang="0">
                  <a:pos x="2137" y="1923"/>
                </a:cxn>
                <a:cxn ang="0">
                  <a:pos x="1881" y="2136"/>
                </a:cxn>
                <a:cxn ang="0">
                  <a:pos x="2253" y="2017"/>
                </a:cxn>
                <a:cxn ang="0">
                  <a:pos x="2503" y="1888"/>
                </a:cxn>
                <a:cxn ang="0">
                  <a:pos x="2740" y="2092"/>
                </a:cxn>
                <a:cxn ang="0">
                  <a:pos x="2787" y="2104"/>
                </a:cxn>
                <a:cxn ang="0">
                  <a:pos x="3126" y="2134"/>
                </a:cxn>
                <a:cxn ang="0">
                  <a:pos x="2992" y="2132"/>
                </a:cxn>
                <a:cxn ang="0">
                  <a:pos x="3051" y="1940"/>
                </a:cxn>
                <a:cxn ang="0">
                  <a:pos x="3441" y="1989"/>
                </a:cxn>
                <a:cxn ang="0">
                  <a:pos x="3257" y="1790"/>
                </a:cxn>
                <a:cxn ang="0">
                  <a:pos x="168" y="2120"/>
                </a:cxn>
                <a:cxn ang="0">
                  <a:pos x="3742" y="1935"/>
                </a:cxn>
                <a:cxn ang="0">
                  <a:pos x="3624" y="2110"/>
                </a:cxn>
                <a:cxn ang="0">
                  <a:pos x="3857" y="2017"/>
                </a:cxn>
                <a:cxn ang="0">
                  <a:pos x="4180" y="1894"/>
                </a:cxn>
                <a:cxn ang="0">
                  <a:pos x="4515" y="2136"/>
                </a:cxn>
                <a:cxn ang="0">
                  <a:pos x="4289" y="1939"/>
                </a:cxn>
                <a:cxn ang="0">
                  <a:pos x="4846" y="2010"/>
                </a:cxn>
                <a:cxn ang="0">
                  <a:pos x="4741" y="1935"/>
                </a:cxn>
                <a:cxn ang="0">
                  <a:pos x="4936" y="1789"/>
                </a:cxn>
                <a:cxn ang="0">
                  <a:pos x="5002" y="2021"/>
                </a:cxn>
                <a:cxn ang="0">
                  <a:pos x="5080" y="1988"/>
                </a:cxn>
                <a:cxn ang="0">
                  <a:pos x="5388" y="2136"/>
                </a:cxn>
                <a:cxn ang="0">
                  <a:pos x="5625" y="1893"/>
                </a:cxn>
                <a:cxn ang="0">
                  <a:pos x="5573" y="1790"/>
                </a:cxn>
                <a:cxn ang="0">
                  <a:pos x="5710" y="1848"/>
                </a:cxn>
                <a:cxn ang="0">
                  <a:pos x="5786" y="2086"/>
                </a:cxn>
                <a:cxn ang="0">
                  <a:pos x="5835" y="2229"/>
                </a:cxn>
              </a:cxnLst>
              <a:rect l="0" t="0" r="r" b="b"/>
              <a:pathLst>
                <a:path w="6099" h="2232">
                  <a:moveTo>
                    <a:pt x="3588" y="1105"/>
                  </a:moveTo>
                  <a:cubicBezTo>
                    <a:pt x="3401" y="1105"/>
                    <a:pt x="3401" y="1105"/>
                    <a:pt x="3401" y="1105"/>
                  </a:cubicBezTo>
                  <a:cubicBezTo>
                    <a:pt x="3431" y="981"/>
                    <a:pt x="3431" y="981"/>
                    <a:pt x="3431" y="981"/>
                  </a:cubicBezTo>
                  <a:cubicBezTo>
                    <a:pt x="3055" y="981"/>
                    <a:pt x="3055" y="981"/>
                    <a:pt x="3055" y="981"/>
                  </a:cubicBezTo>
                  <a:cubicBezTo>
                    <a:pt x="3024" y="1105"/>
                    <a:pt x="3024" y="1105"/>
                    <a:pt x="3024" y="1105"/>
                  </a:cubicBezTo>
                  <a:cubicBezTo>
                    <a:pt x="2843" y="1105"/>
                    <a:pt x="2843" y="1105"/>
                    <a:pt x="2843" y="1105"/>
                  </a:cubicBezTo>
                  <a:cubicBezTo>
                    <a:pt x="2843" y="1079"/>
                    <a:pt x="2843" y="1079"/>
                    <a:pt x="2843" y="1079"/>
                  </a:cubicBezTo>
                  <a:cubicBezTo>
                    <a:pt x="2845" y="1065"/>
                    <a:pt x="2848" y="1051"/>
                    <a:pt x="2851" y="1035"/>
                  </a:cubicBezTo>
                  <a:cubicBezTo>
                    <a:pt x="2884" y="901"/>
                    <a:pt x="2972" y="769"/>
                    <a:pt x="3124" y="769"/>
                  </a:cubicBezTo>
                  <a:cubicBezTo>
                    <a:pt x="3185" y="769"/>
                    <a:pt x="3244" y="792"/>
                    <a:pt x="3236" y="875"/>
                  </a:cubicBezTo>
                  <a:cubicBezTo>
                    <a:pt x="3460" y="875"/>
                    <a:pt x="3460" y="875"/>
                    <a:pt x="3460" y="875"/>
                  </a:cubicBezTo>
                  <a:cubicBezTo>
                    <a:pt x="3469" y="836"/>
                    <a:pt x="3484" y="770"/>
                    <a:pt x="3441" y="709"/>
                  </a:cubicBezTo>
                  <a:cubicBezTo>
                    <a:pt x="3394" y="643"/>
                    <a:pt x="3298" y="616"/>
                    <a:pt x="3173" y="616"/>
                  </a:cubicBezTo>
                  <a:cubicBezTo>
                    <a:pt x="3084" y="616"/>
                    <a:pt x="2955" y="631"/>
                    <a:pt x="2843" y="704"/>
                  </a:cubicBezTo>
                  <a:cubicBezTo>
                    <a:pt x="2843" y="28"/>
                    <a:pt x="2843" y="28"/>
                    <a:pt x="2843" y="28"/>
                  </a:cubicBezTo>
                  <a:cubicBezTo>
                    <a:pt x="3588" y="28"/>
                    <a:pt x="3588" y="28"/>
                    <a:pt x="3588" y="28"/>
                  </a:cubicBezTo>
                  <a:lnTo>
                    <a:pt x="3588" y="1105"/>
                  </a:lnTo>
                  <a:close/>
                  <a:moveTo>
                    <a:pt x="3148" y="1287"/>
                  </a:moveTo>
                  <a:cubicBezTo>
                    <a:pt x="3106" y="1294"/>
                    <a:pt x="3063" y="1300"/>
                    <a:pt x="3023" y="1300"/>
                  </a:cubicBezTo>
                  <a:cubicBezTo>
                    <a:pt x="2915" y="1300"/>
                    <a:pt x="2840" y="1250"/>
                    <a:pt x="2839" y="1133"/>
                  </a:cubicBezTo>
                  <a:cubicBezTo>
                    <a:pt x="3186" y="1133"/>
                    <a:pt x="3186" y="1133"/>
                    <a:pt x="3186" y="1133"/>
                  </a:cubicBezTo>
                  <a:lnTo>
                    <a:pt x="3148" y="1287"/>
                  </a:lnTo>
                  <a:close/>
                  <a:moveTo>
                    <a:pt x="2718" y="672"/>
                  </a:moveTo>
                  <a:cubicBezTo>
                    <a:pt x="2718" y="826"/>
                    <a:pt x="2718" y="826"/>
                    <a:pt x="2718" y="826"/>
                  </a:cubicBezTo>
                  <a:cubicBezTo>
                    <a:pt x="2666" y="898"/>
                    <a:pt x="2634" y="976"/>
                    <a:pt x="2619" y="1040"/>
                  </a:cubicBezTo>
                  <a:cubicBezTo>
                    <a:pt x="2613" y="1061"/>
                    <a:pt x="2609" y="1083"/>
                    <a:pt x="2607" y="1105"/>
                  </a:cubicBezTo>
                  <a:cubicBezTo>
                    <a:pt x="2497" y="1105"/>
                    <a:pt x="2497" y="1105"/>
                    <a:pt x="2497" y="1105"/>
                  </a:cubicBezTo>
                  <a:cubicBezTo>
                    <a:pt x="2591" y="660"/>
                    <a:pt x="2591" y="660"/>
                    <a:pt x="2591" y="660"/>
                  </a:cubicBezTo>
                  <a:cubicBezTo>
                    <a:pt x="2276" y="660"/>
                    <a:pt x="2276" y="660"/>
                    <a:pt x="2276" y="660"/>
                  </a:cubicBezTo>
                  <a:cubicBezTo>
                    <a:pt x="1993" y="1105"/>
                    <a:pt x="1993" y="1105"/>
                    <a:pt x="1993" y="1105"/>
                  </a:cubicBezTo>
                  <a:cubicBezTo>
                    <a:pt x="1973" y="1105"/>
                    <a:pt x="1973" y="1105"/>
                    <a:pt x="1973" y="1105"/>
                  </a:cubicBezTo>
                  <a:cubicBezTo>
                    <a:pt x="1973" y="28"/>
                    <a:pt x="1973" y="28"/>
                    <a:pt x="1973" y="28"/>
                  </a:cubicBezTo>
                  <a:cubicBezTo>
                    <a:pt x="2718" y="28"/>
                    <a:pt x="2718" y="28"/>
                    <a:pt x="2718" y="28"/>
                  </a:cubicBezTo>
                  <a:lnTo>
                    <a:pt x="2718" y="672"/>
                  </a:lnTo>
                  <a:close/>
                  <a:moveTo>
                    <a:pt x="2302" y="1105"/>
                  </a:moveTo>
                  <a:cubicBezTo>
                    <a:pt x="2190" y="1105"/>
                    <a:pt x="2190" y="1105"/>
                    <a:pt x="2190" y="1105"/>
                  </a:cubicBezTo>
                  <a:cubicBezTo>
                    <a:pt x="2360" y="838"/>
                    <a:pt x="2360" y="838"/>
                    <a:pt x="2360" y="838"/>
                  </a:cubicBezTo>
                  <a:lnTo>
                    <a:pt x="2302" y="1105"/>
                  </a:lnTo>
                  <a:close/>
                  <a:moveTo>
                    <a:pt x="1850" y="659"/>
                  </a:moveTo>
                  <a:cubicBezTo>
                    <a:pt x="1663" y="659"/>
                    <a:pt x="1663" y="659"/>
                    <a:pt x="1663" y="659"/>
                  </a:cubicBezTo>
                  <a:cubicBezTo>
                    <a:pt x="1535" y="1105"/>
                    <a:pt x="1535" y="1105"/>
                    <a:pt x="1535" y="1105"/>
                  </a:cubicBezTo>
                  <a:cubicBezTo>
                    <a:pt x="1337" y="1105"/>
                    <a:pt x="1337" y="1105"/>
                    <a:pt x="1337" y="1105"/>
                  </a:cubicBezTo>
                  <a:cubicBezTo>
                    <a:pt x="1438" y="1068"/>
                    <a:pt x="1499" y="996"/>
                    <a:pt x="1518" y="890"/>
                  </a:cubicBezTo>
                  <a:cubicBezTo>
                    <a:pt x="1534" y="809"/>
                    <a:pt x="1527" y="755"/>
                    <a:pt x="1493" y="714"/>
                  </a:cubicBezTo>
                  <a:cubicBezTo>
                    <a:pt x="1443" y="654"/>
                    <a:pt x="1342" y="659"/>
                    <a:pt x="1253" y="659"/>
                  </a:cubicBezTo>
                  <a:cubicBezTo>
                    <a:pt x="1237" y="659"/>
                    <a:pt x="1105" y="659"/>
                    <a:pt x="1105" y="659"/>
                  </a:cubicBezTo>
                  <a:cubicBezTo>
                    <a:pt x="1105" y="28"/>
                    <a:pt x="1105" y="28"/>
                    <a:pt x="1105" y="28"/>
                  </a:cubicBezTo>
                  <a:cubicBezTo>
                    <a:pt x="1850" y="28"/>
                    <a:pt x="1850" y="28"/>
                    <a:pt x="1850" y="28"/>
                  </a:cubicBezTo>
                  <a:lnTo>
                    <a:pt x="1850" y="659"/>
                  </a:lnTo>
                  <a:close/>
                  <a:moveTo>
                    <a:pt x="1730" y="1105"/>
                  </a:moveTo>
                  <a:cubicBezTo>
                    <a:pt x="1809" y="826"/>
                    <a:pt x="1809" y="826"/>
                    <a:pt x="1809" y="826"/>
                  </a:cubicBezTo>
                  <a:cubicBezTo>
                    <a:pt x="1812" y="1105"/>
                    <a:pt x="1812" y="1105"/>
                    <a:pt x="1812" y="1105"/>
                  </a:cubicBezTo>
                  <a:lnTo>
                    <a:pt x="1730" y="1105"/>
                  </a:lnTo>
                  <a:close/>
                  <a:moveTo>
                    <a:pt x="1188" y="999"/>
                  </a:moveTo>
                  <a:cubicBezTo>
                    <a:pt x="1187" y="999"/>
                    <a:pt x="1187" y="999"/>
                    <a:pt x="1187" y="999"/>
                  </a:cubicBezTo>
                  <a:cubicBezTo>
                    <a:pt x="1180" y="999"/>
                    <a:pt x="1173" y="1000"/>
                    <a:pt x="1165" y="1000"/>
                  </a:cubicBezTo>
                  <a:cubicBezTo>
                    <a:pt x="1154" y="1000"/>
                    <a:pt x="1145" y="1000"/>
                    <a:pt x="1137" y="1000"/>
                  </a:cubicBezTo>
                  <a:cubicBezTo>
                    <a:pt x="1089" y="1000"/>
                    <a:pt x="1089" y="1000"/>
                    <a:pt x="1089" y="1000"/>
                  </a:cubicBezTo>
                  <a:cubicBezTo>
                    <a:pt x="1111" y="918"/>
                    <a:pt x="1111" y="918"/>
                    <a:pt x="1111" y="918"/>
                  </a:cubicBezTo>
                  <a:cubicBezTo>
                    <a:pt x="1122" y="878"/>
                    <a:pt x="1122" y="878"/>
                    <a:pt x="1122" y="878"/>
                  </a:cubicBezTo>
                  <a:cubicBezTo>
                    <a:pt x="1147" y="783"/>
                    <a:pt x="1147" y="783"/>
                    <a:pt x="1147" y="783"/>
                  </a:cubicBezTo>
                  <a:cubicBezTo>
                    <a:pt x="1158" y="783"/>
                    <a:pt x="1169" y="782"/>
                    <a:pt x="1179" y="782"/>
                  </a:cubicBezTo>
                  <a:cubicBezTo>
                    <a:pt x="1216" y="782"/>
                    <a:pt x="1216" y="782"/>
                    <a:pt x="1216" y="782"/>
                  </a:cubicBezTo>
                  <a:cubicBezTo>
                    <a:pt x="1279" y="782"/>
                    <a:pt x="1319" y="786"/>
                    <a:pt x="1334" y="806"/>
                  </a:cubicBezTo>
                  <a:cubicBezTo>
                    <a:pt x="1345" y="822"/>
                    <a:pt x="1343" y="848"/>
                    <a:pt x="1330" y="888"/>
                  </a:cubicBezTo>
                  <a:cubicBezTo>
                    <a:pt x="1308" y="957"/>
                    <a:pt x="1279" y="992"/>
                    <a:pt x="1188" y="999"/>
                  </a:cubicBezTo>
                  <a:moveTo>
                    <a:pt x="980" y="699"/>
                  </a:moveTo>
                  <a:cubicBezTo>
                    <a:pt x="969" y="737"/>
                    <a:pt x="969" y="737"/>
                    <a:pt x="969" y="737"/>
                  </a:cubicBezTo>
                  <a:cubicBezTo>
                    <a:pt x="862" y="1092"/>
                    <a:pt x="862" y="1092"/>
                    <a:pt x="862" y="1092"/>
                  </a:cubicBezTo>
                  <a:cubicBezTo>
                    <a:pt x="858" y="1105"/>
                    <a:pt x="858" y="1105"/>
                    <a:pt x="858" y="1105"/>
                  </a:cubicBezTo>
                  <a:cubicBezTo>
                    <a:pt x="507" y="1105"/>
                    <a:pt x="507" y="1105"/>
                    <a:pt x="507" y="1105"/>
                  </a:cubicBezTo>
                  <a:cubicBezTo>
                    <a:pt x="479" y="1047"/>
                    <a:pt x="479" y="1047"/>
                    <a:pt x="479" y="1047"/>
                  </a:cubicBezTo>
                  <a:cubicBezTo>
                    <a:pt x="858" y="660"/>
                    <a:pt x="858" y="660"/>
                    <a:pt x="858" y="660"/>
                  </a:cubicBezTo>
                  <a:cubicBezTo>
                    <a:pt x="615" y="660"/>
                    <a:pt x="615" y="660"/>
                    <a:pt x="615" y="660"/>
                  </a:cubicBezTo>
                  <a:cubicBezTo>
                    <a:pt x="319" y="979"/>
                    <a:pt x="319" y="979"/>
                    <a:pt x="319" y="979"/>
                  </a:cubicBezTo>
                  <a:cubicBezTo>
                    <a:pt x="415" y="660"/>
                    <a:pt x="415" y="660"/>
                    <a:pt x="415" y="660"/>
                  </a:cubicBezTo>
                  <a:cubicBezTo>
                    <a:pt x="235" y="660"/>
                    <a:pt x="235" y="660"/>
                    <a:pt x="235" y="660"/>
                  </a:cubicBezTo>
                  <a:cubicBezTo>
                    <a:pt x="235" y="28"/>
                    <a:pt x="235" y="28"/>
                    <a:pt x="235" y="28"/>
                  </a:cubicBezTo>
                  <a:cubicBezTo>
                    <a:pt x="980" y="28"/>
                    <a:pt x="980" y="28"/>
                    <a:pt x="980" y="28"/>
                  </a:cubicBezTo>
                  <a:lnTo>
                    <a:pt x="980" y="699"/>
                  </a:lnTo>
                  <a:close/>
                  <a:moveTo>
                    <a:pt x="281" y="1105"/>
                  </a:moveTo>
                  <a:cubicBezTo>
                    <a:pt x="282" y="1101"/>
                    <a:pt x="282" y="1101"/>
                    <a:pt x="282" y="1101"/>
                  </a:cubicBezTo>
                  <a:cubicBezTo>
                    <a:pt x="285" y="1105"/>
                    <a:pt x="285" y="1105"/>
                    <a:pt x="285" y="1105"/>
                  </a:cubicBezTo>
                  <a:lnTo>
                    <a:pt x="281" y="1105"/>
                  </a:lnTo>
                  <a:close/>
                  <a:moveTo>
                    <a:pt x="2814" y="0"/>
                  </a:moveTo>
                  <a:cubicBezTo>
                    <a:pt x="2814" y="724"/>
                    <a:pt x="2814" y="724"/>
                    <a:pt x="2814" y="724"/>
                  </a:cubicBezTo>
                  <a:cubicBezTo>
                    <a:pt x="2789" y="744"/>
                    <a:pt x="2767" y="765"/>
                    <a:pt x="2747" y="788"/>
                  </a:cubicBezTo>
                  <a:cubicBezTo>
                    <a:pt x="2747" y="0"/>
                    <a:pt x="2747" y="0"/>
                    <a:pt x="2747" y="0"/>
                  </a:cubicBezTo>
                  <a:cubicBezTo>
                    <a:pt x="1945" y="0"/>
                    <a:pt x="1945" y="0"/>
                    <a:pt x="1945" y="0"/>
                  </a:cubicBezTo>
                  <a:cubicBezTo>
                    <a:pt x="1945" y="659"/>
                    <a:pt x="1945" y="659"/>
                    <a:pt x="1945" y="659"/>
                  </a:cubicBezTo>
                  <a:cubicBezTo>
                    <a:pt x="1878" y="659"/>
                    <a:pt x="1878" y="659"/>
                    <a:pt x="1878" y="659"/>
                  </a:cubicBezTo>
                  <a:cubicBezTo>
                    <a:pt x="1878" y="0"/>
                    <a:pt x="1878" y="0"/>
                    <a:pt x="1878" y="0"/>
                  </a:cubicBezTo>
                  <a:cubicBezTo>
                    <a:pt x="1076" y="0"/>
                    <a:pt x="1076" y="0"/>
                    <a:pt x="1076" y="0"/>
                  </a:cubicBezTo>
                  <a:cubicBezTo>
                    <a:pt x="1076" y="660"/>
                    <a:pt x="1076" y="660"/>
                    <a:pt x="1076" y="660"/>
                  </a:cubicBezTo>
                  <a:cubicBezTo>
                    <a:pt x="1009" y="660"/>
                    <a:pt x="1009" y="660"/>
                    <a:pt x="1009" y="660"/>
                  </a:cubicBezTo>
                  <a:cubicBezTo>
                    <a:pt x="1009" y="0"/>
                    <a:pt x="1009" y="0"/>
                    <a:pt x="1009" y="0"/>
                  </a:cubicBezTo>
                  <a:cubicBezTo>
                    <a:pt x="207" y="0"/>
                    <a:pt x="207" y="0"/>
                    <a:pt x="207" y="0"/>
                  </a:cubicBezTo>
                  <a:cubicBezTo>
                    <a:pt x="207" y="753"/>
                    <a:pt x="207" y="753"/>
                    <a:pt x="207" y="753"/>
                  </a:cubicBezTo>
                  <a:cubicBezTo>
                    <a:pt x="2" y="1435"/>
                    <a:pt x="2" y="1435"/>
                    <a:pt x="2" y="1435"/>
                  </a:cubicBezTo>
                  <a:cubicBezTo>
                    <a:pt x="182" y="1435"/>
                    <a:pt x="182" y="1435"/>
                    <a:pt x="182" y="1435"/>
                  </a:cubicBezTo>
                  <a:cubicBezTo>
                    <a:pt x="273" y="1133"/>
                    <a:pt x="273" y="1133"/>
                    <a:pt x="273" y="1133"/>
                  </a:cubicBezTo>
                  <a:cubicBezTo>
                    <a:pt x="299" y="1133"/>
                    <a:pt x="299" y="1133"/>
                    <a:pt x="299" y="1133"/>
                  </a:cubicBezTo>
                  <a:cubicBezTo>
                    <a:pt x="448" y="1435"/>
                    <a:pt x="448" y="1435"/>
                    <a:pt x="448" y="1435"/>
                  </a:cubicBezTo>
                  <a:cubicBezTo>
                    <a:pt x="665" y="1435"/>
                    <a:pt x="665" y="1435"/>
                    <a:pt x="665" y="1435"/>
                  </a:cubicBezTo>
                  <a:cubicBezTo>
                    <a:pt x="520" y="1133"/>
                    <a:pt x="520" y="1133"/>
                    <a:pt x="520" y="1133"/>
                  </a:cubicBezTo>
                  <a:cubicBezTo>
                    <a:pt x="849" y="1133"/>
                    <a:pt x="849" y="1133"/>
                    <a:pt x="849" y="1133"/>
                  </a:cubicBezTo>
                  <a:cubicBezTo>
                    <a:pt x="758" y="1435"/>
                    <a:pt x="758" y="1435"/>
                    <a:pt x="758" y="1435"/>
                  </a:cubicBezTo>
                  <a:cubicBezTo>
                    <a:pt x="955" y="1435"/>
                    <a:pt x="955" y="1435"/>
                    <a:pt x="955" y="1435"/>
                  </a:cubicBezTo>
                  <a:cubicBezTo>
                    <a:pt x="1045" y="1134"/>
                    <a:pt x="1045" y="1134"/>
                    <a:pt x="1045" y="1134"/>
                  </a:cubicBezTo>
                  <a:cubicBezTo>
                    <a:pt x="1088" y="1134"/>
                    <a:pt x="1088" y="1134"/>
                    <a:pt x="1088" y="1134"/>
                  </a:cubicBezTo>
                  <a:cubicBezTo>
                    <a:pt x="1088" y="1133"/>
                    <a:pt x="1088" y="1133"/>
                    <a:pt x="1088" y="1133"/>
                  </a:cubicBezTo>
                  <a:cubicBezTo>
                    <a:pt x="1150" y="1133"/>
                    <a:pt x="1150" y="1133"/>
                    <a:pt x="1150" y="1133"/>
                  </a:cubicBezTo>
                  <a:cubicBezTo>
                    <a:pt x="1155" y="1133"/>
                    <a:pt x="1155" y="1133"/>
                    <a:pt x="1155" y="1133"/>
                  </a:cubicBezTo>
                  <a:cubicBezTo>
                    <a:pt x="1527" y="1133"/>
                    <a:pt x="1527" y="1133"/>
                    <a:pt x="1527" y="1133"/>
                  </a:cubicBezTo>
                  <a:cubicBezTo>
                    <a:pt x="1440" y="1434"/>
                    <a:pt x="1440" y="1434"/>
                    <a:pt x="1440" y="1434"/>
                  </a:cubicBezTo>
                  <a:cubicBezTo>
                    <a:pt x="1638" y="1434"/>
                    <a:pt x="1638" y="1434"/>
                    <a:pt x="1638" y="1434"/>
                  </a:cubicBezTo>
                  <a:cubicBezTo>
                    <a:pt x="1722" y="1133"/>
                    <a:pt x="1722" y="1133"/>
                    <a:pt x="1722" y="1133"/>
                  </a:cubicBezTo>
                  <a:cubicBezTo>
                    <a:pt x="1812" y="1133"/>
                    <a:pt x="1812" y="1133"/>
                    <a:pt x="1812" y="1133"/>
                  </a:cubicBezTo>
                  <a:cubicBezTo>
                    <a:pt x="1814" y="1434"/>
                    <a:pt x="1814" y="1434"/>
                    <a:pt x="1814" y="1434"/>
                  </a:cubicBezTo>
                  <a:cubicBezTo>
                    <a:pt x="1980" y="1434"/>
                    <a:pt x="1980" y="1434"/>
                    <a:pt x="1980" y="1434"/>
                  </a:cubicBezTo>
                  <a:cubicBezTo>
                    <a:pt x="2171" y="1133"/>
                    <a:pt x="2171" y="1133"/>
                    <a:pt x="2171" y="1133"/>
                  </a:cubicBezTo>
                  <a:cubicBezTo>
                    <a:pt x="2296" y="1133"/>
                    <a:pt x="2296" y="1133"/>
                    <a:pt x="2296" y="1133"/>
                  </a:cubicBezTo>
                  <a:cubicBezTo>
                    <a:pt x="2232" y="1434"/>
                    <a:pt x="2232" y="1434"/>
                    <a:pt x="2232" y="1434"/>
                  </a:cubicBezTo>
                  <a:cubicBezTo>
                    <a:pt x="2427" y="1434"/>
                    <a:pt x="2427" y="1434"/>
                    <a:pt x="2427" y="1434"/>
                  </a:cubicBezTo>
                  <a:cubicBezTo>
                    <a:pt x="2491" y="1133"/>
                    <a:pt x="2491" y="1133"/>
                    <a:pt x="2491" y="1133"/>
                  </a:cubicBezTo>
                  <a:cubicBezTo>
                    <a:pt x="2604" y="1133"/>
                    <a:pt x="2604" y="1133"/>
                    <a:pt x="2604" y="1133"/>
                  </a:cubicBezTo>
                  <a:cubicBezTo>
                    <a:pt x="2599" y="1226"/>
                    <a:pt x="2623" y="1311"/>
                    <a:pt x="2685" y="1368"/>
                  </a:cubicBezTo>
                  <a:cubicBezTo>
                    <a:pt x="2761" y="1438"/>
                    <a:pt x="2877" y="1451"/>
                    <a:pt x="2963" y="1451"/>
                  </a:cubicBezTo>
                  <a:cubicBezTo>
                    <a:pt x="3081" y="1451"/>
                    <a:pt x="3203" y="1434"/>
                    <a:pt x="3326" y="1407"/>
                  </a:cubicBezTo>
                  <a:cubicBezTo>
                    <a:pt x="3394" y="1133"/>
                    <a:pt x="3394" y="1133"/>
                    <a:pt x="3394" y="1133"/>
                  </a:cubicBezTo>
                  <a:cubicBezTo>
                    <a:pt x="3617" y="1133"/>
                    <a:pt x="3617" y="1133"/>
                    <a:pt x="3617" y="1133"/>
                  </a:cubicBezTo>
                  <a:cubicBezTo>
                    <a:pt x="3617" y="0"/>
                    <a:pt x="3617" y="0"/>
                    <a:pt x="3617" y="0"/>
                  </a:cubicBezTo>
                  <a:lnTo>
                    <a:pt x="2814" y="0"/>
                  </a:lnTo>
                  <a:close/>
                  <a:moveTo>
                    <a:pt x="351" y="1894"/>
                  </a:moveTo>
                  <a:cubicBezTo>
                    <a:pt x="321" y="2038"/>
                    <a:pt x="321" y="2038"/>
                    <a:pt x="321" y="2038"/>
                  </a:cubicBezTo>
                  <a:cubicBezTo>
                    <a:pt x="316" y="2060"/>
                    <a:pt x="309" y="2092"/>
                    <a:pt x="348" y="2092"/>
                  </a:cubicBezTo>
                  <a:cubicBezTo>
                    <a:pt x="393" y="2092"/>
                    <a:pt x="400" y="2058"/>
                    <a:pt x="409" y="2016"/>
                  </a:cubicBezTo>
                  <a:cubicBezTo>
                    <a:pt x="435" y="1894"/>
                    <a:pt x="435" y="1894"/>
                    <a:pt x="435" y="1894"/>
                  </a:cubicBezTo>
                  <a:cubicBezTo>
                    <a:pt x="508" y="1894"/>
                    <a:pt x="508" y="1894"/>
                    <a:pt x="508" y="1894"/>
                  </a:cubicBezTo>
                  <a:cubicBezTo>
                    <a:pt x="474" y="2053"/>
                    <a:pt x="474" y="2053"/>
                    <a:pt x="474" y="2053"/>
                  </a:cubicBezTo>
                  <a:cubicBezTo>
                    <a:pt x="464" y="2106"/>
                    <a:pt x="463" y="2112"/>
                    <a:pt x="462" y="2118"/>
                  </a:cubicBezTo>
                  <a:cubicBezTo>
                    <a:pt x="461" y="2125"/>
                    <a:pt x="460" y="2130"/>
                    <a:pt x="460" y="2136"/>
                  </a:cubicBezTo>
                  <a:cubicBezTo>
                    <a:pt x="391" y="2136"/>
                    <a:pt x="391" y="2136"/>
                    <a:pt x="391" y="2136"/>
                  </a:cubicBezTo>
                  <a:cubicBezTo>
                    <a:pt x="395" y="2104"/>
                    <a:pt x="395" y="2104"/>
                    <a:pt x="395" y="2104"/>
                  </a:cubicBezTo>
                  <a:cubicBezTo>
                    <a:pt x="386" y="2115"/>
                    <a:pt x="362" y="2143"/>
                    <a:pt x="315" y="2143"/>
                  </a:cubicBezTo>
                  <a:cubicBezTo>
                    <a:pt x="283" y="2143"/>
                    <a:pt x="259" y="2128"/>
                    <a:pt x="250" y="2110"/>
                  </a:cubicBezTo>
                  <a:cubicBezTo>
                    <a:pt x="238" y="2090"/>
                    <a:pt x="245" y="2056"/>
                    <a:pt x="248" y="2045"/>
                  </a:cubicBezTo>
                  <a:cubicBezTo>
                    <a:pt x="279" y="1894"/>
                    <a:pt x="279" y="1894"/>
                    <a:pt x="279" y="1894"/>
                  </a:cubicBezTo>
                  <a:lnTo>
                    <a:pt x="351" y="1894"/>
                  </a:lnTo>
                  <a:close/>
                  <a:moveTo>
                    <a:pt x="812" y="1942"/>
                  </a:moveTo>
                  <a:cubicBezTo>
                    <a:pt x="870" y="1942"/>
                    <a:pt x="870" y="1942"/>
                    <a:pt x="870" y="1942"/>
                  </a:cubicBezTo>
                  <a:cubicBezTo>
                    <a:pt x="880" y="1895"/>
                    <a:pt x="880" y="1895"/>
                    <a:pt x="880" y="1895"/>
                  </a:cubicBezTo>
                  <a:cubicBezTo>
                    <a:pt x="822" y="1895"/>
                    <a:pt x="822" y="1895"/>
                    <a:pt x="822" y="1895"/>
                  </a:cubicBezTo>
                  <a:cubicBezTo>
                    <a:pt x="838" y="1822"/>
                    <a:pt x="838" y="1822"/>
                    <a:pt x="838" y="1822"/>
                  </a:cubicBezTo>
                  <a:cubicBezTo>
                    <a:pt x="762" y="1848"/>
                    <a:pt x="762" y="1848"/>
                    <a:pt x="762" y="1848"/>
                  </a:cubicBezTo>
                  <a:cubicBezTo>
                    <a:pt x="752" y="1895"/>
                    <a:pt x="752" y="1895"/>
                    <a:pt x="752" y="1895"/>
                  </a:cubicBezTo>
                  <a:cubicBezTo>
                    <a:pt x="654" y="1895"/>
                    <a:pt x="654" y="1895"/>
                    <a:pt x="654" y="1895"/>
                  </a:cubicBezTo>
                  <a:cubicBezTo>
                    <a:pt x="670" y="1822"/>
                    <a:pt x="670" y="1822"/>
                    <a:pt x="670" y="1822"/>
                  </a:cubicBezTo>
                  <a:cubicBezTo>
                    <a:pt x="594" y="1848"/>
                    <a:pt x="594" y="1848"/>
                    <a:pt x="594" y="1848"/>
                  </a:cubicBezTo>
                  <a:cubicBezTo>
                    <a:pt x="584" y="1895"/>
                    <a:pt x="584" y="1895"/>
                    <a:pt x="584" y="1895"/>
                  </a:cubicBezTo>
                  <a:cubicBezTo>
                    <a:pt x="537" y="1895"/>
                    <a:pt x="537" y="1895"/>
                    <a:pt x="537" y="1895"/>
                  </a:cubicBezTo>
                  <a:cubicBezTo>
                    <a:pt x="527" y="1942"/>
                    <a:pt x="527" y="1942"/>
                    <a:pt x="527" y="1942"/>
                  </a:cubicBezTo>
                  <a:cubicBezTo>
                    <a:pt x="574" y="1942"/>
                    <a:pt x="574" y="1942"/>
                    <a:pt x="574" y="1942"/>
                  </a:cubicBezTo>
                  <a:cubicBezTo>
                    <a:pt x="545" y="2075"/>
                    <a:pt x="545" y="2075"/>
                    <a:pt x="545" y="2075"/>
                  </a:cubicBezTo>
                  <a:cubicBezTo>
                    <a:pt x="541" y="2095"/>
                    <a:pt x="531" y="2141"/>
                    <a:pt x="603" y="2141"/>
                  </a:cubicBezTo>
                  <a:cubicBezTo>
                    <a:pt x="615" y="2141"/>
                    <a:pt x="636" y="2139"/>
                    <a:pt x="660" y="2133"/>
                  </a:cubicBezTo>
                  <a:cubicBezTo>
                    <a:pt x="670" y="2086"/>
                    <a:pt x="670" y="2086"/>
                    <a:pt x="670" y="2086"/>
                  </a:cubicBezTo>
                  <a:cubicBezTo>
                    <a:pt x="661" y="2087"/>
                    <a:pt x="656" y="2088"/>
                    <a:pt x="645" y="2088"/>
                  </a:cubicBezTo>
                  <a:cubicBezTo>
                    <a:pt x="614" y="2088"/>
                    <a:pt x="617" y="2074"/>
                    <a:pt x="621" y="2052"/>
                  </a:cubicBezTo>
                  <a:cubicBezTo>
                    <a:pt x="645" y="1942"/>
                    <a:pt x="645" y="1942"/>
                    <a:pt x="645" y="1942"/>
                  </a:cubicBezTo>
                  <a:cubicBezTo>
                    <a:pt x="741" y="1942"/>
                    <a:pt x="741" y="1942"/>
                    <a:pt x="741" y="1942"/>
                  </a:cubicBezTo>
                  <a:cubicBezTo>
                    <a:pt x="713" y="2075"/>
                    <a:pt x="713" y="2075"/>
                    <a:pt x="713" y="2075"/>
                  </a:cubicBezTo>
                  <a:cubicBezTo>
                    <a:pt x="709" y="2095"/>
                    <a:pt x="699" y="2141"/>
                    <a:pt x="771" y="2141"/>
                  </a:cubicBezTo>
                  <a:cubicBezTo>
                    <a:pt x="782" y="2141"/>
                    <a:pt x="804" y="2139"/>
                    <a:pt x="828" y="2133"/>
                  </a:cubicBezTo>
                  <a:cubicBezTo>
                    <a:pt x="838" y="2086"/>
                    <a:pt x="838" y="2086"/>
                    <a:pt x="838" y="2086"/>
                  </a:cubicBezTo>
                  <a:cubicBezTo>
                    <a:pt x="829" y="2087"/>
                    <a:pt x="824" y="2088"/>
                    <a:pt x="813" y="2088"/>
                  </a:cubicBezTo>
                  <a:cubicBezTo>
                    <a:pt x="781" y="2088"/>
                    <a:pt x="785" y="2074"/>
                    <a:pt x="788" y="2052"/>
                  </a:cubicBezTo>
                  <a:lnTo>
                    <a:pt x="812" y="1942"/>
                  </a:lnTo>
                  <a:close/>
                  <a:moveTo>
                    <a:pt x="916" y="1893"/>
                  </a:moveTo>
                  <a:cubicBezTo>
                    <a:pt x="987" y="1893"/>
                    <a:pt x="987" y="1893"/>
                    <a:pt x="987" y="1893"/>
                  </a:cubicBezTo>
                  <a:cubicBezTo>
                    <a:pt x="935" y="2136"/>
                    <a:pt x="935" y="2136"/>
                    <a:pt x="935" y="2136"/>
                  </a:cubicBezTo>
                  <a:cubicBezTo>
                    <a:pt x="864" y="2136"/>
                    <a:pt x="864" y="2136"/>
                    <a:pt x="864" y="2136"/>
                  </a:cubicBezTo>
                  <a:lnTo>
                    <a:pt x="916" y="1893"/>
                  </a:lnTo>
                  <a:close/>
                  <a:moveTo>
                    <a:pt x="935" y="1790"/>
                  </a:moveTo>
                  <a:cubicBezTo>
                    <a:pt x="1011" y="1790"/>
                    <a:pt x="1011" y="1790"/>
                    <a:pt x="1011" y="1790"/>
                  </a:cubicBezTo>
                  <a:cubicBezTo>
                    <a:pt x="998" y="1851"/>
                    <a:pt x="998" y="1851"/>
                    <a:pt x="998" y="1851"/>
                  </a:cubicBezTo>
                  <a:cubicBezTo>
                    <a:pt x="922" y="1851"/>
                    <a:pt x="922" y="1851"/>
                    <a:pt x="922" y="1851"/>
                  </a:cubicBezTo>
                  <a:lnTo>
                    <a:pt x="935" y="1790"/>
                  </a:lnTo>
                  <a:close/>
                  <a:moveTo>
                    <a:pt x="1034" y="1937"/>
                  </a:moveTo>
                  <a:cubicBezTo>
                    <a:pt x="1034" y="1936"/>
                    <a:pt x="1040" y="1909"/>
                    <a:pt x="1042" y="1893"/>
                  </a:cubicBezTo>
                  <a:cubicBezTo>
                    <a:pt x="1110" y="1893"/>
                    <a:pt x="1110" y="1893"/>
                    <a:pt x="1110" y="1893"/>
                  </a:cubicBezTo>
                  <a:cubicBezTo>
                    <a:pt x="1104" y="1929"/>
                    <a:pt x="1104" y="1929"/>
                    <a:pt x="1104" y="1929"/>
                  </a:cubicBezTo>
                  <a:cubicBezTo>
                    <a:pt x="1113" y="1918"/>
                    <a:pt x="1139" y="1887"/>
                    <a:pt x="1192" y="1887"/>
                  </a:cubicBezTo>
                  <a:cubicBezTo>
                    <a:pt x="1239" y="1887"/>
                    <a:pt x="1254" y="1916"/>
                    <a:pt x="1256" y="1933"/>
                  </a:cubicBezTo>
                  <a:cubicBezTo>
                    <a:pt x="1259" y="1948"/>
                    <a:pt x="1257" y="1960"/>
                    <a:pt x="1248" y="2005"/>
                  </a:cubicBezTo>
                  <a:cubicBezTo>
                    <a:pt x="1220" y="2136"/>
                    <a:pt x="1220" y="2136"/>
                    <a:pt x="1220" y="2136"/>
                  </a:cubicBezTo>
                  <a:cubicBezTo>
                    <a:pt x="1147" y="2136"/>
                    <a:pt x="1147" y="2136"/>
                    <a:pt x="1147" y="2136"/>
                  </a:cubicBezTo>
                  <a:cubicBezTo>
                    <a:pt x="1179" y="1985"/>
                    <a:pt x="1179" y="1985"/>
                    <a:pt x="1179" y="1985"/>
                  </a:cubicBezTo>
                  <a:cubicBezTo>
                    <a:pt x="1181" y="1975"/>
                    <a:pt x="1183" y="1967"/>
                    <a:pt x="1181" y="1959"/>
                  </a:cubicBezTo>
                  <a:cubicBezTo>
                    <a:pt x="1178" y="1949"/>
                    <a:pt x="1169" y="1938"/>
                    <a:pt x="1151" y="1938"/>
                  </a:cubicBezTo>
                  <a:cubicBezTo>
                    <a:pt x="1136" y="1938"/>
                    <a:pt x="1120" y="1946"/>
                    <a:pt x="1110" y="1957"/>
                  </a:cubicBezTo>
                  <a:cubicBezTo>
                    <a:pt x="1104" y="1963"/>
                    <a:pt x="1097" y="1975"/>
                    <a:pt x="1093" y="1994"/>
                  </a:cubicBezTo>
                  <a:cubicBezTo>
                    <a:pt x="1063" y="2136"/>
                    <a:pt x="1063" y="2136"/>
                    <a:pt x="1063" y="2136"/>
                  </a:cubicBezTo>
                  <a:cubicBezTo>
                    <a:pt x="992" y="2136"/>
                    <a:pt x="992" y="2136"/>
                    <a:pt x="992" y="2136"/>
                  </a:cubicBezTo>
                  <a:lnTo>
                    <a:pt x="1034" y="1937"/>
                  </a:lnTo>
                  <a:close/>
                  <a:moveTo>
                    <a:pt x="1558" y="1895"/>
                  </a:moveTo>
                  <a:cubicBezTo>
                    <a:pt x="1552" y="1914"/>
                    <a:pt x="1547" y="1930"/>
                    <a:pt x="1542" y="1955"/>
                  </a:cubicBezTo>
                  <a:cubicBezTo>
                    <a:pt x="1504" y="2134"/>
                    <a:pt x="1504" y="2134"/>
                    <a:pt x="1504" y="2134"/>
                  </a:cubicBezTo>
                  <a:cubicBezTo>
                    <a:pt x="1486" y="2223"/>
                    <a:pt x="1409" y="2232"/>
                    <a:pt x="1363" y="2232"/>
                  </a:cubicBezTo>
                  <a:cubicBezTo>
                    <a:pt x="1328" y="2232"/>
                    <a:pt x="1261" y="2228"/>
                    <a:pt x="1272" y="2154"/>
                  </a:cubicBezTo>
                  <a:cubicBezTo>
                    <a:pt x="1340" y="2154"/>
                    <a:pt x="1340" y="2154"/>
                    <a:pt x="1340" y="2154"/>
                  </a:cubicBezTo>
                  <a:cubicBezTo>
                    <a:pt x="1340" y="2158"/>
                    <a:pt x="1339" y="2166"/>
                    <a:pt x="1344" y="2174"/>
                  </a:cubicBezTo>
                  <a:cubicBezTo>
                    <a:pt x="1348" y="2181"/>
                    <a:pt x="1357" y="2188"/>
                    <a:pt x="1375" y="2188"/>
                  </a:cubicBezTo>
                  <a:cubicBezTo>
                    <a:pt x="1397" y="2188"/>
                    <a:pt x="1417" y="2178"/>
                    <a:pt x="1427" y="2156"/>
                  </a:cubicBezTo>
                  <a:cubicBezTo>
                    <a:pt x="1432" y="2144"/>
                    <a:pt x="1434" y="2135"/>
                    <a:pt x="1442" y="2099"/>
                  </a:cubicBezTo>
                  <a:cubicBezTo>
                    <a:pt x="1413" y="2128"/>
                    <a:pt x="1387" y="2132"/>
                    <a:pt x="1370" y="2132"/>
                  </a:cubicBezTo>
                  <a:cubicBezTo>
                    <a:pt x="1300" y="2132"/>
                    <a:pt x="1280" y="2071"/>
                    <a:pt x="1293" y="2012"/>
                  </a:cubicBezTo>
                  <a:cubicBezTo>
                    <a:pt x="1306" y="1951"/>
                    <a:pt x="1352" y="1892"/>
                    <a:pt x="1422" y="1892"/>
                  </a:cubicBezTo>
                  <a:cubicBezTo>
                    <a:pt x="1466" y="1892"/>
                    <a:pt x="1477" y="1916"/>
                    <a:pt x="1482" y="1927"/>
                  </a:cubicBezTo>
                  <a:cubicBezTo>
                    <a:pt x="1492" y="1895"/>
                    <a:pt x="1492" y="1895"/>
                    <a:pt x="1492" y="1895"/>
                  </a:cubicBezTo>
                  <a:lnTo>
                    <a:pt x="1558" y="1895"/>
                  </a:lnTo>
                  <a:close/>
                  <a:moveTo>
                    <a:pt x="1397" y="2083"/>
                  </a:moveTo>
                  <a:cubicBezTo>
                    <a:pt x="1447" y="2083"/>
                    <a:pt x="1459" y="2025"/>
                    <a:pt x="1461" y="2014"/>
                  </a:cubicBezTo>
                  <a:cubicBezTo>
                    <a:pt x="1467" y="1986"/>
                    <a:pt x="1472" y="1940"/>
                    <a:pt x="1428" y="1940"/>
                  </a:cubicBezTo>
                  <a:cubicBezTo>
                    <a:pt x="1401" y="1940"/>
                    <a:pt x="1375" y="1960"/>
                    <a:pt x="1364" y="2012"/>
                  </a:cubicBezTo>
                  <a:cubicBezTo>
                    <a:pt x="1362" y="2025"/>
                    <a:pt x="1349" y="2083"/>
                    <a:pt x="1397" y="2083"/>
                  </a:cubicBezTo>
                  <a:moveTo>
                    <a:pt x="1842" y="2133"/>
                  </a:moveTo>
                  <a:cubicBezTo>
                    <a:pt x="1818" y="2139"/>
                    <a:pt x="1797" y="2141"/>
                    <a:pt x="1786" y="2141"/>
                  </a:cubicBezTo>
                  <a:cubicBezTo>
                    <a:pt x="1714" y="2141"/>
                    <a:pt x="1723" y="2095"/>
                    <a:pt x="1728" y="2075"/>
                  </a:cubicBezTo>
                  <a:cubicBezTo>
                    <a:pt x="1756" y="1942"/>
                    <a:pt x="1756" y="1942"/>
                    <a:pt x="1756" y="1942"/>
                  </a:cubicBezTo>
                  <a:cubicBezTo>
                    <a:pt x="1710" y="1942"/>
                    <a:pt x="1710" y="1942"/>
                    <a:pt x="1710" y="1942"/>
                  </a:cubicBezTo>
                  <a:cubicBezTo>
                    <a:pt x="1719" y="1895"/>
                    <a:pt x="1719" y="1895"/>
                    <a:pt x="1719" y="1895"/>
                  </a:cubicBezTo>
                  <a:cubicBezTo>
                    <a:pt x="1766" y="1895"/>
                    <a:pt x="1766" y="1895"/>
                    <a:pt x="1766" y="1895"/>
                  </a:cubicBezTo>
                  <a:cubicBezTo>
                    <a:pt x="1776" y="1848"/>
                    <a:pt x="1776" y="1848"/>
                    <a:pt x="1776" y="1848"/>
                  </a:cubicBezTo>
                  <a:cubicBezTo>
                    <a:pt x="1852" y="1822"/>
                    <a:pt x="1852" y="1822"/>
                    <a:pt x="1852" y="1822"/>
                  </a:cubicBezTo>
                  <a:cubicBezTo>
                    <a:pt x="1837" y="1895"/>
                    <a:pt x="1837" y="1895"/>
                    <a:pt x="1837" y="1895"/>
                  </a:cubicBezTo>
                  <a:cubicBezTo>
                    <a:pt x="1895" y="1895"/>
                    <a:pt x="1895" y="1895"/>
                    <a:pt x="1895" y="1895"/>
                  </a:cubicBezTo>
                  <a:cubicBezTo>
                    <a:pt x="1884" y="1942"/>
                    <a:pt x="1884" y="1942"/>
                    <a:pt x="1884" y="1942"/>
                  </a:cubicBezTo>
                  <a:cubicBezTo>
                    <a:pt x="1827" y="1942"/>
                    <a:pt x="1827" y="1942"/>
                    <a:pt x="1827" y="1942"/>
                  </a:cubicBezTo>
                  <a:cubicBezTo>
                    <a:pt x="1803" y="2052"/>
                    <a:pt x="1803" y="2052"/>
                    <a:pt x="1803" y="2052"/>
                  </a:cubicBezTo>
                  <a:cubicBezTo>
                    <a:pt x="1799" y="2074"/>
                    <a:pt x="1796" y="2088"/>
                    <a:pt x="1828" y="2088"/>
                  </a:cubicBezTo>
                  <a:cubicBezTo>
                    <a:pt x="1838" y="2088"/>
                    <a:pt x="1844" y="2087"/>
                    <a:pt x="1852" y="2086"/>
                  </a:cubicBezTo>
                  <a:lnTo>
                    <a:pt x="1842" y="2133"/>
                  </a:lnTo>
                  <a:close/>
                  <a:moveTo>
                    <a:pt x="1954" y="1790"/>
                  </a:moveTo>
                  <a:cubicBezTo>
                    <a:pt x="2025" y="1790"/>
                    <a:pt x="2025" y="1790"/>
                    <a:pt x="2025" y="1790"/>
                  </a:cubicBezTo>
                  <a:cubicBezTo>
                    <a:pt x="1996" y="1927"/>
                    <a:pt x="1996" y="1927"/>
                    <a:pt x="1996" y="1927"/>
                  </a:cubicBezTo>
                  <a:cubicBezTo>
                    <a:pt x="2007" y="1915"/>
                    <a:pt x="2030" y="1890"/>
                    <a:pt x="2074" y="1890"/>
                  </a:cubicBezTo>
                  <a:cubicBezTo>
                    <a:pt x="2110" y="1890"/>
                    <a:pt x="2129" y="1908"/>
                    <a:pt x="2137" y="1923"/>
                  </a:cubicBezTo>
                  <a:cubicBezTo>
                    <a:pt x="2143" y="1935"/>
                    <a:pt x="2146" y="1957"/>
                    <a:pt x="2139" y="1989"/>
                  </a:cubicBezTo>
                  <a:cubicBezTo>
                    <a:pt x="2108" y="2136"/>
                    <a:pt x="2108" y="2136"/>
                    <a:pt x="2108" y="2136"/>
                  </a:cubicBezTo>
                  <a:cubicBezTo>
                    <a:pt x="2037" y="2136"/>
                    <a:pt x="2037" y="2136"/>
                    <a:pt x="2037" y="2136"/>
                  </a:cubicBezTo>
                  <a:cubicBezTo>
                    <a:pt x="2068" y="1991"/>
                    <a:pt x="2068" y="1991"/>
                    <a:pt x="2068" y="1991"/>
                  </a:cubicBezTo>
                  <a:cubicBezTo>
                    <a:pt x="2071" y="1977"/>
                    <a:pt x="2079" y="1938"/>
                    <a:pt x="2040" y="1938"/>
                  </a:cubicBezTo>
                  <a:cubicBezTo>
                    <a:pt x="2019" y="1938"/>
                    <a:pt x="1991" y="1950"/>
                    <a:pt x="1983" y="1988"/>
                  </a:cubicBezTo>
                  <a:cubicBezTo>
                    <a:pt x="1952" y="2136"/>
                    <a:pt x="1952" y="2136"/>
                    <a:pt x="1952" y="2136"/>
                  </a:cubicBezTo>
                  <a:cubicBezTo>
                    <a:pt x="1881" y="2136"/>
                    <a:pt x="1881" y="2136"/>
                    <a:pt x="1881" y="2136"/>
                  </a:cubicBezTo>
                  <a:lnTo>
                    <a:pt x="1954" y="1790"/>
                  </a:lnTo>
                  <a:close/>
                  <a:moveTo>
                    <a:pt x="2195" y="1953"/>
                  </a:moveTo>
                  <a:cubicBezTo>
                    <a:pt x="2197" y="1942"/>
                    <a:pt x="2203" y="1906"/>
                    <a:pt x="2205" y="1893"/>
                  </a:cubicBezTo>
                  <a:cubicBezTo>
                    <a:pt x="2271" y="1893"/>
                    <a:pt x="2271" y="1893"/>
                    <a:pt x="2271" y="1893"/>
                  </a:cubicBezTo>
                  <a:cubicBezTo>
                    <a:pt x="2263" y="1939"/>
                    <a:pt x="2263" y="1939"/>
                    <a:pt x="2263" y="1939"/>
                  </a:cubicBezTo>
                  <a:cubicBezTo>
                    <a:pt x="2276" y="1919"/>
                    <a:pt x="2298" y="1889"/>
                    <a:pt x="2356" y="1892"/>
                  </a:cubicBezTo>
                  <a:cubicBezTo>
                    <a:pt x="2342" y="1956"/>
                    <a:pt x="2342" y="1956"/>
                    <a:pt x="2342" y="1956"/>
                  </a:cubicBezTo>
                  <a:cubicBezTo>
                    <a:pt x="2271" y="1949"/>
                    <a:pt x="2259" y="1986"/>
                    <a:pt x="2253" y="2017"/>
                  </a:cubicBezTo>
                  <a:cubicBezTo>
                    <a:pt x="2227" y="2136"/>
                    <a:pt x="2227" y="2136"/>
                    <a:pt x="2227" y="2136"/>
                  </a:cubicBezTo>
                  <a:cubicBezTo>
                    <a:pt x="2156" y="2136"/>
                    <a:pt x="2156" y="2136"/>
                    <a:pt x="2156" y="2136"/>
                  </a:cubicBezTo>
                  <a:lnTo>
                    <a:pt x="2195" y="1953"/>
                  </a:lnTo>
                  <a:close/>
                  <a:moveTo>
                    <a:pt x="2503" y="1888"/>
                  </a:moveTo>
                  <a:cubicBezTo>
                    <a:pt x="2591" y="1888"/>
                    <a:pt x="2617" y="1948"/>
                    <a:pt x="2602" y="2015"/>
                  </a:cubicBezTo>
                  <a:cubicBezTo>
                    <a:pt x="2587" y="2083"/>
                    <a:pt x="2535" y="2145"/>
                    <a:pt x="2447" y="2145"/>
                  </a:cubicBezTo>
                  <a:cubicBezTo>
                    <a:pt x="2378" y="2145"/>
                    <a:pt x="2332" y="2102"/>
                    <a:pt x="2350" y="2017"/>
                  </a:cubicBezTo>
                  <a:cubicBezTo>
                    <a:pt x="2362" y="1959"/>
                    <a:pt x="2408" y="1888"/>
                    <a:pt x="2503" y="1888"/>
                  </a:cubicBezTo>
                  <a:moveTo>
                    <a:pt x="2460" y="2095"/>
                  </a:moveTo>
                  <a:cubicBezTo>
                    <a:pt x="2491" y="2095"/>
                    <a:pt x="2516" y="2077"/>
                    <a:pt x="2530" y="2012"/>
                  </a:cubicBezTo>
                  <a:cubicBezTo>
                    <a:pt x="2537" y="1980"/>
                    <a:pt x="2540" y="1935"/>
                    <a:pt x="2493" y="1935"/>
                  </a:cubicBezTo>
                  <a:cubicBezTo>
                    <a:pt x="2441" y="1935"/>
                    <a:pt x="2427" y="1995"/>
                    <a:pt x="2423" y="2018"/>
                  </a:cubicBezTo>
                  <a:cubicBezTo>
                    <a:pt x="2411" y="2072"/>
                    <a:pt x="2425" y="2095"/>
                    <a:pt x="2460" y="2095"/>
                  </a:cubicBezTo>
                  <a:moveTo>
                    <a:pt x="2743" y="1894"/>
                  </a:moveTo>
                  <a:cubicBezTo>
                    <a:pt x="2713" y="2038"/>
                    <a:pt x="2713" y="2038"/>
                    <a:pt x="2713" y="2038"/>
                  </a:cubicBezTo>
                  <a:cubicBezTo>
                    <a:pt x="2708" y="2060"/>
                    <a:pt x="2701" y="2092"/>
                    <a:pt x="2740" y="2092"/>
                  </a:cubicBezTo>
                  <a:cubicBezTo>
                    <a:pt x="2785" y="2092"/>
                    <a:pt x="2792" y="2058"/>
                    <a:pt x="2801" y="2016"/>
                  </a:cubicBezTo>
                  <a:cubicBezTo>
                    <a:pt x="2827" y="1894"/>
                    <a:pt x="2827" y="1894"/>
                    <a:pt x="2827" y="1894"/>
                  </a:cubicBezTo>
                  <a:cubicBezTo>
                    <a:pt x="2900" y="1894"/>
                    <a:pt x="2900" y="1894"/>
                    <a:pt x="2900" y="1894"/>
                  </a:cubicBezTo>
                  <a:cubicBezTo>
                    <a:pt x="2867" y="2053"/>
                    <a:pt x="2867" y="2053"/>
                    <a:pt x="2867" y="2053"/>
                  </a:cubicBezTo>
                  <a:cubicBezTo>
                    <a:pt x="2856" y="2106"/>
                    <a:pt x="2855" y="2112"/>
                    <a:pt x="2854" y="2118"/>
                  </a:cubicBezTo>
                  <a:cubicBezTo>
                    <a:pt x="2853" y="2125"/>
                    <a:pt x="2852" y="2130"/>
                    <a:pt x="2852" y="2136"/>
                  </a:cubicBezTo>
                  <a:cubicBezTo>
                    <a:pt x="2783" y="2136"/>
                    <a:pt x="2783" y="2136"/>
                    <a:pt x="2783" y="2136"/>
                  </a:cubicBezTo>
                  <a:cubicBezTo>
                    <a:pt x="2787" y="2104"/>
                    <a:pt x="2787" y="2104"/>
                    <a:pt x="2787" y="2104"/>
                  </a:cubicBezTo>
                  <a:cubicBezTo>
                    <a:pt x="2778" y="2115"/>
                    <a:pt x="2753" y="2143"/>
                    <a:pt x="2707" y="2143"/>
                  </a:cubicBezTo>
                  <a:cubicBezTo>
                    <a:pt x="2675" y="2143"/>
                    <a:pt x="2651" y="2128"/>
                    <a:pt x="2641" y="2110"/>
                  </a:cubicBezTo>
                  <a:cubicBezTo>
                    <a:pt x="2630" y="2090"/>
                    <a:pt x="2637" y="2056"/>
                    <a:pt x="2639" y="2045"/>
                  </a:cubicBezTo>
                  <a:cubicBezTo>
                    <a:pt x="2671" y="1894"/>
                    <a:pt x="2671" y="1894"/>
                    <a:pt x="2671" y="1894"/>
                  </a:cubicBezTo>
                  <a:lnTo>
                    <a:pt x="2743" y="1894"/>
                  </a:lnTo>
                  <a:close/>
                  <a:moveTo>
                    <a:pt x="3181" y="1895"/>
                  </a:moveTo>
                  <a:cubicBezTo>
                    <a:pt x="3175" y="1914"/>
                    <a:pt x="3170" y="1930"/>
                    <a:pt x="3164" y="1955"/>
                  </a:cubicBezTo>
                  <a:cubicBezTo>
                    <a:pt x="3126" y="2134"/>
                    <a:pt x="3126" y="2134"/>
                    <a:pt x="3126" y="2134"/>
                  </a:cubicBezTo>
                  <a:cubicBezTo>
                    <a:pt x="3108" y="2223"/>
                    <a:pt x="3031" y="2232"/>
                    <a:pt x="2985" y="2232"/>
                  </a:cubicBezTo>
                  <a:cubicBezTo>
                    <a:pt x="2950" y="2232"/>
                    <a:pt x="2883" y="2228"/>
                    <a:pt x="2894" y="2154"/>
                  </a:cubicBezTo>
                  <a:cubicBezTo>
                    <a:pt x="2962" y="2154"/>
                    <a:pt x="2962" y="2154"/>
                    <a:pt x="2962" y="2154"/>
                  </a:cubicBezTo>
                  <a:cubicBezTo>
                    <a:pt x="2962" y="2158"/>
                    <a:pt x="2962" y="2166"/>
                    <a:pt x="2966" y="2174"/>
                  </a:cubicBezTo>
                  <a:cubicBezTo>
                    <a:pt x="2970" y="2181"/>
                    <a:pt x="2979" y="2188"/>
                    <a:pt x="2998" y="2188"/>
                  </a:cubicBezTo>
                  <a:cubicBezTo>
                    <a:pt x="3019" y="2188"/>
                    <a:pt x="3040" y="2178"/>
                    <a:pt x="3049" y="2156"/>
                  </a:cubicBezTo>
                  <a:cubicBezTo>
                    <a:pt x="3054" y="2144"/>
                    <a:pt x="3056" y="2135"/>
                    <a:pt x="3064" y="2099"/>
                  </a:cubicBezTo>
                  <a:cubicBezTo>
                    <a:pt x="3036" y="2128"/>
                    <a:pt x="3009" y="2132"/>
                    <a:pt x="2992" y="2132"/>
                  </a:cubicBezTo>
                  <a:cubicBezTo>
                    <a:pt x="2922" y="2132"/>
                    <a:pt x="2903" y="2071"/>
                    <a:pt x="2915" y="2012"/>
                  </a:cubicBezTo>
                  <a:cubicBezTo>
                    <a:pt x="2928" y="1951"/>
                    <a:pt x="2974" y="1892"/>
                    <a:pt x="3044" y="1892"/>
                  </a:cubicBezTo>
                  <a:cubicBezTo>
                    <a:pt x="3088" y="1892"/>
                    <a:pt x="3099" y="1916"/>
                    <a:pt x="3105" y="1927"/>
                  </a:cubicBezTo>
                  <a:cubicBezTo>
                    <a:pt x="3114" y="1895"/>
                    <a:pt x="3114" y="1895"/>
                    <a:pt x="3114" y="1895"/>
                  </a:cubicBezTo>
                  <a:lnTo>
                    <a:pt x="3181" y="1895"/>
                  </a:lnTo>
                  <a:close/>
                  <a:moveTo>
                    <a:pt x="3019" y="2083"/>
                  </a:moveTo>
                  <a:cubicBezTo>
                    <a:pt x="3069" y="2083"/>
                    <a:pt x="3081" y="2025"/>
                    <a:pt x="3083" y="2014"/>
                  </a:cubicBezTo>
                  <a:cubicBezTo>
                    <a:pt x="3089" y="1986"/>
                    <a:pt x="3094" y="1940"/>
                    <a:pt x="3051" y="1940"/>
                  </a:cubicBezTo>
                  <a:cubicBezTo>
                    <a:pt x="3024" y="1940"/>
                    <a:pt x="2997" y="1960"/>
                    <a:pt x="2986" y="2012"/>
                  </a:cubicBezTo>
                  <a:cubicBezTo>
                    <a:pt x="2984" y="2025"/>
                    <a:pt x="2971" y="2083"/>
                    <a:pt x="3019" y="2083"/>
                  </a:cubicBezTo>
                  <a:moveTo>
                    <a:pt x="3257" y="1790"/>
                  </a:moveTo>
                  <a:cubicBezTo>
                    <a:pt x="3327" y="1790"/>
                    <a:pt x="3327" y="1790"/>
                    <a:pt x="3327" y="1790"/>
                  </a:cubicBezTo>
                  <a:cubicBezTo>
                    <a:pt x="3298" y="1927"/>
                    <a:pt x="3298" y="1927"/>
                    <a:pt x="3298" y="1927"/>
                  </a:cubicBezTo>
                  <a:cubicBezTo>
                    <a:pt x="3309" y="1915"/>
                    <a:pt x="3332" y="1890"/>
                    <a:pt x="3376" y="1890"/>
                  </a:cubicBezTo>
                  <a:cubicBezTo>
                    <a:pt x="3412" y="1890"/>
                    <a:pt x="3431" y="1908"/>
                    <a:pt x="3440" y="1923"/>
                  </a:cubicBezTo>
                  <a:cubicBezTo>
                    <a:pt x="3446" y="1935"/>
                    <a:pt x="3448" y="1957"/>
                    <a:pt x="3441" y="1989"/>
                  </a:cubicBezTo>
                  <a:cubicBezTo>
                    <a:pt x="3410" y="2136"/>
                    <a:pt x="3410" y="2136"/>
                    <a:pt x="3410" y="2136"/>
                  </a:cubicBezTo>
                  <a:cubicBezTo>
                    <a:pt x="3340" y="2136"/>
                    <a:pt x="3340" y="2136"/>
                    <a:pt x="3340" y="2136"/>
                  </a:cubicBezTo>
                  <a:cubicBezTo>
                    <a:pt x="3370" y="1991"/>
                    <a:pt x="3370" y="1991"/>
                    <a:pt x="3370" y="1991"/>
                  </a:cubicBezTo>
                  <a:cubicBezTo>
                    <a:pt x="3373" y="1977"/>
                    <a:pt x="3382" y="1938"/>
                    <a:pt x="3342" y="1938"/>
                  </a:cubicBezTo>
                  <a:cubicBezTo>
                    <a:pt x="3322" y="1938"/>
                    <a:pt x="3293" y="1950"/>
                    <a:pt x="3286" y="1988"/>
                  </a:cubicBezTo>
                  <a:cubicBezTo>
                    <a:pt x="3255" y="2136"/>
                    <a:pt x="3255" y="2136"/>
                    <a:pt x="3255" y="2136"/>
                  </a:cubicBezTo>
                  <a:cubicBezTo>
                    <a:pt x="3183" y="2136"/>
                    <a:pt x="3183" y="2136"/>
                    <a:pt x="3183" y="2136"/>
                  </a:cubicBezTo>
                  <a:lnTo>
                    <a:pt x="3257" y="1790"/>
                  </a:lnTo>
                  <a:close/>
                  <a:moveTo>
                    <a:pt x="158" y="1980"/>
                  </a:moveTo>
                  <a:cubicBezTo>
                    <a:pt x="159" y="1971"/>
                    <a:pt x="164" y="1935"/>
                    <a:pt x="137" y="1935"/>
                  </a:cubicBezTo>
                  <a:cubicBezTo>
                    <a:pt x="103" y="1935"/>
                    <a:pt x="89" y="1986"/>
                    <a:pt x="83" y="2012"/>
                  </a:cubicBezTo>
                  <a:cubicBezTo>
                    <a:pt x="80" y="2026"/>
                    <a:pt x="72" y="2069"/>
                    <a:pt x="85" y="2087"/>
                  </a:cubicBezTo>
                  <a:cubicBezTo>
                    <a:pt x="90" y="2094"/>
                    <a:pt x="97" y="2095"/>
                    <a:pt x="102" y="2095"/>
                  </a:cubicBezTo>
                  <a:cubicBezTo>
                    <a:pt x="109" y="2095"/>
                    <a:pt x="133" y="2092"/>
                    <a:pt x="145" y="2048"/>
                  </a:cubicBezTo>
                  <a:cubicBezTo>
                    <a:pt x="215" y="2048"/>
                    <a:pt x="215" y="2048"/>
                    <a:pt x="215" y="2048"/>
                  </a:cubicBezTo>
                  <a:cubicBezTo>
                    <a:pt x="210" y="2067"/>
                    <a:pt x="201" y="2097"/>
                    <a:pt x="168" y="2120"/>
                  </a:cubicBezTo>
                  <a:cubicBezTo>
                    <a:pt x="148" y="2135"/>
                    <a:pt x="124" y="2143"/>
                    <a:pt x="94" y="2143"/>
                  </a:cubicBezTo>
                  <a:cubicBezTo>
                    <a:pt x="62" y="2143"/>
                    <a:pt x="35" y="2135"/>
                    <a:pt x="18" y="2110"/>
                  </a:cubicBezTo>
                  <a:cubicBezTo>
                    <a:pt x="2" y="2086"/>
                    <a:pt x="0" y="2053"/>
                    <a:pt x="8" y="2015"/>
                  </a:cubicBezTo>
                  <a:cubicBezTo>
                    <a:pt x="32" y="1904"/>
                    <a:pt x="116" y="1889"/>
                    <a:pt x="148" y="1889"/>
                  </a:cubicBezTo>
                  <a:cubicBezTo>
                    <a:pt x="193" y="1889"/>
                    <a:pt x="241" y="1914"/>
                    <a:pt x="228" y="1980"/>
                  </a:cubicBezTo>
                  <a:lnTo>
                    <a:pt x="158" y="1980"/>
                  </a:lnTo>
                  <a:close/>
                  <a:moveTo>
                    <a:pt x="3764" y="1980"/>
                  </a:moveTo>
                  <a:cubicBezTo>
                    <a:pt x="3765" y="1971"/>
                    <a:pt x="3770" y="1935"/>
                    <a:pt x="3742" y="1935"/>
                  </a:cubicBezTo>
                  <a:cubicBezTo>
                    <a:pt x="3709" y="1935"/>
                    <a:pt x="3694" y="1986"/>
                    <a:pt x="3688" y="2012"/>
                  </a:cubicBezTo>
                  <a:cubicBezTo>
                    <a:pt x="3685" y="2026"/>
                    <a:pt x="3678" y="2069"/>
                    <a:pt x="3691" y="2087"/>
                  </a:cubicBezTo>
                  <a:cubicBezTo>
                    <a:pt x="3695" y="2094"/>
                    <a:pt x="3703" y="2095"/>
                    <a:pt x="3708" y="2095"/>
                  </a:cubicBezTo>
                  <a:cubicBezTo>
                    <a:pt x="3715" y="2095"/>
                    <a:pt x="3738" y="2092"/>
                    <a:pt x="3751" y="2048"/>
                  </a:cubicBezTo>
                  <a:cubicBezTo>
                    <a:pt x="3820" y="2048"/>
                    <a:pt x="3820" y="2048"/>
                    <a:pt x="3820" y="2048"/>
                  </a:cubicBezTo>
                  <a:cubicBezTo>
                    <a:pt x="3816" y="2067"/>
                    <a:pt x="3807" y="2097"/>
                    <a:pt x="3774" y="2120"/>
                  </a:cubicBezTo>
                  <a:cubicBezTo>
                    <a:pt x="3754" y="2135"/>
                    <a:pt x="3730" y="2143"/>
                    <a:pt x="3700" y="2143"/>
                  </a:cubicBezTo>
                  <a:cubicBezTo>
                    <a:pt x="3668" y="2143"/>
                    <a:pt x="3641" y="2135"/>
                    <a:pt x="3624" y="2110"/>
                  </a:cubicBezTo>
                  <a:cubicBezTo>
                    <a:pt x="3608" y="2086"/>
                    <a:pt x="3606" y="2053"/>
                    <a:pt x="3614" y="2015"/>
                  </a:cubicBezTo>
                  <a:cubicBezTo>
                    <a:pt x="3638" y="1904"/>
                    <a:pt x="3722" y="1889"/>
                    <a:pt x="3754" y="1889"/>
                  </a:cubicBezTo>
                  <a:cubicBezTo>
                    <a:pt x="3799" y="1889"/>
                    <a:pt x="3847" y="1914"/>
                    <a:pt x="3834" y="1980"/>
                  </a:cubicBezTo>
                  <a:lnTo>
                    <a:pt x="3764" y="1980"/>
                  </a:lnTo>
                  <a:close/>
                  <a:moveTo>
                    <a:pt x="4010" y="1888"/>
                  </a:moveTo>
                  <a:cubicBezTo>
                    <a:pt x="4098" y="1888"/>
                    <a:pt x="4123" y="1948"/>
                    <a:pt x="4109" y="2015"/>
                  </a:cubicBezTo>
                  <a:cubicBezTo>
                    <a:pt x="4094" y="2083"/>
                    <a:pt x="4042" y="2145"/>
                    <a:pt x="3954" y="2145"/>
                  </a:cubicBezTo>
                  <a:cubicBezTo>
                    <a:pt x="3884" y="2145"/>
                    <a:pt x="3839" y="2102"/>
                    <a:pt x="3857" y="2017"/>
                  </a:cubicBezTo>
                  <a:cubicBezTo>
                    <a:pt x="3870" y="1959"/>
                    <a:pt x="3914" y="1888"/>
                    <a:pt x="4010" y="1888"/>
                  </a:cubicBezTo>
                  <a:moveTo>
                    <a:pt x="3967" y="2095"/>
                  </a:moveTo>
                  <a:cubicBezTo>
                    <a:pt x="3998" y="2095"/>
                    <a:pt x="4023" y="2077"/>
                    <a:pt x="4037" y="2012"/>
                  </a:cubicBezTo>
                  <a:cubicBezTo>
                    <a:pt x="4044" y="1980"/>
                    <a:pt x="4047" y="1935"/>
                    <a:pt x="4000" y="1935"/>
                  </a:cubicBezTo>
                  <a:cubicBezTo>
                    <a:pt x="3948" y="1935"/>
                    <a:pt x="3935" y="1995"/>
                    <a:pt x="3930" y="2018"/>
                  </a:cubicBezTo>
                  <a:cubicBezTo>
                    <a:pt x="3918" y="2072"/>
                    <a:pt x="3932" y="2095"/>
                    <a:pt x="3967" y="2095"/>
                  </a:cubicBezTo>
                  <a:moveTo>
                    <a:pt x="4173" y="1939"/>
                  </a:moveTo>
                  <a:cubicBezTo>
                    <a:pt x="4176" y="1924"/>
                    <a:pt x="4178" y="1909"/>
                    <a:pt x="4180" y="1894"/>
                  </a:cubicBezTo>
                  <a:cubicBezTo>
                    <a:pt x="4248" y="1894"/>
                    <a:pt x="4248" y="1894"/>
                    <a:pt x="4248" y="1894"/>
                  </a:cubicBezTo>
                  <a:cubicBezTo>
                    <a:pt x="4245" y="1925"/>
                    <a:pt x="4245" y="1925"/>
                    <a:pt x="4245" y="1925"/>
                  </a:cubicBezTo>
                  <a:cubicBezTo>
                    <a:pt x="4254" y="1915"/>
                    <a:pt x="4279" y="1889"/>
                    <a:pt x="4327" y="1889"/>
                  </a:cubicBezTo>
                  <a:cubicBezTo>
                    <a:pt x="4383" y="1889"/>
                    <a:pt x="4392" y="1923"/>
                    <a:pt x="4394" y="1934"/>
                  </a:cubicBezTo>
                  <a:cubicBezTo>
                    <a:pt x="4423" y="1895"/>
                    <a:pt x="4456" y="1889"/>
                    <a:pt x="4481" y="1889"/>
                  </a:cubicBezTo>
                  <a:cubicBezTo>
                    <a:pt x="4530" y="1889"/>
                    <a:pt x="4544" y="1918"/>
                    <a:pt x="4547" y="1928"/>
                  </a:cubicBezTo>
                  <a:cubicBezTo>
                    <a:pt x="4555" y="1949"/>
                    <a:pt x="4548" y="1978"/>
                    <a:pt x="4544" y="1999"/>
                  </a:cubicBezTo>
                  <a:cubicBezTo>
                    <a:pt x="4515" y="2136"/>
                    <a:pt x="4515" y="2136"/>
                    <a:pt x="4515" y="2136"/>
                  </a:cubicBezTo>
                  <a:cubicBezTo>
                    <a:pt x="4443" y="2136"/>
                    <a:pt x="4443" y="2136"/>
                    <a:pt x="4443" y="2136"/>
                  </a:cubicBezTo>
                  <a:cubicBezTo>
                    <a:pt x="4473" y="1994"/>
                    <a:pt x="4473" y="1994"/>
                    <a:pt x="4473" y="1994"/>
                  </a:cubicBezTo>
                  <a:cubicBezTo>
                    <a:pt x="4479" y="1968"/>
                    <a:pt x="4481" y="1939"/>
                    <a:pt x="4444" y="1939"/>
                  </a:cubicBezTo>
                  <a:cubicBezTo>
                    <a:pt x="4401" y="1939"/>
                    <a:pt x="4392" y="1979"/>
                    <a:pt x="4385" y="2015"/>
                  </a:cubicBezTo>
                  <a:cubicBezTo>
                    <a:pt x="4358" y="2136"/>
                    <a:pt x="4358" y="2136"/>
                    <a:pt x="4358" y="2136"/>
                  </a:cubicBezTo>
                  <a:cubicBezTo>
                    <a:pt x="4286" y="2136"/>
                    <a:pt x="4286" y="2136"/>
                    <a:pt x="4286" y="2136"/>
                  </a:cubicBezTo>
                  <a:cubicBezTo>
                    <a:pt x="4318" y="1992"/>
                    <a:pt x="4318" y="1992"/>
                    <a:pt x="4318" y="1992"/>
                  </a:cubicBezTo>
                  <a:cubicBezTo>
                    <a:pt x="4321" y="1974"/>
                    <a:pt x="4328" y="1939"/>
                    <a:pt x="4289" y="1939"/>
                  </a:cubicBezTo>
                  <a:cubicBezTo>
                    <a:pt x="4244" y="1939"/>
                    <a:pt x="4236" y="1977"/>
                    <a:pt x="4232" y="1994"/>
                  </a:cubicBezTo>
                  <a:cubicBezTo>
                    <a:pt x="4202" y="2136"/>
                    <a:pt x="4202" y="2136"/>
                    <a:pt x="4202" y="2136"/>
                  </a:cubicBezTo>
                  <a:cubicBezTo>
                    <a:pt x="4131" y="2136"/>
                    <a:pt x="4131" y="2136"/>
                    <a:pt x="4131" y="2136"/>
                  </a:cubicBezTo>
                  <a:lnTo>
                    <a:pt x="4173" y="1939"/>
                  </a:lnTo>
                  <a:close/>
                  <a:moveTo>
                    <a:pt x="4694" y="1894"/>
                  </a:moveTo>
                  <a:cubicBezTo>
                    <a:pt x="4689" y="1928"/>
                    <a:pt x="4689" y="1928"/>
                    <a:pt x="4689" y="1928"/>
                  </a:cubicBezTo>
                  <a:cubicBezTo>
                    <a:pt x="4719" y="1889"/>
                    <a:pt x="4759" y="1889"/>
                    <a:pt x="4771" y="1889"/>
                  </a:cubicBezTo>
                  <a:cubicBezTo>
                    <a:pt x="4834" y="1889"/>
                    <a:pt x="4862" y="1936"/>
                    <a:pt x="4846" y="2010"/>
                  </a:cubicBezTo>
                  <a:cubicBezTo>
                    <a:pt x="4832" y="2079"/>
                    <a:pt x="4783" y="2140"/>
                    <a:pt x="4713" y="2140"/>
                  </a:cubicBezTo>
                  <a:cubicBezTo>
                    <a:pt x="4669" y="2140"/>
                    <a:pt x="4656" y="2117"/>
                    <a:pt x="4652" y="2109"/>
                  </a:cubicBezTo>
                  <a:cubicBezTo>
                    <a:pt x="4626" y="2229"/>
                    <a:pt x="4626" y="2229"/>
                    <a:pt x="4626" y="2229"/>
                  </a:cubicBezTo>
                  <a:cubicBezTo>
                    <a:pt x="4554" y="2229"/>
                    <a:pt x="4554" y="2229"/>
                    <a:pt x="4554" y="2229"/>
                  </a:cubicBezTo>
                  <a:cubicBezTo>
                    <a:pt x="4625" y="1894"/>
                    <a:pt x="4625" y="1894"/>
                    <a:pt x="4625" y="1894"/>
                  </a:cubicBezTo>
                  <a:lnTo>
                    <a:pt x="4694" y="1894"/>
                  </a:lnTo>
                  <a:close/>
                  <a:moveTo>
                    <a:pt x="4774" y="2013"/>
                  </a:moveTo>
                  <a:cubicBezTo>
                    <a:pt x="4780" y="1984"/>
                    <a:pt x="4783" y="1935"/>
                    <a:pt x="4741" y="1935"/>
                  </a:cubicBezTo>
                  <a:cubicBezTo>
                    <a:pt x="4718" y="1935"/>
                    <a:pt x="4682" y="1952"/>
                    <a:pt x="4668" y="2017"/>
                  </a:cubicBezTo>
                  <a:cubicBezTo>
                    <a:pt x="4665" y="2031"/>
                    <a:pt x="4652" y="2093"/>
                    <a:pt x="4705" y="2093"/>
                  </a:cubicBezTo>
                  <a:cubicBezTo>
                    <a:pt x="4738" y="2093"/>
                    <a:pt x="4763" y="2061"/>
                    <a:pt x="4774" y="2013"/>
                  </a:cubicBezTo>
                  <a:moveTo>
                    <a:pt x="4936" y="1789"/>
                  </a:moveTo>
                  <a:cubicBezTo>
                    <a:pt x="5007" y="1789"/>
                    <a:pt x="5007" y="1789"/>
                    <a:pt x="5007" y="1789"/>
                  </a:cubicBezTo>
                  <a:cubicBezTo>
                    <a:pt x="4933" y="2136"/>
                    <a:pt x="4933" y="2136"/>
                    <a:pt x="4933" y="2136"/>
                  </a:cubicBezTo>
                  <a:cubicBezTo>
                    <a:pt x="4862" y="2136"/>
                    <a:pt x="4862" y="2136"/>
                    <a:pt x="4862" y="2136"/>
                  </a:cubicBezTo>
                  <a:lnTo>
                    <a:pt x="4936" y="1789"/>
                  </a:lnTo>
                  <a:close/>
                  <a:moveTo>
                    <a:pt x="5068" y="2033"/>
                  </a:moveTo>
                  <a:cubicBezTo>
                    <a:pt x="5064" y="2049"/>
                    <a:pt x="5054" y="2098"/>
                    <a:pt x="5104" y="2098"/>
                  </a:cubicBezTo>
                  <a:cubicBezTo>
                    <a:pt x="5121" y="2098"/>
                    <a:pt x="5140" y="2091"/>
                    <a:pt x="5153" y="2064"/>
                  </a:cubicBezTo>
                  <a:cubicBezTo>
                    <a:pt x="5218" y="2064"/>
                    <a:pt x="5218" y="2064"/>
                    <a:pt x="5218" y="2064"/>
                  </a:cubicBezTo>
                  <a:cubicBezTo>
                    <a:pt x="5214" y="2076"/>
                    <a:pt x="5208" y="2097"/>
                    <a:pt x="5184" y="2117"/>
                  </a:cubicBezTo>
                  <a:cubicBezTo>
                    <a:pt x="5162" y="2136"/>
                    <a:pt x="5128" y="2145"/>
                    <a:pt x="5092" y="2145"/>
                  </a:cubicBezTo>
                  <a:cubicBezTo>
                    <a:pt x="5072" y="2145"/>
                    <a:pt x="5033" y="2142"/>
                    <a:pt x="5013" y="2115"/>
                  </a:cubicBezTo>
                  <a:cubicBezTo>
                    <a:pt x="4996" y="2092"/>
                    <a:pt x="4994" y="2060"/>
                    <a:pt x="5002" y="2021"/>
                  </a:cubicBezTo>
                  <a:cubicBezTo>
                    <a:pt x="5011" y="1981"/>
                    <a:pt x="5030" y="1934"/>
                    <a:pt x="5077" y="1906"/>
                  </a:cubicBezTo>
                  <a:cubicBezTo>
                    <a:pt x="5099" y="1893"/>
                    <a:pt x="5123" y="1886"/>
                    <a:pt x="5150" y="1886"/>
                  </a:cubicBezTo>
                  <a:cubicBezTo>
                    <a:pt x="5184" y="1886"/>
                    <a:pt x="5222" y="1899"/>
                    <a:pt x="5235" y="1944"/>
                  </a:cubicBezTo>
                  <a:cubicBezTo>
                    <a:pt x="5244" y="1977"/>
                    <a:pt x="5236" y="2013"/>
                    <a:pt x="5231" y="2033"/>
                  </a:cubicBezTo>
                  <a:lnTo>
                    <a:pt x="5068" y="2033"/>
                  </a:lnTo>
                  <a:close/>
                  <a:moveTo>
                    <a:pt x="5167" y="1988"/>
                  </a:moveTo>
                  <a:cubicBezTo>
                    <a:pt x="5170" y="1977"/>
                    <a:pt x="5178" y="1934"/>
                    <a:pt x="5137" y="1934"/>
                  </a:cubicBezTo>
                  <a:cubicBezTo>
                    <a:pt x="5105" y="1934"/>
                    <a:pt x="5087" y="1960"/>
                    <a:pt x="5080" y="1988"/>
                  </a:cubicBezTo>
                  <a:lnTo>
                    <a:pt x="5167" y="1988"/>
                  </a:lnTo>
                  <a:close/>
                  <a:moveTo>
                    <a:pt x="5353" y="1894"/>
                  </a:moveTo>
                  <a:cubicBezTo>
                    <a:pt x="5382" y="1973"/>
                    <a:pt x="5382" y="1973"/>
                    <a:pt x="5382" y="1973"/>
                  </a:cubicBezTo>
                  <a:cubicBezTo>
                    <a:pt x="5447" y="1894"/>
                    <a:pt x="5447" y="1894"/>
                    <a:pt x="5447" y="1894"/>
                  </a:cubicBezTo>
                  <a:cubicBezTo>
                    <a:pt x="5520" y="1894"/>
                    <a:pt x="5520" y="1894"/>
                    <a:pt x="5520" y="1894"/>
                  </a:cubicBezTo>
                  <a:cubicBezTo>
                    <a:pt x="5417" y="2012"/>
                    <a:pt x="5417" y="2012"/>
                    <a:pt x="5417" y="2012"/>
                  </a:cubicBezTo>
                  <a:cubicBezTo>
                    <a:pt x="5471" y="2136"/>
                    <a:pt x="5471" y="2136"/>
                    <a:pt x="5471" y="2136"/>
                  </a:cubicBezTo>
                  <a:cubicBezTo>
                    <a:pt x="5388" y="2136"/>
                    <a:pt x="5388" y="2136"/>
                    <a:pt x="5388" y="2136"/>
                  </a:cubicBezTo>
                  <a:cubicBezTo>
                    <a:pt x="5357" y="2047"/>
                    <a:pt x="5357" y="2047"/>
                    <a:pt x="5357" y="2047"/>
                  </a:cubicBezTo>
                  <a:cubicBezTo>
                    <a:pt x="5289" y="2136"/>
                    <a:pt x="5289" y="2136"/>
                    <a:pt x="5289" y="2136"/>
                  </a:cubicBezTo>
                  <a:cubicBezTo>
                    <a:pt x="5214" y="2136"/>
                    <a:pt x="5214" y="2136"/>
                    <a:pt x="5214" y="2136"/>
                  </a:cubicBezTo>
                  <a:cubicBezTo>
                    <a:pt x="5323" y="2006"/>
                    <a:pt x="5323" y="2006"/>
                    <a:pt x="5323" y="2006"/>
                  </a:cubicBezTo>
                  <a:cubicBezTo>
                    <a:pt x="5269" y="1894"/>
                    <a:pt x="5269" y="1894"/>
                    <a:pt x="5269" y="1894"/>
                  </a:cubicBezTo>
                  <a:lnTo>
                    <a:pt x="5353" y="1894"/>
                  </a:lnTo>
                  <a:close/>
                  <a:moveTo>
                    <a:pt x="5553" y="1893"/>
                  </a:moveTo>
                  <a:cubicBezTo>
                    <a:pt x="5625" y="1893"/>
                    <a:pt x="5625" y="1893"/>
                    <a:pt x="5625" y="1893"/>
                  </a:cubicBezTo>
                  <a:cubicBezTo>
                    <a:pt x="5573" y="2136"/>
                    <a:pt x="5573" y="2136"/>
                    <a:pt x="5573" y="2136"/>
                  </a:cubicBezTo>
                  <a:cubicBezTo>
                    <a:pt x="5501" y="2136"/>
                    <a:pt x="5501" y="2136"/>
                    <a:pt x="5501" y="2136"/>
                  </a:cubicBezTo>
                  <a:lnTo>
                    <a:pt x="5553" y="1893"/>
                  </a:lnTo>
                  <a:close/>
                  <a:moveTo>
                    <a:pt x="5573" y="1790"/>
                  </a:moveTo>
                  <a:cubicBezTo>
                    <a:pt x="5648" y="1790"/>
                    <a:pt x="5648" y="1790"/>
                    <a:pt x="5648" y="1790"/>
                  </a:cubicBezTo>
                  <a:cubicBezTo>
                    <a:pt x="5636" y="1851"/>
                    <a:pt x="5636" y="1851"/>
                    <a:pt x="5636" y="1851"/>
                  </a:cubicBezTo>
                  <a:cubicBezTo>
                    <a:pt x="5560" y="1851"/>
                    <a:pt x="5560" y="1851"/>
                    <a:pt x="5560" y="1851"/>
                  </a:cubicBezTo>
                  <a:lnTo>
                    <a:pt x="5573" y="1790"/>
                  </a:lnTo>
                  <a:close/>
                  <a:moveTo>
                    <a:pt x="5775" y="2133"/>
                  </a:moveTo>
                  <a:cubicBezTo>
                    <a:pt x="5752" y="2139"/>
                    <a:pt x="5730" y="2141"/>
                    <a:pt x="5719" y="2141"/>
                  </a:cubicBezTo>
                  <a:cubicBezTo>
                    <a:pt x="5647" y="2141"/>
                    <a:pt x="5657" y="2095"/>
                    <a:pt x="5662" y="2075"/>
                  </a:cubicBezTo>
                  <a:cubicBezTo>
                    <a:pt x="5689" y="1942"/>
                    <a:pt x="5689" y="1942"/>
                    <a:pt x="5689" y="1942"/>
                  </a:cubicBezTo>
                  <a:cubicBezTo>
                    <a:pt x="5643" y="1942"/>
                    <a:pt x="5643" y="1942"/>
                    <a:pt x="5643" y="1942"/>
                  </a:cubicBezTo>
                  <a:cubicBezTo>
                    <a:pt x="5653" y="1895"/>
                    <a:pt x="5653" y="1895"/>
                    <a:pt x="5653" y="1895"/>
                  </a:cubicBezTo>
                  <a:cubicBezTo>
                    <a:pt x="5700" y="1895"/>
                    <a:pt x="5700" y="1895"/>
                    <a:pt x="5700" y="1895"/>
                  </a:cubicBezTo>
                  <a:cubicBezTo>
                    <a:pt x="5710" y="1848"/>
                    <a:pt x="5710" y="1848"/>
                    <a:pt x="5710" y="1848"/>
                  </a:cubicBezTo>
                  <a:cubicBezTo>
                    <a:pt x="5786" y="1822"/>
                    <a:pt x="5786" y="1822"/>
                    <a:pt x="5786" y="1822"/>
                  </a:cubicBezTo>
                  <a:cubicBezTo>
                    <a:pt x="5770" y="1895"/>
                    <a:pt x="5770" y="1895"/>
                    <a:pt x="5770" y="1895"/>
                  </a:cubicBezTo>
                  <a:cubicBezTo>
                    <a:pt x="5828" y="1895"/>
                    <a:pt x="5828" y="1895"/>
                    <a:pt x="5828" y="1895"/>
                  </a:cubicBezTo>
                  <a:cubicBezTo>
                    <a:pt x="5818" y="1942"/>
                    <a:pt x="5818" y="1942"/>
                    <a:pt x="5818" y="1942"/>
                  </a:cubicBezTo>
                  <a:cubicBezTo>
                    <a:pt x="5760" y="1942"/>
                    <a:pt x="5760" y="1942"/>
                    <a:pt x="5760" y="1942"/>
                  </a:cubicBezTo>
                  <a:cubicBezTo>
                    <a:pt x="5736" y="2052"/>
                    <a:pt x="5736" y="2052"/>
                    <a:pt x="5736" y="2052"/>
                  </a:cubicBezTo>
                  <a:cubicBezTo>
                    <a:pt x="5733" y="2074"/>
                    <a:pt x="5729" y="2088"/>
                    <a:pt x="5761" y="2088"/>
                  </a:cubicBezTo>
                  <a:cubicBezTo>
                    <a:pt x="5772" y="2088"/>
                    <a:pt x="5777" y="2087"/>
                    <a:pt x="5786" y="2086"/>
                  </a:cubicBezTo>
                  <a:lnTo>
                    <a:pt x="5775" y="2133"/>
                  </a:lnTo>
                  <a:close/>
                  <a:moveTo>
                    <a:pt x="5921" y="1894"/>
                  </a:moveTo>
                  <a:cubicBezTo>
                    <a:pt x="5939" y="2062"/>
                    <a:pt x="5939" y="2062"/>
                    <a:pt x="5939" y="2062"/>
                  </a:cubicBezTo>
                  <a:cubicBezTo>
                    <a:pt x="6028" y="1894"/>
                    <a:pt x="6028" y="1894"/>
                    <a:pt x="6028" y="1894"/>
                  </a:cubicBezTo>
                  <a:cubicBezTo>
                    <a:pt x="6099" y="1894"/>
                    <a:pt x="6099" y="1894"/>
                    <a:pt x="6099" y="1894"/>
                  </a:cubicBezTo>
                  <a:cubicBezTo>
                    <a:pt x="5957" y="2132"/>
                    <a:pt x="5957" y="2132"/>
                    <a:pt x="5957" y="2132"/>
                  </a:cubicBezTo>
                  <a:cubicBezTo>
                    <a:pt x="5907" y="2229"/>
                    <a:pt x="5907" y="2229"/>
                    <a:pt x="5907" y="2229"/>
                  </a:cubicBezTo>
                  <a:cubicBezTo>
                    <a:pt x="5835" y="2229"/>
                    <a:pt x="5835" y="2229"/>
                    <a:pt x="5835" y="2229"/>
                  </a:cubicBezTo>
                  <a:cubicBezTo>
                    <a:pt x="5886" y="2137"/>
                    <a:pt x="5886" y="2137"/>
                    <a:pt x="5886" y="2137"/>
                  </a:cubicBezTo>
                  <a:cubicBezTo>
                    <a:pt x="5844" y="1894"/>
                    <a:pt x="5844" y="1894"/>
                    <a:pt x="5844" y="1894"/>
                  </a:cubicBezTo>
                  <a:lnTo>
                    <a:pt x="5921" y="1894"/>
                  </a:ln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sp>
          <p:nvSpPr>
            <p:cNvPr id="19" name="Freeform 15"/>
            <p:cNvSpPr>
              <a:spLocks noEditPoints="1"/>
            </p:cNvSpPr>
            <p:nvPr userDrawn="1"/>
          </p:nvSpPr>
          <p:spPr bwMode="auto">
            <a:xfrm>
              <a:off x="-2592388" y="0"/>
              <a:ext cx="2592388" cy="1530350"/>
            </a:xfrm>
            <a:custGeom>
              <a:avLst/>
              <a:gdLst/>
              <a:ahLst/>
              <a:cxnLst>
                <a:cxn ang="0">
                  <a:pos x="176" y="248"/>
                </a:cxn>
                <a:cxn ang="0">
                  <a:pos x="0" y="248"/>
                </a:cxn>
                <a:cxn ang="0">
                  <a:pos x="0" y="0"/>
                </a:cxn>
                <a:cxn ang="0">
                  <a:pos x="176" y="0"/>
                </a:cxn>
                <a:cxn ang="0">
                  <a:pos x="176" y="248"/>
                </a:cxn>
                <a:cxn ang="0">
                  <a:pos x="176" y="716"/>
                </a:cxn>
                <a:cxn ang="0">
                  <a:pos x="0" y="716"/>
                </a:cxn>
                <a:cxn ang="0">
                  <a:pos x="0" y="964"/>
                </a:cxn>
                <a:cxn ang="0">
                  <a:pos x="176" y="964"/>
                </a:cxn>
                <a:cxn ang="0">
                  <a:pos x="176" y="716"/>
                </a:cxn>
                <a:cxn ang="0">
                  <a:pos x="1633" y="0"/>
                </a:cxn>
                <a:cxn ang="0">
                  <a:pos x="1457" y="0"/>
                </a:cxn>
                <a:cxn ang="0">
                  <a:pos x="1457" y="248"/>
                </a:cxn>
                <a:cxn ang="0">
                  <a:pos x="1633" y="248"/>
                </a:cxn>
                <a:cxn ang="0">
                  <a:pos x="1633" y="0"/>
                </a:cxn>
                <a:cxn ang="0">
                  <a:pos x="1633" y="716"/>
                </a:cxn>
                <a:cxn ang="0">
                  <a:pos x="1457" y="716"/>
                </a:cxn>
                <a:cxn ang="0">
                  <a:pos x="1457" y="964"/>
                </a:cxn>
                <a:cxn ang="0">
                  <a:pos x="1633" y="964"/>
                </a:cxn>
                <a:cxn ang="0">
                  <a:pos x="1633" y="716"/>
                </a:cxn>
              </a:cxnLst>
              <a:rect l="0" t="0" r="r" b="b"/>
              <a:pathLst>
                <a:path w="1633" h="964">
                  <a:moveTo>
                    <a:pt x="176" y="248"/>
                  </a:moveTo>
                  <a:lnTo>
                    <a:pt x="0" y="248"/>
                  </a:lnTo>
                  <a:lnTo>
                    <a:pt x="0" y="0"/>
                  </a:lnTo>
                  <a:lnTo>
                    <a:pt x="176" y="0"/>
                  </a:lnTo>
                  <a:lnTo>
                    <a:pt x="176" y="248"/>
                  </a:lnTo>
                  <a:close/>
                  <a:moveTo>
                    <a:pt x="176" y="716"/>
                  </a:moveTo>
                  <a:lnTo>
                    <a:pt x="0" y="716"/>
                  </a:lnTo>
                  <a:lnTo>
                    <a:pt x="0" y="964"/>
                  </a:lnTo>
                  <a:lnTo>
                    <a:pt x="176" y="964"/>
                  </a:lnTo>
                  <a:lnTo>
                    <a:pt x="176" y="716"/>
                  </a:lnTo>
                  <a:close/>
                  <a:moveTo>
                    <a:pt x="1633" y="0"/>
                  </a:moveTo>
                  <a:lnTo>
                    <a:pt x="1457" y="0"/>
                  </a:lnTo>
                  <a:lnTo>
                    <a:pt x="1457" y="248"/>
                  </a:lnTo>
                  <a:lnTo>
                    <a:pt x="1633" y="248"/>
                  </a:lnTo>
                  <a:lnTo>
                    <a:pt x="1633" y="0"/>
                  </a:lnTo>
                  <a:close/>
                  <a:moveTo>
                    <a:pt x="1633" y="716"/>
                  </a:moveTo>
                  <a:lnTo>
                    <a:pt x="1457" y="716"/>
                  </a:lnTo>
                  <a:lnTo>
                    <a:pt x="1457" y="964"/>
                  </a:lnTo>
                  <a:lnTo>
                    <a:pt x="1633" y="964"/>
                  </a:lnTo>
                  <a:lnTo>
                    <a:pt x="1633" y="716"/>
                  </a:ln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grpSp>
    </p:spTree>
    <p:extLst>
      <p:ext uri="{BB962C8B-B14F-4D97-AF65-F5344CB8AC3E}">
        <p14:creationId xmlns:p14="http://schemas.microsoft.com/office/powerpoint/2010/main" val="629469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5" name="Title 14"/>
          <p:cNvSpPr>
            <a:spLocks noGrp="1"/>
          </p:cNvSpPr>
          <p:nvPr>
            <p:ph type="title"/>
          </p:nvPr>
        </p:nvSpPr>
        <p:spPr bwMode="gray"/>
        <p:txBody>
          <a:bodyPr/>
          <a:lstStyle/>
          <a:p>
            <a:pPr lvl="0"/>
            <a:r>
              <a:rPr lang="en-US" dirty="0"/>
              <a:t>Click to edit Master title style</a:t>
            </a:r>
            <a:endParaRPr lang="en-GB" dirty="0"/>
          </a:p>
        </p:txBody>
      </p:sp>
      <p:sp>
        <p:nvSpPr>
          <p:cNvPr id="6" name="Text Placeholder 5"/>
          <p:cNvSpPr>
            <a:spLocks noGrp="1"/>
          </p:cNvSpPr>
          <p:nvPr>
            <p:ph type="body" sz="quarter" idx="10"/>
          </p:nvPr>
        </p:nvSpPr>
        <p:spPr bwMode="gray">
          <a:xfrm>
            <a:off x="2411413" y="1124745"/>
            <a:ext cx="4249166" cy="4968552"/>
          </a:xfrm>
        </p:spPr>
        <p:txBody>
          <a:bodyPr anchor="t" anchorCtr="1"/>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139011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dirty="0"/>
              <a:t>Click to edit Master title style</a:t>
            </a:r>
            <a:endParaRPr lang="en-GB" dirty="0"/>
          </a:p>
        </p:txBody>
      </p:sp>
    </p:spTree>
    <p:extLst>
      <p:ext uri="{BB962C8B-B14F-4D97-AF65-F5344CB8AC3E}">
        <p14:creationId xmlns:p14="http://schemas.microsoft.com/office/powerpoint/2010/main" val="3265325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sp>
        <p:nvSpPr>
          <p:cNvPr id="15" name="Title 14"/>
          <p:cNvSpPr>
            <a:spLocks noGrp="1"/>
          </p:cNvSpPr>
          <p:nvPr>
            <p:ph type="title"/>
          </p:nvPr>
        </p:nvSpPr>
        <p:spPr bwMode="gray"/>
        <p:txBody>
          <a:bodyPr/>
          <a:lstStyle/>
          <a:p>
            <a:pPr lvl="0"/>
            <a:r>
              <a:rPr lang="en-US" dirty="0"/>
              <a:t>Click to edit Master title style</a:t>
            </a:r>
            <a:endParaRPr lang="en-GB" dirty="0"/>
          </a:p>
        </p:txBody>
      </p:sp>
      <p:sp>
        <p:nvSpPr>
          <p:cNvPr id="6" name="Text Placeholder 5"/>
          <p:cNvSpPr>
            <a:spLocks noGrp="1"/>
          </p:cNvSpPr>
          <p:nvPr>
            <p:ph type="body" sz="quarter" idx="10"/>
          </p:nvPr>
        </p:nvSpPr>
        <p:spPr bwMode="gray"/>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250327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Two Text">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dirty="0"/>
              <a:t>Click to edit Master title style</a:t>
            </a:r>
            <a:endParaRPr lang="en-GB" dirty="0"/>
          </a:p>
        </p:txBody>
      </p:sp>
      <p:sp>
        <p:nvSpPr>
          <p:cNvPr id="8" name="Text Placeholder 4"/>
          <p:cNvSpPr>
            <a:spLocks noGrp="1"/>
          </p:cNvSpPr>
          <p:nvPr>
            <p:ph type="body" sz="quarter" idx="10"/>
          </p:nvPr>
        </p:nvSpPr>
        <p:spPr bwMode="gray">
          <a:xfrm>
            <a:off x="179512" y="1124745"/>
            <a:ext cx="4248026" cy="4968552"/>
          </a:xfrm>
        </p:spPr>
        <p:txBody>
          <a:bodyPr/>
          <a:lstStyle>
            <a:lvl3pPr marL="273050" indent="-273050">
              <a:defRPr/>
            </a:lvl3pPr>
            <a:lvl4pPr marL="536575" indent="-263525">
              <a:defRPr/>
            </a:lvl4pPr>
            <a:lvl5pPr marL="809625" indent="-271463">
              <a:defRPr/>
            </a:lvl5pPr>
            <a:lvl6pPr marL="1071563" indent="-265113">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9" name="Text Placeholder 4"/>
          <p:cNvSpPr>
            <a:spLocks noGrp="1"/>
          </p:cNvSpPr>
          <p:nvPr>
            <p:ph type="body" sz="quarter" idx="11"/>
          </p:nvPr>
        </p:nvSpPr>
        <p:spPr bwMode="gray">
          <a:xfrm>
            <a:off x="4645149" y="1124745"/>
            <a:ext cx="4248026" cy="4968552"/>
          </a:xfrm>
        </p:spPr>
        <p:txBody>
          <a:bodyPr/>
          <a:lstStyle>
            <a:lvl3pPr marL="273050" indent="-273050">
              <a:defRPr/>
            </a:lvl3pPr>
            <a:lvl4pPr marL="536575" indent="-263525">
              <a:defRPr/>
            </a:lvl4pPr>
            <a:lvl5pPr marL="809625" indent="-271463">
              <a:defRPr/>
            </a:lvl5pPr>
            <a:lvl6pPr marL="1071563" indent="-265113" defTabSz="1071563">
              <a:tabLst/>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Tree>
    <p:extLst>
      <p:ext uri="{BB962C8B-B14F-4D97-AF65-F5344CB8AC3E}">
        <p14:creationId xmlns:p14="http://schemas.microsoft.com/office/powerpoint/2010/main" val="1138463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Four Text">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endParaRPr lang="en-GB"/>
          </a:p>
        </p:txBody>
      </p:sp>
      <p:sp>
        <p:nvSpPr>
          <p:cNvPr id="10" name="Text Placeholder 9"/>
          <p:cNvSpPr>
            <a:spLocks noGrp="1"/>
          </p:cNvSpPr>
          <p:nvPr>
            <p:ph type="body" sz="quarter" idx="10"/>
          </p:nvPr>
        </p:nvSpPr>
        <p:spPr bwMode="gray">
          <a:xfrm>
            <a:off x="179388" y="1125538"/>
            <a:ext cx="4248150" cy="2374900"/>
          </a:xfrm>
        </p:spPr>
        <p:txBody>
          <a:bodyPr/>
          <a:lstStyle>
            <a:lvl5pPr>
              <a:defRPr/>
            </a:lvl5pPr>
            <a:lvl6pPr>
              <a:defRPr baseline="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endParaRPr lang="en-GB" dirty="0"/>
          </a:p>
        </p:txBody>
      </p:sp>
      <p:sp>
        <p:nvSpPr>
          <p:cNvPr id="12" name="Text Placeholder 11"/>
          <p:cNvSpPr>
            <a:spLocks noGrp="1"/>
          </p:cNvSpPr>
          <p:nvPr>
            <p:ph type="body" sz="quarter" idx="11"/>
          </p:nvPr>
        </p:nvSpPr>
        <p:spPr bwMode="gray">
          <a:xfrm>
            <a:off x="4643438" y="1125538"/>
            <a:ext cx="4249737" cy="2374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p:cNvSpPr>
            <a:spLocks noGrp="1"/>
          </p:cNvSpPr>
          <p:nvPr>
            <p:ph type="body" sz="quarter" idx="12"/>
          </p:nvPr>
        </p:nvSpPr>
        <p:spPr bwMode="gray">
          <a:xfrm>
            <a:off x="179388" y="3716338"/>
            <a:ext cx="4248150" cy="2376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5"/>
          <p:cNvSpPr>
            <a:spLocks noGrp="1"/>
          </p:cNvSpPr>
          <p:nvPr>
            <p:ph type="body" sz="quarter" idx="13"/>
          </p:nvPr>
        </p:nvSpPr>
        <p:spPr bwMode="gray">
          <a:xfrm>
            <a:off x="4643438" y="3716338"/>
            <a:ext cx="4249737" cy="2376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28429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e Chart One Text">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endParaRPr lang="en-GB"/>
          </a:p>
        </p:txBody>
      </p:sp>
      <p:sp>
        <p:nvSpPr>
          <p:cNvPr id="9" name="Text Placeholder 4"/>
          <p:cNvSpPr>
            <a:spLocks noGrp="1"/>
          </p:cNvSpPr>
          <p:nvPr>
            <p:ph type="body" sz="quarter" idx="11"/>
          </p:nvPr>
        </p:nvSpPr>
        <p:spPr bwMode="gray">
          <a:xfrm>
            <a:off x="4645149" y="1124745"/>
            <a:ext cx="4248026" cy="4968552"/>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6" name="Chart Placeholder 5"/>
          <p:cNvSpPr>
            <a:spLocks noGrp="1"/>
          </p:cNvSpPr>
          <p:nvPr>
            <p:ph type="chart" sz="quarter" idx="12"/>
          </p:nvPr>
        </p:nvSpPr>
        <p:spPr bwMode="gray">
          <a:xfrm>
            <a:off x="179388" y="1125538"/>
            <a:ext cx="4248150" cy="4967287"/>
          </a:xfrm>
        </p:spPr>
        <p:txBody>
          <a:bodyPr anchor="ctr"/>
          <a:lstStyle>
            <a:lvl1pPr algn="ctr">
              <a:defRPr/>
            </a:lvl1pPr>
          </a:lstStyle>
          <a:p>
            <a:endParaRPr lang="en-GB" dirty="0"/>
          </a:p>
        </p:txBody>
      </p:sp>
    </p:spTree>
    <p:extLst>
      <p:ext uri="{BB962C8B-B14F-4D97-AF65-F5344CB8AC3E}">
        <p14:creationId xmlns:p14="http://schemas.microsoft.com/office/powerpoint/2010/main" val="6516290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One Table One Text">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endParaRPr lang="en-GB"/>
          </a:p>
        </p:txBody>
      </p:sp>
      <p:sp>
        <p:nvSpPr>
          <p:cNvPr id="9" name="Text Placeholder 4"/>
          <p:cNvSpPr>
            <a:spLocks noGrp="1"/>
          </p:cNvSpPr>
          <p:nvPr>
            <p:ph type="body" sz="quarter" idx="11"/>
          </p:nvPr>
        </p:nvSpPr>
        <p:spPr bwMode="gray">
          <a:xfrm>
            <a:off x="4645149" y="1124745"/>
            <a:ext cx="4248026" cy="4968552"/>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7" name="Table Placeholder 6"/>
          <p:cNvSpPr>
            <a:spLocks noGrp="1"/>
          </p:cNvSpPr>
          <p:nvPr>
            <p:ph type="tbl" sz="quarter" idx="12"/>
          </p:nvPr>
        </p:nvSpPr>
        <p:spPr bwMode="gray">
          <a:xfrm>
            <a:off x="179388" y="1125538"/>
            <a:ext cx="4248150" cy="4967287"/>
          </a:xfrm>
        </p:spPr>
        <p:txBody>
          <a:bodyPr anchor="ctr"/>
          <a:lstStyle>
            <a:lvl1pPr algn="ctr">
              <a:defRPr/>
            </a:lvl1pPr>
          </a:lstStyle>
          <a:p>
            <a:endParaRPr lang="en-GB" dirty="0"/>
          </a:p>
        </p:txBody>
      </p:sp>
    </p:spTree>
    <p:extLst>
      <p:ext uri="{BB962C8B-B14F-4D97-AF65-F5344CB8AC3E}">
        <p14:creationId xmlns:p14="http://schemas.microsoft.com/office/powerpoint/2010/main" val="17737922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wo Rows Text">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endParaRPr lang="en-GB"/>
          </a:p>
        </p:txBody>
      </p:sp>
      <p:sp>
        <p:nvSpPr>
          <p:cNvPr id="6" name="Text Placeholder 4"/>
          <p:cNvSpPr>
            <a:spLocks noGrp="1"/>
          </p:cNvSpPr>
          <p:nvPr>
            <p:ph type="body" sz="quarter" idx="10"/>
          </p:nvPr>
        </p:nvSpPr>
        <p:spPr bwMode="gray">
          <a:xfrm>
            <a:off x="179512" y="1124745"/>
            <a:ext cx="8712968" cy="2375693"/>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7" name="Text Placeholder 4"/>
          <p:cNvSpPr>
            <a:spLocks noGrp="1"/>
          </p:cNvSpPr>
          <p:nvPr>
            <p:ph type="body" sz="quarter" idx="11"/>
          </p:nvPr>
        </p:nvSpPr>
        <p:spPr bwMode="gray">
          <a:xfrm>
            <a:off x="179512" y="3717132"/>
            <a:ext cx="8712968" cy="2375693"/>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Tree>
    <p:extLst>
      <p:ext uri="{BB962C8B-B14F-4D97-AF65-F5344CB8AC3E}">
        <p14:creationId xmlns:p14="http://schemas.microsoft.com/office/powerpoint/2010/main" val="42775332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One Chart One Row Text">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endParaRPr lang="en-GB"/>
          </a:p>
        </p:txBody>
      </p:sp>
      <p:sp>
        <p:nvSpPr>
          <p:cNvPr id="7" name="Text Placeholder 4"/>
          <p:cNvSpPr>
            <a:spLocks noGrp="1"/>
          </p:cNvSpPr>
          <p:nvPr>
            <p:ph type="body" sz="quarter" idx="11"/>
          </p:nvPr>
        </p:nvSpPr>
        <p:spPr bwMode="gray">
          <a:xfrm>
            <a:off x="179512" y="3717132"/>
            <a:ext cx="8712968" cy="2375693"/>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8" name="Chart Placeholder 7"/>
          <p:cNvSpPr>
            <a:spLocks noGrp="1"/>
          </p:cNvSpPr>
          <p:nvPr>
            <p:ph type="chart" sz="quarter" idx="12"/>
          </p:nvPr>
        </p:nvSpPr>
        <p:spPr bwMode="gray">
          <a:xfrm>
            <a:off x="179388" y="1125538"/>
            <a:ext cx="8713787" cy="2374900"/>
          </a:xfrm>
        </p:spPr>
        <p:txBody>
          <a:bodyPr anchor="ctr"/>
          <a:lstStyle>
            <a:lvl1pPr algn="ctr">
              <a:defRPr/>
            </a:lvl1pPr>
          </a:lstStyle>
          <a:p>
            <a:endParaRPr lang="en-GB" dirty="0"/>
          </a:p>
        </p:txBody>
      </p:sp>
    </p:spTree>
    <p:extLst>
      <p:ext uri="{BB962C8B-B14F-4D97-AF65-F5344CB8AC3E}">
        <p14:creationId xmlns:p14="http://schemas.microsoft.com/office/powerpoint/2010/main" val="32501477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bg bwMode="gray">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99499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Four Chevrons">
    <p:spTree>
      <p:nvGrpSpPr>
        <p:cNvPr id="1" name=""/>
        <p:cNvGrpSpPr/>
        <p:nvPr/>
      </p:nvGrpSpPr>
      <p:grpSpPr>
        <a:xfrm>
          <a:off x="0" y="0"/>
          <a:ext cx="0" cy="0"/>
          <a:chOff x="0" y="0"/>
          <a:chExt cx="0" cy="0"/>
        </a:xfrm>
      </p:grpSpPr>
      <p:sp>
        <p:nvSpPr>
          <p:cNvPr id="11" name="Text Placeholder 20"/>
          <p:cNvSpPr>
            <a:spLocks noGrp="1"/>
          </p:cNvSpPr>
          <p:nvPr>
            <p:ph type="body" sz="quarter" idx="27"/>
          </p:nvPr>
        </p:nvSpPr>
        <p:spPr bwMode="gray">
          <a:xfrm>
            <a:off x="2411413" y="1125538"/>
            <a:ext cx="2016125"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14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12" name="Text Placeholder 20"/>
          <p:cNvSpPr>
            <a:spLocks noGrp="1"/>
          </p:cNvSpPr>
          <p:nvPr>
            <p:ph type="body" sz="quarter" idx="26"/>
          </p:nvPr>
        </p:nvSpPr>
        <p:spPr bwMode="gray">
          <a:xfrm>
            <a:off x="179388" y="1125538"/>
            <a:ext cx="2016125" cy="576411"/>
          </a:xfrm>
          <a:prstGeom prst="homePlate">
            <a:avLst>
              <a:gd name="adj" fmla="val 34577"/>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14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13" name="Text Placeholder 20"/>
          <p:cNvSpPr>
            <a:spLocks noGrp="1"/>
          </p:cNvSpPr>
          <p:nvPr>
            <p:ph type="body" sz="quarter" idx="28"/>
          </p:nvPr>
        </p:nvSpPr>
        <p:spPr bwMode="gray">
          <a:xfrm>
            <a:off x="4643438" y="1125538"/>
            <a:ext cx="2016125"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14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14" name="Text Placeholder 20"/>
          <p:cNvSpPr>
            <a:spLocks noGrp="1"/>
          </p:cNvSpPr>
          <p:nvPr>
            <p:ph type="body" sz="quarter" idx="29"/>
          </p:nvPr>
        </p:nvSpPr>
        <p:spPr bwMode="gray">
          <a:xfrm>
            <a:off x="6877049" y="1125538"/>
            <a:ext cx="2016125"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14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6" name="Title 5"/>
          <p:cNvSpPr>
            <a:spLocks noGrp="1"/>
          </p:cNvSpPr>
          <p:nvPr>
            <p:ph type="title"/>
          </p:nvPr>
        </p:nvSpPr>
        <p:spPr bwMode="gray"/>
        <p:txBody>
          <a:bodyPr/>
          <a:lstStyle/>
          <a:p>
            <a:pPr lvl="0"/>
            <a:r>
              <a:rPr lang="en-US" dirty="0"/>
              <a:t>Click to edit Master title style</a:t>
            </a:r>
            <a:endParaRPr lang="en-GB" dirty="0"/>
          </a:p>
        </p:txBody>
      </p:sp>
      <p:sp>
        <p:nvSpPr>
          <p:cNvPr id="30" name="Text Placeholder 29"/>
          <p:cNvSpPr>
            <a:spLocks noGrp="1"/>
          </p:cNvSpPr>
          <p:nvPr>
            <p:ph type="body" sz="quarter" idx="13"/>
          </p:nvPr>
        </p:nvSpPr>
        <p:spPr bwMode="gray">
          <a:xfrm>
            <a:off x="179388" y="1916113"/>
            <a:ext cx="2016125" cy="41767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31" name="Text Placeholder 29"/>
          <p:cNvSpPr>
            <a:spLocks noGrp="1"/>
          </p:cNvSpPr>
          <p:nvPr>
            <p:ph type="body" sz="quarter" idx="14"/>
          </p:nvPr>
        </p:nvSpPr>
        <p:spPr bwMode="gray">
          <a:xfrm>
            <a:off x="2417276" y="1916113"/>
            <a:ext cx="2016125" cy="41767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32" name="Text Placeholder 29"/>
          <p:cNvSpPr>
            <a:spLocks noGrp="1"/>
          </p:cNvSpPr>
          <p:nvPr>
            <p:ph type="body" sz="quarter" idx="15"/>
          </p:nvPr>
        </p:nvSpPr>
        <p:spPr bwMode="gray">
          <a:xfrm>
            <a:off x="4609491" y="1916113"/>
            <a:ext cx="2016125" cy="41767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33" name="Text Placeholder 29"/>
          <p:cNvSpPr>
            <a:spLocks noGrp="1"/>
          </p:cNvSpPr>
          <p:nvPr>
            <p:ph type="body" sz="quarter" idx="16"/>
          </p:nvPr>
        </p:nvSpPr>
        <p:spPr bwMode="gray">
          <a:xfrm>
            <a:off x="6877050" y="1916113"/>
            <a:ext cx="2016125" cy="41767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247777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Five Chevrons">
    <p:spTree>
      <p:nvGrpSpPr>
        <p:cNvPr id="1" name=""/>
        <p:cNvGrpSpPr/>
        <p:nvPr/>
      </p:nvGrpSpPr>
      <p:grpSpPr>
        <a:xfrm>
          <a:off x="0" y="0"/>
          <a:ext cx="0" cy="0"/>
          <a:chOff x="0" y="0"/>
          <a:chExt cx="0" cy="0"/>
        </a:xfrm>
      </p:grpSpPr>
      <p:sp>
        <p:nvSpPr>
          <p:cNvPr id="6" name="Title 5"/>
          <p:cNvSpPr>
            <a:spLocks noGrp="1"/>
          </p:cNvSpPr>
          <p:nvPr>
            <p:ph type="title"/>
          </p:nvPr>
        </p:nvSpPr>
        <p:spPr bwMode="gray"/>
        <p:txBody>
          <a:bodyPr/>
          <a:lstStyle/>
          <a:p>
            <a:r>
              <a:rPr lang="en-US" dirty="0"/>
              <a:t>Click to edit Master title style</a:t>
            </a:r>
            <a:endParaRPr lang="en-GB" dirty="0"/>
          </a:p>
        </p:txBody>
      </p:sp>
      <p:sp>
        <p:nvSpPr>
          <p:cNvPr id="26" name="Text Placeholder 29"/>
          <p:cNvSpPr>
            <a:spLocks noGrp="1"/>
          </p:cNvSpPr>
          <p:nvPr>
            <p:ph type="body" sz="quarter" idx="13"/>
          </p:nvPr>
        </p:nvSpPr>
        <p:spPr bwMode="gray">
          <a:xfrm>
            <a:off x="179388" y="1916113"/>
            <a:ext cx="1595575" cy="4176712"/>
          </a:xfrm>
        </p:spPr>
        <p:txBody>
          <a:bodyPr>
            <a:normAutofit/>
          </a:bodyPr>
          <a:lstStyle>
            <a:lvl1pPr>
              <a:defRPr sz="1400"/>
            </a:lvl1pPr>
            <a:lvl2pPr>
              <a:defRPr sz="1400"/>
            </a:lvl2pPr>
            <a:lvl3pPr>
              <a:defRPr sz="1400"/>
            </a:lvl3pPr>
            <a:lvl4pPr>
              <a:defRPr sz="1400"/>
            </a:lvl4pPr>
            <a:lvl5pPr>
              <a:defRPr sz="1400"/>
            </a:lvl5pPr>
            <a:lvl6pPr>
              <a:defRPr sz="140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7" name="Text Placeholder 29"/>
          <p:cNvSpPr>
            <a:spLocks noGrp="1"/>
          </p:cNvSpPr>
          <p:nvPr>
            <p:ph type="body" sz="quarter" idx="14"/>
          </p:nvPr>
        </p:nvSpPr>
        <p:spPr bwMode="gray">
          <a:xfrm>
            <a:off x="1958941" y="1916113"/>
            <a:ext cx="1595575" cy="4176712"/>
          </a:xfrm>
        </p:spPr>
        <p:txBody>
          <a:bodyPr>
            <a:normAutofit/>
          </a:bodyPr>
          <a:lstStyle>
            <a:lvl1pPr>
              <a:defRPr sz="1400"/>
            </a:lvl1pPr>
            <a:lvl2pPr>
              <a:defRPr sz="1400"/>
            </a:lvl2pPr>
            <a:lvl3pPr>
              <a:defRPr sz="1400"/>
            </a:lvl3pPr>
            <a:lvl4pPr>
              <a:defRPr sz="1400"/>
            </a:lvl4pPr>
            <a:lvl5pPr>
              <a:defRPr sz="1400"/>
            </a:lvl5pPr>
            <a:lvl6pPr>
              <a:defRPr sz="140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8" name="Text Placeholder 29"/>
          <p:cNvSpPr>
            <a:spLocks noGrp="1"/>
          </p:cNvSpPr>
          <p:nvPr>
            <p:ph type="body" sz="quarter" idx="15"/>
          </p:nvPr>
        </p:nvSpPr>
        <p:spPr bwMode="gray">
          <a:xfrm>
            <a:off x="3738494" y="1916113"/>
            <a:ext cx="1595575" cy="4176712"/>
          </a:xfrm>
        </p:spPr>
        <p:txBody>
          <a:bodyPr>
            <a:normAutofit/>
          </a:bodyPr>
          <a:lstStyle>
            <a:lvl1pPr>
              <a:defRPr sz="1400"/>
            </a:lvl1pPr>
            <a:lvl2pPr>
              <a:defRPr sz="1400"/>
            </a:lvl2pPr>
            <a:lvl3pPr>
              <a:defRPr sz="1400"/>
            </a:lvl3pPr>
            <a:lvl4pPr>
              <a:defRPr sz="1400"/>
            </a:lvl4pPr>
            <a:lvl5pPr>
              <a:defRPr sz="1400"/>
            </a:lvl5pPr>
            <a:lvl6pPr>
              <a:defRPr sz="140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30" name="Text Placeholder 29"/>
          <p:cNvSpPr>
            <a:spLocks noGrp="1"/>
          </p:cNvSpPr>
          <p:nvPr>
            <p:ph type="body" sz="quarter" idx="16"/>
          </p:nvPr>
        </p:nvSpPr>
        <p:spPr bwMode="gray">
          <a:xfrm>
            <a:off x="5518047" y="1916113"/>
            <a:ext cx="1595575" cy="4176712"/>
          </a:xfrm>
        </p:spPr>
        <p:txBody>
          <a:bodyPr>
            <a:normAutofit/>
          </a:bodyPr>
          <a:lstStyle>
            <a:lvl1pPr>
              <a:defRPr sz="1400"/>
            </a:lvl1pPr>
            <a:lvl2pPr>
              <a:defRPr sz="1400"/>
            </a:lvl2pPr>
            <a:lvl3pPr>
              <a:defRPr sz="1400"/>
            </a:lvl3pPr>
            <a:lvl4pPr>
              <a:defRPr sz="1400"/>
            </a:lvl4pPr>
            <a:lvl5pPr>
              <a:defRPr sz="1400"/>
            </a:lvl5pPr>
            <a:lvl6pPr>
              <a:defRPr sz="140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37" name="Text Placeholder 29"/>
          <p:cNvSpPr>
            <a:spLocks noGrp="1"/>
          </p:cNvSpPr>
          <p:nvPr>
            <p:ph type="body" sz="quarter" idx="17"/>
          </p:nvPr>
        </p:nvSpPr>
        <p:spPr bwMode="gray">
          <a:xfrm>
            <a:off x="7297600" y="1916113"/>
            <a:ext cx="1595575" cy="4176712"/>
          </a:xfrm>
        </p:spPr>
        <p:txBody>
          <a:bodyPr>
            <a:normAutofit/>
          </a:bodyPr>
          <a:lstStyle>
            <a:lvl1pPr>
              <a:defRPr sz="1400"/>
            </a:lvl1pPr>
            <a:lvl2pPr>
              <a:defRPr sz="1400"/>
            </a:lvl2pPr>
            <a:lvl3pPr>
              <a:defRPr sz="1400"/>
            </a:lvl3pPr>
            <a:lvl4pPr>
              <a:defRPr sz="1400"/>
            </a:lvl4pPr>
            <a:lvl5pPr>
              <a:defRPr sz="1400"/>
            </a:lvl5pPr>
            <a:lvl6pPr>
              <a:defRPr sz="140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4" name="Text Placeholder 20"/>
          <p:cNvSpPr>
            <a:spLocks noGrp="1"/>
          </p:cNvSpPr>
          <p:nvPr>
            <p:ph type="body" sz="quarter" idx="27"/>
          </p:nvPr>
        </p:nvSpPr>
        <p:spPr bwMode="gray">
          <a:xfrm>
            <a:off x="1958941" y="1125538"/>
            <a:ext cx="1584300"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12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15" name="Text Placeholder 20"/>
          <p:cNvSpPr>
            <a:spLocks noGrp="1"/>
          </p:cNvSpPr>
          <p:nvPr>
            <p:ph type="body" sz="quarter" idx="26"/>
          </p:nvPr>
        </p:nvSpPr>
        <p:spPr bwMode="gray">
          <a:xfrm>
            <a:off x="179389" y="1125538"/>
            <a:ext cx="1584300" cy="576411"/>
          </a:xfrm>
          <a:prstGeom prst="homePlate">
            <a:avLst>
              <a:gd name="adj" fmla="val 34577"/>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12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16" name="Text Placeholder 20"/>
          <p:cNvSpPr>
            <a:spLocks noGrp="1"/>
          </p:cNvSpPr>
          <p:nvPr>
            <p:ph type="body" sz="quarter" idx="28"/>
          </p:nvPr>
        </p:nvSpPr>
        <p:spPr bwMode="gray">
          <a:xfrm>
            <a:off x="3738494" y="1125538"/>
            <a:ext cx="1584300"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12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17" name="Text Placeholder 20"/>
          <p:cNvSpPr>
            <a:spLocks noGrp="1"/>
          </p:cNvSpPr>
          <p:nvPr>
            <p:ph type="body" sz="quarter" idx="29"/>
          </p:nvPr>
        </p:nvSpPr>
        <p:spPr bwMode="gray">
          <a:xfrm>
            <a:off x="5518047" y="1125538"/>
            <a:ext cx="1584300"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12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19" name="Text Placeholder 20"/>
          <p:cNvSpPr>
            <a:spLocks noGrp="1"/>
          </p:cNvSpPr>
          <p:nvPr>
            <p:ph type="body" sz="quarter" idx="30"/>
          </p:nvPr>
        </p:nvSpPr>
        <p:spPr bwMode="gray">
          <a:xfrm>
            <a:off x="7297600" y="1125538"/>
            <a:ext cx="1584300"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12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Tree>
    <p:extLst>
      <p:ext uri="{BB962C8B-B14F-4D97-AF65-F5344CB8AC3E}">
        <p14:creationId xmlns:p14="http://schemas.microsoft.com/office/powerpoint/2010/main" val="13245838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ands and drivers">
    <p:spTree>
      <p:nvGrpSpPr>
        <p:cNvPr id="1" name=""/>
        <p:cNvGrpSpPr/>
        <p:nvPr/>
      </p:nvGrpSpPr>
      <p:grpSpPr>
        <a:xfrm>
          <a:off x="0" y="0"/>
          <a:ext cx="0" cy="0"/>
          <a:chOff x="0" y="0"/>
          <a:chExt cx="0" cy="0"/>
        </a:xfrm>
      </p:grpSpPr>
      <p:sp>
        <p:nvSpPr>
          <p:cNvPr id="24" name="AutoShape 20"/>
          <p:cNvSpPr>
            <a:spLocks noChangeArrowheads="1"/>
          </p:cNvSpPr>
          <p:nvPr/>
        </p:nvSpPr>
        <p:spPr bwMode="gray">
          <a:xfrm rot="19080000" flipH="1">
            <a:off x="4691391" y="2387890"/>
            <a:ext cx="1497623" cy="381000"/>
          </a:xfrm>
          <a:prstGeom prst="rightArrow">
            <a:avLst>
              <a:gd name="adj1" fmla="val 63333"/>
              <a:gd name="adj2" fmla="val 49582"/>
            </a:avLst>
          </a:prstGeom>
          <a:gradFill rotWithShape="1">
            <a:gsLst>
              <a:gs pos="0">
                <a:srgbClr val="DCDDDD"/>
              </a:gs>
              <a:gs pos="100000">
                <a:srgbClr val="97989A"/>
              </a:gs>
            </a:gsLst>
            <a:lin ang="0" scaled="1"/>
          </a:gradFill>
          <a:ln w="6350" algn="ctr">
            <a:noFill/>
            <a:miter lim="800000"/>
            <a:headEnd/>
            <a:tailEnd/>
          </a:ln>
          <a:effectLst/>
        </p:spPr>
        <p:txBody>
          <a:bodyPr rot="10800000" wrap="none" anchor="ctr"/>
          <a:lstStyle/>
          <a:p>
            <a:endParaRPr lang="en-CA" dirty="0">
              <a:solidFill>
                <a:srgbClr val="000000"/>
              </a:solidFill>
            </a:endParaRPr>
          </a:p>
        </p:txBody>
      </p:sp>
      <p:sp>
        <p:nvSpPr>
          <p:cNvPr id="26" name="AutoShape 17"/>
          <p:cNvSpPr>
            <a:spLocks noChangeArrowheads="1"/>
          </p:cNvSpPr>
          <p:nvPr/>
        </p:nvSpPr>
        <p:spPr bwMode="gray">
          <a:xfrm rot="2520000" flipH="1">
            <a:off x="4691391" y="4431706"/>
            <a:ext cx="1497623" cy="381000"/>
          </a:xfrm>
          <a:prstGeom prst="rightArrow">
            <a:avLst>
              <a:gd name="adj1" fmla="val 63333"/>
              <a:gd name="adj2" fmla="val 49582"/>
            </a:avLst>
          </a:prstGeom>
          <a:gradFill rotWithShape="1">
            <a:gsLst>
              <a:gs pos="0">
                <a:srgbClr val="DCDDDD"/>
              </a:gs>
              <a:gs pos="100000">
                <a:srgbClr val="97989A"/>
              </a:gs>
            </a:gsLst>
            <a:lin ang="0" scaled="1"/>
          </a:gradFill>
          <a:ln w="6350" algn="ctr">
            <a:noFill/>
            <a:miter lim="800000"/>
            <a:headEnd/>
            <a:tailEnd/>
          </a:ln>
          <a:effectLst/>
        </p:spPr>
        <p:txBody>
          <a:bodyPr rot="10800000" wrap="none" anchor="ctr"/>
          <a:lstStyle/>
          <a:p>
            <a:endParaRPr lang="en-CA" dirty="0">
              <a:solidFill>
                <a:srgbClr val="000000"/>
              </a:solidFill>
            </a:endParaRPr>
          </a:p>
        </p:txBody>
      </p:sp>
      <p:sp>
        <p:nvSpPr>
          <p:cNvPr id="10" name="Title 9"/>
          <p:cNvSpPr>
            <a:spLocks noGrp="1"/>
          </p:cNvSpPr>
          <p:nvPr>
            <p:ph type="title"/>
          </p:nvPr>
        </p:nvSpPr>
        <p:spPr bwMode="gray"/>
        <p:txBody>
          <a:bodyPr/>
          <a:lstStyle/>
          <a:p>
            <a:r>
              <a:rPr lang="en-US"/>
              <a:t>Click to edit Master title style</a:t>
            </a:r>
            <a:endParaRPr lang="en-GB"/>
          </a:p>
        </p:txBody>
      </p:sp>
      <p:sp>
        <p:nvSpPr>
          <p:cNvPr id="22" name="AutoShape 20"/>
          <p:cNvSpPr>
            <a:spLocks noChangeArrowheads="1"/>
          </p:cNvSpPr>
          <p:nvPr/>
        </p:nvSpPr>
        <p:spPr bwMode="gray">
          <a:xfrm rot="2520000">
            <a:off x="2879158" y="2387890"/>
            <a:ext cx="1497623" cy="381000"/>
          </a:xfrm>
          <a:prstGeom prst="rightArrow">
            <a:avLst>
              <a:gd name="adj1" fmla="val 63333"/>
              <a:gd name="adj2" fmla="val 49582"/>
            </a:avLst>
          </a:prstGeom>
          <a:gradFill rotWithShape="1">
            <a:gsLst>
              <a:gs pos="0">
                <a:srgbClr val="DCDDDD"/>
              </a:gs>
              <a:gs pos="100000">
                <a:srgbClr val="97989A"/>
              </a:gs>
            </a:gsLst>
            <a:lin ang="0" scaled="1"/>
          </a:gradFill>
          <a:ln w="6350" algn="ctr">
            <a:noFill/>
            <a:miter lim="800000"/>
            <a:headEnd/>
            <a:tailEnd/>
          </a:ln>
          <a:effectLst/>
        </p:spPr>
        <p:txBody>
          <a:bodyPr rot="10800000" wrap="none" anchor="ctr"/>
          <a:lstStyle/>
          <a:p>
            <a:endParaRPr lang="en-CA" dirty="0">
              <a:solidFill>
                <a:srgbClr val="000000"/>
              </a:solidFill>
            </a:endParaRPr>
          </a:p>
        </p:txBody>
      </p:sp>
      <p:sp>
        <p:nvSpPr>
          <p:cNvPr id="23" name="AutoShape 17"/>
          <p:cNvSpPr>
            <a:spLocks noChangeArrowheads="1"/>
          </p:cNvSpPr>
          <p:nvPr/>
        </p:nvSpPr>
        <p:spPr bwMode="gray">
          <a:xfrm rot="19080000">
            <a:off x="2879158" y="4431706"/>
            <a:ext cx="1497623" cy="381000"/>
          </a:xfrm>
          <a:prstGeom prst="rightArrow">
            <a:avLst>
              <a:gd name="adj1" fmla="val 63333"/>
              <a:gd name="adj2" fmla="val 49582"/>
            </a:avLst>
          </a:prstGeom>
          <a:gradFill rotWithShape="1">
            <a:gsLst>
              <a:gs pos="0">
                <a:srgbClr val="DCDDDD"/>
              </a:gs>
              <a:gs pos="100000">
                <a:srgbClr val="97989A"/>
              </a:gs>
            </a:gsLst>
            <a:lin ang="0" scaled="1"/>
          </a:gradFill>
          <a:ln w="6350" algn="ctr">
            <a:noFill/>
            <a:miter lim="800000"/>
            <a:headEnd/>
            <a:tailEnd/>
          </a:ln>
          <a:effectLst/>
        </p:spPr>
        <p:txBody>
          <a:bodyPr rot="10800000" wrap="none" anchor="ctr"/>
          <a:lstStyle/>
          <a:p>
            <a:endParaRPr lang="en-CA" dirty="0">
              <a:solidFill>
                <a:srgbClr val="000000"/>
              </a:solidFill>
            </a:endParaRPr>
          </a:p>
        </p:txBody>
      </p:sp>
      <p:sp>
        <p:nvSpPr>
          <p:cNvPr id="25" name="Text Placeholder 10"/>
          <p:cNvSpPr>
            <a:spLocks noGrp="1"/>
          </p:cNvSpPr>
          <p:nvPr>
            <p:ph type="body" sz="quarter" idx="21"/>
          </p:nvPr>
        </p:nvSpPr>
        <p:spPr bwMode="gray">
          <a:xfrm>
            <a:off x="3822700" y="3187175"/>
            <a:ext cx="1441714" cy="821280"/>
          </a:xfrm>
          <a:prstGeom prst="ellipse">
            <a:avLst/>
          </a:prstGeom>
          <a:solidFill>
            <a:srgbClr val="AA5CAA"/>
          </a:solidFill>
          <a:ln>
            <a:noFill/>
          </a:ln>
        </p:spPr>
        <p:txBody>
          <a:bodyPr lIns="54000" tIns="54000" rIns="54000" bIns="54000" anchor="ctr" anchorCtr="1"/>
          <a:lstStyle>
            <a:lvl1pPr algn="ctr">
              <a:defRPr>
                <a:solidFill>
                  <a:schemeClr val="bg1"/>
                </a:solidFill>
              </a:defRPr>
            </a:lvl1pPr>
          </a:lstStyle>
          <a:p>
            <a:r>
              <a:rPr lang="en-GB" dirty="0"/>
              <a:t>Text</a:t>
            </a:r>
          </a:p>
        </p:txBody>
      </p:sp>
      <p:sp>
        <p:nvSpPr>
          <p:cNvPr id="29" name="Text Placeholder 20"/>
          <p:cNvSpPr>
            <a:spLocks noGrp="1"/>
          </p:cNvSpPr>
          <p:nvPr>
            <p:ph type="body" sz="quarter" idx="22"/>
          </p:nvPr>
        </p:nvSpPr>
        <p:spPr bwMode="gray">
          <a:xfrm>
            <a:off x="179388" y="1557337"/>
            <a:ext cx="3323022" cy="1944688"/>
          </a:xfrm>
          <a:solidFill>
            <a:schemeClr val="bg1"/>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0"/>
          <p:cNvSpPr>
            <a:spLocks noGrp="1"/>
          </p:cNvSpPr>
          <p:nvPr>
            <p:ph type="body" sz="quarter" idx="23"/>
          </p:nvPr>
        </p:nvSpPr>
        <p:spPr bwMode="gray">
          <a:xfrm>
            <a:off x="179388" y="4148137"/>
            <a:ext cx="3323022" cy="1944688"/>
          </a:xfrm>
          <a:solidFill>
            <a:schemeClr val="bg1"/>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Text Placeholder 20"/>
          <p:cNvSpPr>
            <a:spLocks noGrp="1"/>
          </p:cNvSpPr>
          <p:nvPr>
            <p:ph type="body" sz="quarter" idx="24"/>
          </p:nvPr>
        </p:nvSpPr>
        <p:spPr bwMode="gray">
          <a:xfrm>
            <a:off x="5570153" y="1557337"/>
            <a:ext cx="3323022" cy="1944688"/>
          </a:xfrm>
          <a:solidFill>
            <a:schemeClr val="bg1"/>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Text Placeholder 20"/>
          <p:cNvSpPr>
            <a:spLocks noGrp="1"/>
          </p:cNvSpPr>
          <p:nvPr>
            <p:ph type="body" sz="quarter" idx="25"/>
          </p:nvPr>
        </p:nvSpPr>
        <p:spPr bwMode="gray">
          <a:xfrm>
            <a:off x="5570153" y="4148137"/>
            <a:ext cx="3323022" cy="1944688"/>
          </a:xfrm>
          <a:solidFill>
            <a:schemeClr val="bg1"/>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Text Placeholder 20"/>
          <p:cNvSpPr>
            <a:spLocks noGrp="1"/>
          </p:cNvSpPr>
          <p:nvPr>
            <p:ph type="body" sz="quarter" idx="26"/>
          </p:nvPr>
        </p:nvSpPr>
        <p:spPr bwMode="gray">
          <a:xfrm>
            <a:off x="179388" y="1125538"/>
            <a:ext cx="332302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36" name="Text Placeholder 20"/>
          <p:cNvSpPr>
            <a:spLocks noGrp="1"/>
          </p:cNvSpPr>
          <p:nvPr>
            <p:ph type="body" sz="quarter" idx="27"/>
          </p:nvPr>
        </p:nvSpPr>
        <p:spPr bwMode="gray">
          <a:xfrm>
            <a:off x="5570153" y="1125538"/>
            <a:ext cx="332302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37" name="Text Placeholder 20"/>
          <p:cNvSpPr>
            <a:spLocks noGrp="1"/>
          </p:cNvSpPr>
          <p:nvPr>
            <p:ph type="body" sz="quarter" idx="28"/>
          </p:nvPr>
        </p:nvSpPr>
        <p:spPr bwMode="gray">
          <a:xfrm>
            <a:off x="179388" y="3716339"/>
            <a:ext cx="332302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38" name="Text Placeholder 20"/>
          <p:cNvSpPr>
            <a:spLocks noGrp="1"/>
          </p:cNvSpPr>
          <p:nvPr>
            <p:ph type="body" sz="quarter" idx="29"/>
          </p:nvPr>
        </p:nvSpPr>
        <p:spPr bwMode="gray">
          <a:xfrm>
            <a:off x="5570153" y="3716339"/>
            <a:ext cx="332302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Tree>
    <p:extLst>
      <p:ext uri="{BB962C8B-B14F-4D97-AF65-F5344CB8AC3E}">
        <p14:creationId xmlns:p14="http://schemas.microsoft.com/office/powerpoint/2010/main" val="23450133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Outline">
    <p:spTree>
      <p:nvGrpSpPr>
        <p:cNvPr id="1" name=""/>
        <p:cNvGrpSpPr/>
        <p:nvPr/>
      </p:nvGrpSpPr>
      <p:grpSpPr>
        <a:xfrm>
          <a:off x="0" y="0"/>
          <a:ext cx="0" cy="0"/>
          <a:chOff x="0" y="0"/>
          <a:chExt cx="0" cy="0"/>
        </a:xfrm>
      </p:grpSpPr>
      <p:sp>
        <p:nvSpPr>
          <p:cNvPr id="10" name="Title 9"/>
          <p:cNvSpPr>
            <a:spLocks noGrp="1"/>
          </p:cNvSpPr>
          <p:nvPr>
            <p:ph type="title"/>
          </p:nvPr>
        </p:nvSpPr>
        <p:spPr bwMode="gray"/>
        <p:txBody>
          <a:bodyPr/>
          <a:lstStyle/>
          <a:p>
            <a:r>
              <a:rPr lang="en-US"/>
              <a:t>Click to edit Master title style</a:t>
            </a:r>
            <a:endParaRPr lang="en-GB"/>
          </a:p>
        </p:txBody>
      </p:sp>
      <p:sp>
        <p:nvSpPr>
          <p:cNvPr id="21" name="Text Placeholder 20"/>
          <p:cNvSpPr>
            <a:spLocks noGrp="1"/>
          </p:cNvSpPr>
          <p:nvPr>
            <p:ph type="body" sz="quarter" idx="21"/>
          </p:nvPr>
        </p:nvSpPr>
        <p:spPr bwMode="gray">
          <a:xfrm>
            <a:off x="173526" y="1557337"/>
            <a:ext cx="4254012" cy="4535488"/>
          </a:xfrm>
          <a:solidFill>
            <a:schemeClr val="bg1"/>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3" name="Text Placeholder 20"/>
          <p:cNvSpPr>
            <a:spLocks noGrp="1"/>
          </p:cNvSpPr>
          <p:nvPr>
            <p:ph type="body" sz="quarter" idx="22"/>
          </p:nvPr>
        </p:nvSpPr>
        <p:spPr bwMode="gray">
          <a:xfrm>
            <a:off x="4639162" y="1557337"/>
            <a:ext cx="4254012" cy="4535488"/>
          </a:xfrm>
          <a:solidFill>
            <a:schemeClr val="bg1"/>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9" name="Text Placeholder 20"/>
          <p:cNvSpPr>
            <a:spLocks noGrp="1"/>
          </p:cNvSpPr>
          <p:nvPr>
            <p:ph type="body" sz="quarter" idx="26"/>
          </p:nvPr>
        </p:nvSpPr>
        <p:spPr bwMode="gray">
          <a:xfrm>
            <a:off x="173526" y="1125538"/>
            <a:ext cx="425401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30" name="Text Placeholder 20"/>
          <p:cNvSpPr>
            <a:spLocks noGrp="1"/>
          </p:cNvSpPr>
          <p:nvPr>
            <p:ph type="body" sz="quarter" idx="27"/>
          </p:nvPr>
        </p:nvSpPr>
        <p:spPr bwMode="gray">
          <a:xfrm>
            <a:off x="4639163" y="1125538"/>
            <a:ext cx="425401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Tree>
    <p:extLst>
      <p:ext uri="{BB962C8B-B14F-4D97-AF65-F5344CB8AC3E}">
        <p14:creationId xmlns:p14="http://schemas.microsoft.com/office/powerpoint/2010/main" val="32211665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Outline 2">
    <p:spTree>
      <p:nvGrpSpPr>
        <p:cNvPr id="1" name=""/>
        <p:cNvGrpSpPr/>
        <p:nvPr/>
      </p:nvGrpSpPr>
      <p:grpSpPr>
        <a:xfrm>
          <a:off x="0" y="0"/>
          <a:ext cx="0" cy="0"/>
          <a:chOff x="0" y="0"/>
          <a:chExt cx="0" cy="0"/>
        </a:xfrm>
      </p:grpSpPr>
      <p:sp>
        <p:nvSpPr>
          <p:cNvPr id="10" name="Title 9"/>
          <p:cNvSpPr>
            <a:spLocks noGrp="1"/>
          </p:cNvSpPr>
          <p:nvPr>
            <p:ph type="title"/>
          </p:nvPr>
        </p:nvSpPr>
        <p:spPr bwMode="gray"/>
        <p:txBody>
          <a:bodyPr/>
          <a:lstStyle/>
          <a:p>
            <a:r>
              <a:rPr lang="en-US"/>
              <a:t>Click to edit Master title style</a:t>
            </a:r>
            <a:endParaRPr lang="en-GB"/>
          </a:p>
        </p:txBody>
      </p:sp>
      <p:sp>
        <p:nvSpPr>
          <p:cNvPr id="21" name="Text Placeholder 20"/>
          <p:cNvSpPr>
            <a:spLocks noGrp="1"/>
          </p:cNvSpPr>
          <p:nvPr>
            <p:ph type="body" sz="quarter" idx="21"/>
          </p:nvPr>
        </p:nvSpPr>
        <p:spPr bwMode="gray">
          <a:xfrm>
            <a:off x="173526" y="1557337"/>
            <a:ext cx="4254012" cy="1944688"/>
          </a:xfrm>
          <a:solidFill>
            <a:schemeClr val="bg1"/>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20"/>
          <p:cNvSpPr>
            <a:spLocks noGrp="1"/>
          </p:cNvSpPr>
          <p:nvPr>
            <p:ph type="body" sz="quarter" idx="22"/>
          </p:nvPr>
        </p:nvSpPr>
        <p:spPr bwMode="gray">
          <a:xfrm>
            <a:off x="4639162" y="1557337"/>
            <a:ext cx="4254012" cy="1944688"/>
          </a:xfrm>
          <a:solidFill>
            <a:schemeClr val="bg1"/>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ext Placeholder 20"/>
          <p:cNvSpPr>
            <a:spLocks noGrp="1"/>
          </p:cNvSpPr>
          <p:nvPr>
            <p:ph type="body" sz="quarter" idx="23"/>
          </p:nvPr>
        </p:nvSpPr>
        <p:spPr bwMode="gray">
          <a:xfrm>
            <a:off x="173526" y="4148137"/>
            <a:ext cx="4254012" cy="1944688"/>
          </a:xfrm>
          <a:solidFill>
            <a:srgbClr val="BFDEE4"/>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20"/>
          <p:cNvSpPr>
            <a:spLocks noGrp="1"/>
          </p:cNvSpPr>
          <p:nvPr>
            <p:ph type="body" sz="quarter" idx="24"/>
          </p:nvPr>
        </p:nvSpPr>
        <p:spPr bwMode="gray">
          <a:xfrm>
            <a:off x="4639162" y="4148137"/>
            <a:ext cx="4254012" cy="1944688"/>
          </a:xfrm>
          <a:solidFill>
            <a:srgbClr val="BFDEE4"/>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9" name="Text Placeholder 20"/>
          <p:cNvSpPr>
            <a:spLocks noGrp="1"/>
          </p:cNvSpPr>
          <p:nvPr>
            <p:ph type="body" sz="quarter" idx="26"/>
          </p:nvPr>
        </p:nvSpPr>
        <p:spPr bwMode="gray">
          <a:xfrm>
            <a:off x="173526" y="1125538"/>
            <a:ext cx="425401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30" name="Text Placeholder 20"/>
          <p:cNvSpPr>
            <a:spLocks noGrp="1"/>
          </p:cNvSpPr>
          <p:nvPr>
            <p:ph type="body" sz="quarter" idx="27"/>
          </p:nvPr>
        </p:nvSpPr>
        <p:spPr bwMode="gray">
          <a:xfrm>
            <a:off x="4639163" y="1125538"/>
            <a:ext cx="425401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31" name="Text Placeholder 20"/>
          <p:cNvSpPr>
            <a:spLocks noGrp="1"/>
          </p:cNvSpPr>
          <p:nvPr>
            <p:ph type="body" sz="quarter" idx="28"/>
          </p:nvPr>
        </p:nvSpPr>
        <p:spPr bwMode="gray">
          <a:xfrm>
            <a:off x="173526" y="3716339"/>
            <a:ext cx="425401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32" name="Text Placeholder 20"/>
          <p:cNvSpPr>
            <a:spLocks noGrp="1"/>
          </p:cNvSpPr>
          <p:nvPr>
            <p:ph type="body" sz="quarter" idx="29"/>
          </p:nvPr>
        </p:nvSpPr>
        <p:spPr bwMode="gray">
          <a:xfrm>
            <a:off x="4639163" y="3716339"/>
            <a:ext cx="425401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Tree>
    <p:extLst>
      <p:ext uri="{BB962C8B-B14F-4D97-AF65-F5344CB8AC3E}">
        <p14:creationId xmlns:p14="http://schemas.microsoft.com/office/powerpoint/2010/main" val="35448481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mpany profile">
    <p:spTree>
      <p:nvGrpSpPr>
        <p:cNvPr id="1" name=""/>
        <p:cNvGrpSpPr/>
        <p:nvPr/>
      </p:nvGrpSpPr>
      <p:grpSpPr>
        <a:xfrm>
          <a:off x="0" y="0"/>
          <a:ext cx="0" cy="0"/>
          <a:chOff x="0" y="0"/>
          <a:chExt cx="0" cy="0"/>
        </a:xfrm>
      </p:grpSpPr>
      <p:sp>
        <p:nvSpPr>
          <p:cNvPr id="33" name="Chart Placeholder 31"/>
          <p:cNvSpPr>
            <a:spLocks noGrp="1"/>
          </p:cNvSpPr>
          <p:nvPr>
            <p:ph type="chart" sz="quarter" idx="22"/>
          </p:nvPr>
        </p:nvSpPr>
        <p:spPr bwMode="gray">
          <a:xfrm>
            <a:off x="3172573" y="1125538"/>
            <a:ext cx="2724700" cy="2376488"/>
          </a:xfrm>
        </p:spPr>
        <p:txBody>
          <a:bodyPr/>
          <a:lstStyle/>
          <a:p>
            <a:endParaRPr lang="en-GB" dirty="0"/>
          </a:p>
        </p:txBody>
      </p:sp>
      <p:sp>
        <p:nvSpPr>
          <p:cNvPr id="28" name="Text Placeholder 17"/>
          <p:cNvSpPr>
            <a:spLocks noGrp="1"/>
          </p:cNvSpPr>
          <p:nvPr>
            <p:ph type="body" sz="quarter" idx="20"/>
          </p:nvPr>
        </p:nvSpPr>
        <p:spPr bwMode="gray">
          <a:xfrm>
            <a:off x="6168751" y="3716338"/>
            <a:ext cx="2723204" cy="23764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32" name="Chart Placeholder 31"/>
          <p:cNvSpPr>
            <a:spLocks noGrp="1"/>
          </p:cNvSpPr>
          <p:nvPr>
            <p:ph type="chart" sz="quarter" idx="21"/>
          </p:nvPr>
        </p:nvSpPr>
        <p:spPr bwMode="gray">
          <a:xfrm>
            <a:off x="6167254" y="1125538"/>
            <a:ext cx="2724700" cy="2376488"/>
          </a:xfrm>
        </p:spPr>
        <p:txBody>
          <a:bodyPr/>
          <a:lstStyle/>
          <a:p>
            <a:endParaRPr lang="en-GB" dirty="0"/>
          </a:p>
        </p:txBody>
      </p:sp>
      <p:sp>
        <p:nvSpPr>
          <p:cNvPr id="10" name="Title 9"/>
          <p:cNvSpPr>
            <a:spLocks noGrp="1"/>
          </p:cNvSpPr>
          <p:nvPr>
            <p:ph type="title"/>
          </p:nvPr>
        </p:nvSpPr>
        <p:spPr bwMode="gray"/>
        <p:txBody>
          <a:bodyPr/>
          <a:lstStyle/>
          <a:p>
            <a:r>
              <a:rPr lang="en-US"/>
              <a:t>Click to edit Master title style</a:t>
            </a:r>
            <a:endParaRPr lang="en-GB"/>
          </a:p>
        </p:txBody>
      </p:sp>
      <p:sp>
        <p:nvSpPr>
          <p:cNvPr id="13" name="Table Placeholder 12"/>
          <p:cNvSpPr>
            <a:spLocks noGrp="1"/>
          </p:cNvSpPr>
          <p:nvPr>
            <p:ph type="tbl" sz="quarter" idx="14"/>
          </p:nvPr>
        </p:nvSpPr>
        <p:spPr bwMode="gray">
          <a:xfrm>
            <a:off x="179388" y="1125538"/>
            <a:ext cx="2723204" cy="2376488"/>
          </a:xfrm>
        </p:spPr>
        <p:txBody>
          <a:bodyPr/>
          <a:lstStyle/>
          <a:p>
            <a:endParaRPr lang="en-GB" dirty="0"/>
          </a:p>
        </p:txBody>
      </p:sp>
      <p:sp>
        <p:nvSpPr>
          <p:cNvPr id="18" name="Text Placeholder 17"/>
          <p:cNvSpPr>
            <a:spLocks noGrp="1"/>
          </p:cNvSpPr>
          <p:nvPr>
            <p:ph type="body" sz="quarter" idx="16"/>
          </p:nvPr>
        </p:nvSpPr>
        <p:spPr bwMode="gray">
          <a:xfrm>
            <a:off x="179388" y="3716338"/>
            <a:ext cx="2723204" cy="23764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6" name="Text Placeholder 17"/>
          <p:cNvSpPr>
            <a:spLocks noGrp="1"/>
          </p:cNvSpPr>
          <p:nvPr>
            <p:ph type="body" sz="quarter" idx="18"/>
          </p:nvPr>
        </p:nvSpPr>
        <p:spPr bwMode="gray">
          <a:xfrm>
            <a:off x="3172573" y="3716338"/>
            <a:ext cx="2723204" cy="23764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39726946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Divider 1">
    <p:spTree>
      <p:nvGrpSpPr>
        <p:cNvPr id="1" name=""/>
        <p:cNvGrpSpPr/>
        <p:nvPr/>
      </p:nvGrpSpPr>
      <p:grpSpPr>
        <a:xfrm>
          <a:off x="0" y="0"/>
          <a:ext cx="0" cy="0"/>
          <a:chOff x="0" y="0"/>
          <a:chExt cx="0" cy="0"/>
        </a:xfrm>
      </p:grpSpPr>
      <p:grpSp>
        <p:nvGrpSpPr>
          <p:cNvPr id="2" name="Group 22"/>
          <p:cNvGrpSpPr/>
          <p:nvPr/>
        </p:nvGrpSpPr>
        <p:grpSpPr bwMode="gray">
          <a:xfrm>
            <a:off x="0" y="0"/>
            <a:ext cx="9144000" cy="6858001"/>
            <a:chOff x="0" y="0"/>
            <a:chExt cx="9144000" cy="6858001"/>
          </a:xfrm>
        </p:grpSpPr>
        <p:sp>
          <p:nvSpPr>
            <p:cNvPr id="6" name="Freeform 6"/>
            <p:cNvSpPr>
              <a:spLocks/>
            </p:cNvSpPr>
            <p:nvPr userDrawn="1"/>
          </p:nvSpPr>
          <p:spPr bwMode="gray">
            <a:xfrm>
              <a:off x="3397250" y="1116013"/>
              <a:ext cx="5746750" cy="5741988"/>
            </a:xfrm>
            <a:custGeom>
              <a:avLst/>
              <a:gdLst/>
              <a:ahLst/>
              <a:cxnLst>
                <a:cxn ang="0">
                  <a:pos x="0" y="3617"/>
                </a:cxn>
                <a:cxn ang="0">
                  <a:pos x="2549" y="3617"/>
                </a:cxn>
                <a:cxn ang="0">
                  <a:pos x="3620" y="0"/>
                </a:cxn>
                <a:cxn ang="0">
                  <a:pos x="1072" y="0"/>
                </a:cxn>
                <a:cxn ang="0">
                  <a:pos x="0" y="3617"/>
                </a:cxn>
              </a:cxnLst>
              <a:rect l="0" t="0" r="r" b="b"/>
              <a:pathLst>
                <a:path w="3620" h="3617">
                  <a:moveTo>
                    <a:pt x="0" y="3617"/>
                  </a:moveTo>
                  <a:lnTo>
                    <a:pt x="2549" y="3617"/>
                  </a:lnTo>
                  <a:lnTo>
                    <a:pt x="3620" y="0"/>
                  </a:lnTo>
                  <a:lnTo>
                    <a:pt x="1072" y="0"/>
                  </a:lnTo>
                  <a:lnTo>
                    <a:pt x="0" y="3617"/>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a:solidFill>
                  <a:srgbClr val="000000"/>
                </a:solidFill>
              </a:endParaRPr>
            </a:p>
          </p:txBody>
        </p:sp>
        <p:sp>
          <p:nvSpPr>
            <p:cNvPr id="11" name="Freeform 7"/>
            <p:cNvSpPr>
              <a:spLocks/>
            </p:cNvSpPr>
            <p:nvPr userDrawn="1"/>
          </p:nvSpPr>
          <p:spPr bwMode="gray">
            <a:xfrm>
              <a:off x="7007225" y="6116638"/>
              <a:ext cx="2136775" cy="741363"/>
            </a:xfrm>
            <a:custGeom>
              <a:avLst/>
              <a:gdLst/>
              <a:ahLst/>
              <a:cxnLst>
                <a:cxn ang="0">
                  <a:pos x="0" y="467"/>
                </a:cxn>
                <a:cxn ang="0">
                  <a:pos x="1208" y="467"/>
                </a:cxn>
                <a:cxn ang="0">
                  <a:pos x="1346" y="0"/>
                </a:cxn>
                <a:cxn ang="0">
                  <a:pos x="138" y="0"/>
                </a:cxn>
                <a:cxn ang="0">
                  <a:pos x="0" y="467"/>
                </a:cxn>
              </a:cxnLst>
              <a:rect l="0" t="0" r="r" b="b"/>
              <a:pathLst>
                <a:path w="1346" h="467">
                  <a:moveTo>
                    <a:pt x="0" y="467"/>
                  </a:moveTo>
                  <a:lnTo>
                    <a:pt x="1208" y="467"/>
                  </a:lnTo>
                  <a:lnTo>
                    <a:pt x="1346" y="0"/>
                  </a:lnTo>
                  <a:lnTo>
                    <a:pt x="138" y="0"/>
                  </a:lnTo>
                  <a:lnTo>
                    <a:pt x="0" y="467"/>
                  </a:lnTo>
                  <a:close/>
                </a:path>
              </a:pathLst>
            </a:custGeom>
            <a:solidFill>
              <a:srgbClr val="00B0F0"/>
            </a:solidFill>
            <a:ln w="9525" cap="flat" cmpd="sng">
              <a:noFill/>
              <a:prstDash val="solid"/>
              <a:round/>
              <a:headEnd type="none" w="med" len="med"/>
              <a:tailEnd type="none" w="med" len="med"/>
            </a:ln>
            <a:effectLst/>
          </p:spPr>
          <p:txBody>
            <a:bodyPr/>
            <a:lstStyle/>
            <a:p>
              <a:pPr algn="ctr">
                <a:spcBef>
                  <a:spcPct val="50000"/>
                </a:spcBef>
                <a:defRPr/>
              </a:pPr>
              <a:endParaRPr lang="en-GB">
                <a:solidFill>
                  <a:srgbClr val="000000"/>
                </a:solidFill>
              </a:endParaRPr>
            </a:p>
          </p:txBody>
        </p:sp>
        <p:sp>
          <p:nvSpPr>
            <p:cNvPr id="13" name="Freeform 8"/>
            <p:cNvSpPr>
              <a:spLocks/>
            </p:cNvSpPr>
            <p:nvPr userDrawn="1"/>
          </p:nvSpPr>
          <p:spPr bwMode="gray">
            <a:xfrm>
              <a:off x="1241425" y="4743450"/>
              <a:ext cx="2530475" cy="2114550"/>
            </a:xfrm>
            <a:custGeom>
              <a:avLst/>
              <a:gdLst/>
              <a:ahLst/>
              <a:cxnLst>
                <a:cxn ang="0">
                  <a:pos x="395" y="0"/>
                </a:cxn>
                <a:cxn ang="0">
                  <a:pos x="0" y="1332"/>
                </a:cxn>
                <a:cxn ang="0">
                  <a:pos x="1199" y="1332"/>
                </a:cxn>
                <a:cxn ang="0">
                  <a:pos x="1594" y="0"/>
                </a:cxn>
                <a:cxn ang="0">
                  <a:pos x="395" y="0"/>
                </a:cxn>
              </a:cxnLst>
              <a:rect l="0" t="0" r="r" b="b"/>
              <a:pathLst>
                <a:path w="1594" h="1332">
                  <a:moveTo>
                    <a:pt x="395" y="0"/>
                  </a:moveTo>
                  <a:lnTo>
                    <a:pt x="0" y="1332"/>
                  </a:lnTo>
                  <a:lnTo>
                    <a:pt x="1199" y="1332"/>
                  </a:lnTo>
                  <a:lnTo>
                    <a:pt x="1594" y="0"/>
                  </a:lnTo>
                  <a:lnTo>
                    <a:pt x="395" y="0"/>
                  </a:lnTo>
                  <a:close/>
                </a:path>
              </a:pathLst>
            </a:custGeom>
            <a:solidFill>
              <a:srgbClr val="8099C6"/>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14" name="Freeform 13"/>
            <p:cNvSpPr>
              <a:spLocks/>
            </p:cNvSpPr>
            <p:nvPr userDrawn="1"/>
          </p:nvSpPr>
          <p:spPr bwMode="gray">
            <a:xfrm>
              <a:off x="1554163" y="0"/>
              <a:ext cx="4738688" cy="2343150"/>
            </a:xfrm>
            <a:custGeom>
              <a:avLst/>
              <a:gdLst/>
              <a:ahLst/>
              <a:cxnLst>
                <a:cxn ang="0">
                  <a:pos x="2548" y="1476"/>
                </a:cxn>
                <a:cxn ang="0">
                  <a:pos x="2985" y="0"/>
                </a:cxn>
                <a:cxn ang="0">
                  <a:pos x="437" y="0"/>
                </a:cxn>
                <a:cxn ang="0">
                  <a:pos x="0" y="1476"/>
                </a:cxn>
                <a:cxn ang="0">
                  <a:pos x="2548" y="1476"/>
                </a:cxn>
              </a:cxnLst>
              <a:rect l="0" t="0" r="r" b="b"/>
              <a:pathLst>
                <a:path w="2985" h="1476">
                  <a:moveTo>
                    <a:pt x="2548" y="1476"/>
                  </a:moveTo>
                  <a:lnTo>
                    <a:pt x="2985" y="0"/>
                  </a:lnTo>
                  <a:lnTo>
                    <a:pt x="437" y="0"/>
                  </a:lnTo>
                  <a:lnTo>
                    <a:pt x="0" y="1476"/>
                  </a:lnTo>
                  <a:lnTo>
                    <a:pt x="2548" y="1476"/>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a:solidFill>
                  <a:srgbClr val="000000"/>
                </a:solidFill>
              </a:endParaRPr>
            </a:p>
          </p:txBody>
        </p:sp>
        <p:sp>
          <p:nvSpPr>
            <p:cNvPr id="15" name="Freeform 14"/>
            <p:cNvSpPr>
              <a:spLocks/>
            </p:cNvSpPr>
            <p:nvPr userDrawn="1"/>
          </p:nvSpPr>
          <p:spPr bwMode="gray">
            <a:xfrm>
              <a:off x="0" y="0"/>
              <a:ext cx="3898900" cy="5630863"/>
            </a:xfrm>
            <a:custGeom>
              <a:avLst/>
              <a:gdLst/>
              <a:ahLst/>
              <a:cxnLst>
                <a:cxn ang="0">
                  <a:pos x="2456" y="0"/>
                </a:cxn>
                <a:cxn ang="0">
                  <a:pos x="0" y="0"/>
                </a:cxn>
                <a:cxn ang="0">
                  <a:pos x="0" y="3547"/>
                </a:cxn>
                <a:cxn ang="0">
                  <a:pos x="1405" y="3547"/>
                </a:cxn>
                <a:cxn ang="0">
                  <a:pos x="2456" y="0"/>
                </a:cxn>
              </a:cxnLst>
              <a:rect l="0" t="0" r="r" b="b"/>
              <a:pathLst>
                <a:path w="2456" h="3547">
                  <a:moveTo>
                    <a:pt x="2456" y="0"/>
                  </a:moveTo>
                  <a:lnTo>
                    <a:pt x="0" y="0"/>
                  </a:lnTo>
                  <a:lnTo>
                    <a:pt x="0" y="3547"/>
                  </a:lnTo>
                  <a:lnTo>
                    <a:pt x="1405" y="3547"/>
                  </a:lnTo>
                  <a:lnTo>
                    <a:pt x="2456" y="0"/>
                  </a:lnTo>
                  <a:close/>
                </a:path>
              </a:pathLst>
            </a:custGeom>
            <a:solidFill>
              <a:srgbClr val="BFCCE3"/>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16" name="Freeform 11"/>
            <p:cNvSpPr>
              <a:spLocks/>
            </p:cNvSpPr>
            <p:nvPr userDrawn="1"/>
          </p:nvSpPr>
          <p:spPr bwMode="gray">
            <a:xfrm>
              <a:off x="0" y="2343150"/>
              <a:ext cx="1554163" cy="4514850"/>
            </a:xfrm>
            <a:custGeom>
              <a:avLst/>
              <a:gdLst/>
              <a:ahLst/>
              <a:cxnLst>
                <a:cxn ang="0">
                  <a:pos x="0" y="0"/>
                </a:cxn>
                <a:cxn ang="0">
                  <a:pos x="0" y="2844"/>
                </a:cxn>
                <a:cxn ang="0">
                  <a:pos x="137" y="2844"/>
                </a:cxn>
                <a:cxn ang="0">
                  <a:pos x="979" y="0"/>
                </a:cxn>
                <a:cxn ang="0">
                  <a:pos x="0" y="0"/>
                </a:cxn>
              </a:cxnLst>
              <a:rect l="0" t="0" r="r" b="b"/>
              <a:pathLst>
                <a:path w="979" h="2844">
                  <a:moveTo>
                    <a:pt x="0" y="0"/>
                  </a:moveTo>
                  <a:lnTo>
                    <a:pt x="0" y="2844"/>
                  </a:lnTo>
                  <a:lnTo>
                    <a:pt x="137" y="2844"/>
                  </a:lnTo>
                  <a:lnTo>
                    <a:pt x="979" y="0"/>
                  </a:lnTo>
                  <a:lnTo>
                    <a:pt x="0" y="0"/>
                  </a:lnTo>
                  <a:close/>
                </a:path>
              </a:pathLst>
            </a:custGeom>
            <a:solidFill>
              <a:srgbClr val="E5EAF3"/>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17" name="Freeform 12"/>
            <p:cNvSpPr>
              <a:spLocks/>
            </p:cNvSpPr>
            <p:nvPr userDrawn="1"/>
          </p:nvSpPr>
          <p:spPr bwMode="gray">
            <a:xfrm>
              <a:off x="7007225" y="6116638"/>
              <a:ext cx="655638" cy="741363"/>
            </a:xfrm>
            <a:custGeom>
              <a:avLst/>
              <a:gdLst/>
              <a:ahLst/>
              <a:cxnLst>
                <a:cxn ang="0">
                  <a:pos x="413" y="0"/>
                </a:cxn>
                <a:cxn ang="0">
                  <a:pos x="138" y="0"/>
                </a:cxn>
                <a:cxn ang="0">
                  <a:pos x="0" y="467"/>
                </a:cxn>
                <a:cxn ang="0">
                  <a:pos x="275" y="467"/>
                </a:cxn>
                <a:cxn ang="0">
                  <a:pos x="413" y="0"/>
                </a:cxn>
              </a:cxnLst>
              <a:rect l="0" t="0" r="r" b="b"/>
              <a:pathLst>
                <a:path w="413" h="467">
                  <a:moveTo>
                    <a:pt x="413" y="0"/>
                  </a:moveTo>
                  <a:lnTo>
                    <a:pt x="138" y="0"/>
                  </a:lnTo>
                  <a:lnTo>
                    <a:pt x="0" y="467"/>
                  </a:lnTo>
                  <a:lnTo>
                    <a:pt x="275" y="467"/>
                  </a:lnTo>
                  <a:lnTo>
                    <a:pt x="413" y="0"/>
                  </a:lnTo>
                  <a:close/>
                </a:path>
              </a:pathLst>
            </a:custGeom>
            <a:solidFill>
              <a:srgbClr val="00338D">
                <a:alpha val="95000"/>
              </a:srgbClr>
            </a:solidFill>
            <a:ln w="9525" cap="flat" cmpd="sng">
              <a:noFill/>
              <a:prstDash val="solid"/>
              <a:round/>
              <a:headEnd type="none" w="med" len="med"/>
              <a:tailEnd type="none" w="med" len="med"/>
            </a:ln>
            <a:effectLst/>
          </p:spPr>
          <p:txBody>
            <a:bodyPr/>
            <a:lstStyle/>
            <a:p>
              <a:pPr algn="ctr">
                <a:spcBef>
                  <a:spcPct val="50000"/>
                </a:spcBef>
                <a:defRPr/>
              </a:pPr>
              <a:endParaRPr lang="en-GB">
                <a:solidFill>
                  <a:srgbClr val="000000"/>
                </a:solidFill>
              </a:endParaRPr>
            </a:p>
          </p:txBody>
        </p:sp>
        <p:sp>
          <p:nvSpPr>
            <p:cNvPr id="18" name="Freeform 13"/>
            <p:cNvSpPr>
              <a:spLocks/>
            </p:cNvSpPr>
            <p:nvPr userDrawn="1"/>
          </p:nvSpPr>
          <p:spPr bwMode="gray">
            <a:xfrm>
              <a:off x="4735513" y="1116013"/>
              <a:ext cx="1227138" cy="1227138"/>
            </a:xfrm>
            <a:custGeom>
              <a:avLst/>
              <a:gdLst/>
              <a:ahLst/>
              <a:cxnLst>
                <a:cxn ang="0">
                  <a:pos x="773" y="0"/>
                </a:cxn>
                <a:cxn ang="0">
                  <a:pos x="229" y="0"/>
                </a:cxn>
                <a:cxn ang="0">
                  <a:pos x="0" y="773"/>
                </a:cxn>
                <a:cxn ang="0">
                  <a:pos x="544" y="773"/>
                </a:cxn>
                <a:cxn ang="0">
                  <a:pos x="773" y="0"/>
                </a:cxn>
              </a:cxnLst>
              <a:rect l="0" t="0" r="r" b="b"/>
              <a:pathLst>
                <a:path w="773" h="773">
                  <a:moveTo>
                    <a:pt x="773" y="0"/>
                  </a:moveTo>
                  <a:lnTo>
                    <a:pt x="229" y="0"/>
                  </a:lnTo>
                  <a:lnTo>
                    <a:pt x="0" y="773"/>
                  </a:lnTo>
                  <a:lnTo>
                    <a:pt x="544" y="773"/>
                  </a:lnTo>
                  <a:lnTo>
                    <a:pt x="773" y="0"/>
                  </a:lnTo>
                  <a:close/>
                </a:path>
              </a:pathLst>
            </a:custGeom>
            <a:solidFill>
              <a:srgbClr val="00257A"/>
            </a:solidFill>
            <a:ln w="9525" cap="flat" cmpd="sng">
              <a:noFill/>
              <a:prstDash val="solid"/>
              <a:round/>
              <a:headEnd type="none" w="med" len="med"/>
              <a:tailEnd type="none" w="med" len="med"/>
            </a:ln>
            <a:effectLst/>
          </p:spPr>
          <p:txBody>
            <a:bodyPr/>
            <a:lstStyle/>
            <a:p>
              <a:pPr>
                <a:spcBef>
                  <a:spcPct val="50000"/>
                </a:spcBef>
                <a:defRPr/>
              </a:pPr>
              <a:endParaRPr lang="en-GB">
                <a:solidFill>
                  <a:srgbClr val="000000"/>
                </a:solidFill>
              </a:endParaRPr>
            </a:p>
          </p:txBody>
        </p:sp>
        <p:sp>
          <p:nvSpPr>
            <p:cNvPr id="19" name="Freeform 14"/>
            <p:cNvSpPr>
              <a:spLocks/>
            </p:cNvSpPr>
            <p:nvPr userDrawn="1"/>
          </p:nvSpPr>
          <p:spPr bwMode="gray">
            <a:xfrm>
              <a:off x="1604963" y="4743450"/>
              <a:ext cx="889000" cy="887413"/>
            </a:xfrm>
            <a:custGeom>
              <a:avLst/>
              <a:gdLst/>
              <a:ahLst/>
              <a:cxnLst>
                <a:cxn ang="0">
                  <a:pos x="0" y="559"/>
                </a:cxn>
                <a:cxn ang="0">
                  <a:pos x="394" y="559"/>
                </a:cxn>
                <a:cxn ang="0">
                  <a:pos x="560" y="0"/>
                </a:cxn>
                <a:cxn ang="0">
                  <a:pos x="166" y="0"/>
                </a:cxn>
                <a:cxn ang="0">
                  <a:pos x="0" y="559"/>
                </a:cxn>
              </a:cxnLst>
              <a:rect l="0" t="0" r="r" b="b"/>
              <a:pathLst>
                <a:path w="560" h="559">
                  <a:moveTo>
                    <a:pt x="0" y="559"/>
                  </a:moveTo>
                  <a:lnTo>
                    <a:pt x="394" y="559"/>
                  </a:lnTo>
                  <a:lnTo>
                    <a:pt x="560" y="0"/>
                  </a:lnTo>
                  <a:lnTo>
                    <a:pt x="166" y="0"/>
                  </a:lnTo>
                  <a:lnTo>
                    <a:pt x="0" y="559"/>
                  </a:lnTo>
                  <a:close/>
                </a:path>
              </a:pathLst>
            </a:custGeom>
            <a:solidFill>
              <a:srgbClr val="4066AA">
                <a:alpha val="95000"/>
              </a:srgbClr>
            </a:solidFill>
            <a:ln w="9525" cap="flat" cmpd="sng">
              <a:noFill/>
              <a:prstDash val="solid"/>
              <a:round/>
              <a:headEnd type="none" w="med" len="med"/>
              <a:tailEnd type="none" w="med" len="med"/>
            </a:ln>
            <a:effectLst/>
          </p:spPr>
          <p:txBody>
            <a:bodyPr/>
            <a:lstStyle/>
            <a:p>
              <a:pPr algn="ctr">
                <a:spcBef>
                  <a:spcPct val="50000"/>
                </a:spcBef>
                <a:defRPr/>
              </a:pPr>
              <a:endParaRPr lang="en-GB">
                <a:solidFill>
                  <a:srgbClr val="000000"/>
                </a:solidFill>
              </a:endParaRPr>
            </a:p>
          </p:txBody>
        </p:sp>
        <p:sp>
          <p:nvSpPr>
            <p:cNvPr id="20" name="Freeform 15"/>
            <p:cNvSpPr>
              <a:spLocks/>
            </p:cNvSpPr>
            <p:nvPr userDrawn="1"/>
          </p:nvSpPr>
          <p:spPr bwMode="gray">
            <a:xfrm>
              <a:off x="1554163" y="0"/>
              <a:ext cx="2344738" cy="2343150"/>
            </a:xfrm>
            <a:custGeom>
              <a:avLst/>
              <a:gdLst/>
              <a:ahLst/>
              <a:cxnLst>
                <a:cxn ang="0">
                  <a:pos x="437" y="0"/>
                </a:cxn>
                <a:cxn ang="0">
                  <a:pos x="0" y="1476"/>
                </a:cxn>
                <a:cxn ang="0">
                  <a:pos x="1040" y="1476"/>
                </a:cxn>
                <a:cxn ang="0">
                  <a:pos x="1477" y="0"/>
                </a:cxn>
                <a:cxn ang="0">
                  <a:pos x="437" y="0"/>
                </a:cxn>
              </a:cxnLst>
              <a:rect l="0" t="0" r="r" b="b"/>
              <a:pathLst>
                <a:path w="1477" h="1476">
                  <a:moveTo>
                    <a:pt x="437" y="0"/>
                  </a:moveTo>
                  <a:lnTo>
                    <a:pt x="0" y="1476"/>
                  </a:lnTo>
                  <a:lnTo>
                    <a:pt x="1040" y="1476"/>
                  </a:lnTo>
                  <a:lnTo>
                    <a:pt x="1477" y="0"/>
                  </a:lnTo>
                  <a:lnTo>
                    <a:pt x="437" y="0"/>
                  </a:lnTo>
                  <a:close/>
                </a:path>
              </a:pathLst>
            </a:custGeom>
            <a:solidFill>
              <a:srgbClr val="4066AA"/>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1" name="Freeform 16"/>
            <p:cNvSpPr>
              <a:spLocks/>
            </p:cNvSpPr>
            <p:nvPr userDrawn="1"/>
          </p:nvSpPr>
          <p:spPr bwMode="gray">
            <a:xfrm>
              <a:off x="0" y="2343150"/>
              <a:ext cx="1554163" cy="3287713"/>
            </a:xfrm>
            <a:custGeom>
              <a:avLst/>
              <a:gdLst/>
              <a:ahLst/>
              <a:cxnLst>
                <a:cxn ang="0">
                  <a:pos x="0" y="0"/>
                </a:cxn>
                <a:cxn ang="0">
                  <a:pos x="0" y="2071"/>
                </a:cxn>
                <a:cxn ang="0">
                  <a:pos x="366" y="2071"/>
                </a:cxn>
                <a:cxn ang="0">
                  <a:pos x="979" y="0"/>
                </a:cxn>
                <a:cxn ang="0">
                  <a:pos x="0" y="0"/>
                </a:cxn>
              </a:cxnLst>
              <a:rect l="0" t="0" r="r" b="b"/>
              <a:pathLst>
                <a:path w="979" h="2071">
                  <a:moveTo>
                    <a:pt x="0" y="0"/>
                  </a:moveTo>
                  <a:lnTo>
                    <a:pt x="0" y="2071"/>
                  </a:lnTo>
                  <a:lnTo>
                    <a:pt x="366" y="2071"/>
                  </a:lnTo>
                  <a:lnTo>
                    <a:pt x="979" y="0"/>
                  </a:lnTo>
                  <a:lnTo>
                    <a:pt x="0" y="0"/>
                  </a:lnTo>
                  <a:close/>
                </a:path>
              </a:pathLst>
            </a:custGeom>
            <a:solidFill>
              <a:srgbClr val="8099C6"/>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grpSp>
      <p:sp>
        <p:nvSpPr>
          <p:cNvPr id="8" name="Title 7"/>
          <p:cNvSpPr>
            <a:spLocks noGrp="1"/>
          </p:cNvSpPr>
          <p:nvPr>
            <p:ph type="title"/>
          </p:nvPr>
        </p:nvSpPr>
        <p:spPr bwMode="gray">
          <a:xfrm>
            <a:off x="4932040" y="2708920"/>
            <a:ext cx="3168352" cy="1656184"/>
          </a:xfrm>
          <a:noFill/>
          <a:ln w="9525">
            <a:noFill/>
            <a:miter lim="800000"/>
            <a:headEnd/>
            <a:tailEnd/>
          </a:ln>
        </p:spPr>
        <p:txBody>
          <a:bodyPr vert="horz" wrap="square" lIns="0" tIns="0" rIns="0" bIns="0" numCol="1" anchor="t" anchorCtr="0" compatLnSpc="1">
            <a:prstTxWarp prst="textNoShape">
              <a:avLst/>
            </a:prstTxWarp>
            <a:noAutofit/>
          </a:bodyPr>
          <a:lstStyle>
            <a:lvl1pPr>
              <a:defRPr lang="en-GB" sz="3000" b="1" kern="1200" noProof="0" smtClean="0">
                <a:solidFill>
                  <a:schemeClr val="bg1"/>
                </a:solidFill>
                <a:latin typeface="Arial" pitchFamily="34" charset="0"/>
                <a:ea typeface="+mj-ea"/>
                <a:cs typeface="Arial" pitchFamily="34" charset="0"/>
              </a:defRPr>
            </a:lvl1pPr>
            <a:lvl2pPr>
              <a:defRPr lang="en-GB" sz="3000" b="1" kern="1200" noProof="0" dirty="0">
                <a:solidFill>
                  <a:schemeClr val="bg1"/>
                </a:solidFill>
                <a:latin typeface="Arial" pitchFamily="34" charset="0"/>
                <a:ea typeface="+mj-ea"/>
                <a:cs typeface="Arial" pitchFamily="34" charset="0"/>
              </a:defRPr>
            </a:lvl2pPr>
            <a:lvl3pPr>
              <a:defRPr lang="en-GB" sz="3000" b="1" kern="1200" noProof="0" dirty="0">
                <a:solidFill>
                  <a:schemeClr val="bg1"/>
                </a:solidFill>
                <a:latin typeface="Arial" pitchFamily="34" charset="0"/>
                <a:ea typeface="+mj-ea"/>
                <a:cs typeface="Arial" pitchFamily="34" charset="0"/>
              </a:defRPr>
            </a:lvl3pPr>
            <a:lvl4pPr>
              <a:defRPr lang="en-GB" sz="3000" b="1" kern="1200" noProof="0" dirty="0">
                <a:solidFill>
                  <a:schemeClr val="bg1"/>
                </a:solidFill>
                <a:latin typeface="Arial" pitchFamily="34" charset="0"/>
                <a:ea typeface="+mj-ea"/>
                <a:cs typeface="Arial" pitchFamily="34" charset="0"/>
              </a:defRPr>
            </a:lvl4pPr>
            <a:lvl5pPr>
              <a:defRPr lang="en-GB" sz="3000" b="1" kern="1200" noProof="0" dirty="0">
                <a:solidFill>
                  <a:schemeClr val="bg1"/>
                </a:solidFill>
                <a:latin typeface="Arial" pitchFamily="34" charset="0"/>
                <a:ea typeface="+mj-ea"/>
                <a:cs typeface="Arial" pitchFamily="34" charset="0"/>
              </a:defRPr>
            </a:lvl5pPr>
            <a:lvl6pPr>
              <a:defRPr lang="en-GB" sz="3000" b="1" kern="1200" noProof="0" dirty="0">
                <a:solidFill>
                  <a:schemeClr val="bg1"/>
                </a:solidFill>
                <a:latin typeface="Arial" pitchFamily="34" charset="0"/>
                <a:ea typeface="+mj-ea"/>
                <a:cs typeface="Arial" pitchFamily="34" charset="0"/>
              </a:defRPr>
            </a:lvl6pPr>
            <a:lvl7pPr>
              <a:defRPr lang="en-GB" sz="3000" b="1" kern="1200" noProof="0" dirty="0">
                <a:solidFill>
                  <a:schemeClr val="bg1"/>
                </a:solidFill>
                <a:latin typeface="Arial" pitchFamily="34" charset="0"/>
                <a:ea typeface="+mj-ea"/>
                <a:cs typeface="Arial" pitchFamily="34" charset="0"/>
              </a:defRPr>
            </a:lvl7pPr>
            <a:lvl8pPr>
              <a:defRPr lang="en-GB" sz="3000" b="1" kern="1200" noProof="0" dirty="0">
                <a:solidFill>
                  <a:schemeClr val="bg1"/>
                </a:solidFill>
                <a:latin typeface="Arial" pitchFamily="34" charset="0"/>
                <a:ea typeface="+mj-ea"/>
                <a:cs typeface="Arial" pitchFamily="34" charset="0"/>
              </a:defRPr>
            </a:lvl8pPr>
            <a:lvl9pPr>
              <a:defRPr lang="en-GB" sz="3000" b="1" kern="1200" noProof="0" dirty="0">
                <a:solidFill>
                  <a:schemeClr val="bg1"/>
                </a:solidFill>
                <a:latin typeface="Arial" pitchFamily="34" charset="0"/>
                <a:ea typeface="+mj-ea"/>
                <a:cs typeface="Arial" pitchFamily="34" charset="0"/>
              </a:defRPr>
            </a:lvl9pPr>
          </a:lstStyle>
          <a:p>
            <a:pPr lvl="0" algn="l" defTabSz="914400" rtl="0" eaLnBrk="1" fontAlgn="base" latinLnBrk="0" hangingPunct="1">
              <a:spcBef>
                <a:spcPct val="40000"/>
              </a:spcBef>
              <a:spcAft>
                <a:spcPct val="0"/>
              </a:spcAft>
              <a:buNone/>
            </a:pPr>
            <a:r>
              <a:rPr lang="en-US" dirty="0"/>
              <a:t>Click to edit Master title style</a:t>
            </a:r>
            <a:endParaRPr lang="en-GB" dirty="0"/>
          </a:p>
        </p:txBody>
      </p:sp>
      <p:sp>
        <p:nvSpPr>
          <p:cNvPr id="12" name="Text Placeholder 11"/>
          <p:cNvSpPr>
            <a:spLocks noGrp="1"/>
          </p:cNvSpPr>
          <p:nvPr>
            <p:ph type="body" sz="quarter" idx="10"/>
          </p:nvPr>
        </p:nvSpPr>
        <p:spPr bwMode="gray">
          <a:xfrm>
            <a:off x="4932362" y="4509120"/>
            <a:ext cx="2807989" cy="1080119"/>
          </a:xfrm>
          <a:noFill/>
          <a:ln w="9525">
            <a:noFill/>
            <a:miter lim="800000"/>
            <a:headEnd/>
            <a:tailEnd/>
          </a:ln>
        </p:spPr>
        <p:txBody>
          <a:bodyPr vert="horz" wrap="square" lIns="0" tIns="0" rIns="0" bIns="0" numCol="1" rtlCol="0" anchor="t" anchorCtr="0" compatLnSpc="1">
            <a:prstTxWarp prst="textNoShape">
              <a:avLst/>
            </a:prstTxWarp>
            <a:normAutofit/>
          </a:bodyPr>
          <a:lstStyle>
            <a:lvl1pPr>
              <a:defRPr lang="en-US" sz="1200" b="0" kern="1200" noProof="0" dirty="0" smtClean="0">
                <a:solidFill>
                  <a:schemeClr val="bg1"/>
                </a:solidFill>
                <a:latin typeface="Arial" pitchFamily="34" charset="0"/>
                <a:ea typeface="+mn-ea"/>
                <a:cs typeface="Arial" pitchFamily="34" charset="0"/>
              </a:defRPr>
            </a:lvl1pPr>
            <a:lvl2pPr>
              <a:defRPr lang="en-US" sz="1200" b="0" kern="1200" noProof="0" dirty="0" smtClean="0">
                <a:solidFill>
                  <a:schemeClr val="bg1"/>
                </a:solidFill>
                <a:latin typeface="Arial" pitchFamily="34" charset="0"/>
                <a:ea typeface="+mn-ea"/>
                <a:cs typeface="Arial" pitchFamily="34" charset="0"/>
              </a:defRPr>
            </a:lvl2pPr>
            <a:lvl3pPr>
              <a:defRPr lang="en-US" sz="1200" b="0" kern="1200" noProof="0" dirty="0" smtClean="0">
                <a:solidFill>
                  <a:schemeClr val="bg1"/>
                </a:solidFill>
                <a:latin typeface="Arial" pitchFamily="34" charset="0"/>
                <a:ea typeface="+mn-ea"/>
                <a:cs typeface="Arial" pitchFamily="34" charset="0"/>
              </a:defRPr>
            </a:lvl3pPr>
            <a:lvl4pPr>
              <a:defRPr lang="en-US" sz="1200" b="0" kern="1200" noProof="0" dirty="0" smtClean="0">
                <a:solidFill>
                  <a:schemeClr val="bg1"/>
                </a:solidFill>
                <a:latin typeface="Arial" pitchFamily="34" charset="0"/>
                <a:ea typeface="+mn-ea"/>
                <a:cs typeface="Arial" pitchFamily="34" charset="0"/>
              </a:defRPr>
            </a:lvl4pPr>
            <a:lvl5pPr>
              <a:defRPr lang="en-US" sz="1200" b="0" kern="1200" noProof="0" dirty="0" smtClean="0">
                <a:solidFill>
                  <a:schemeClr val="bg1"/>
                </a:solidFill>
                <a:latin typeface="Arial" pitchFamily="34" charset="0"/>
                <a:ea typeface="+mn-ea"/>
                <a:cs typeface="Arial" pitchFamily="34" charset="0"/>
              </a:defRPr>
            </a:lvl5pPr>
            <a:lvl6pPr>
              <a:defRPr lang="en-US" sz="1200" b="0" kern="1200" noProof="0" dirty="0" smtClean="0">
                <a:solidFill>
                  <a:schemeClr val="bg1"/>
                </a:solidFill>
                <a:latin typeface="Arial" pitchFamily="34" charset="0"/>
                <a:ea typeface="+mn-ea"/>
                <a:cs typeface="Arial" pitchFamily="34" charset="0"/>
              </a:defRPr>
            </a:lvl6pPr>
            <a:lvl7pPr>
              <a:defRPr lang="en-US" sz="1200" b="0" kern="1200" noProof="0" dirty="0" smtClean="0">
                <a:solidFill>
                  <a:schemeClr val="bg1"/>
                </a:solidFill>
                <a:latin typeface="Arial" pitchFamily="34" charset="0"/>
                <a:ea typeface="+mn-ea"/>
                <a:cs typeface="Arial" pitchFamily="34" charset="0"/>
              </a:defRPr>
            </a:lvl7pPr>
            <a:lvl8pPr>
              <a:defRPr lang="en-US" sz="1200" b="0" kern="1200" noProof="0" dirty="0" smtClean="0">
                <a:solidFill>
                  <a:schemeClr val="bg1"/>
                </a:solidFill>
                <a:latin typeface="Arial" pitchFamily="34" charset="0"/>
                <a:ea typeface="+mn-ea"/>
                <a:cs typeface="Arial" pitchFamily="34" charset="0"/>
              </a:defRPr>
            </a:lvl8pPr>
            <a:lvl9pPr>
              <a:defRPr lang="en-US" sz="1200" b="0" kern="1200" noProof="0" dirty="0" smtClean="0">
                <a:solidFill>
                  <a:schemeClr val="bg1"/>
                </a:solidFill>
                <a:latin typeface="Arial" pitchFamily="34" charset="0"/>
                <a:ea typeface="+mn-ea"/>
                <a:cs typeface="Arial" pitchFamily="34" charset="0"/>
              </a:defRPr>
            </a:lvl9pPr>
          </a:lstStyle>
          <a:p>
            <a:pPr marL="0" lvl="0" indent="0" algn="l" defTabSz="914400" rtl="0" eaLnBrk="1" fontAlgn="base" latinLnBrk="0" hangingPunct="1">
              <a:lnSpc>
                <a:spcPct val="110000"/>
              </a:lnSpc>
              <a:spcBef>
                <a:spcPct val="40000"/>
              </a:spcBef>
              <a:spcAft>
                <a:spcPct val="0"/>
              </a:spcAft>
              <a:buFont typeface="Arial" pitchFamily="34" charset="0"/>
              <a:buNone/>
            </a:pPr>
            <a:r>
              <a:rPr lang="en-US" dirty="0"/>
              <a:t>Click to edit Master text styles</a:t>
            </a:r>
          </a:p>
        </p:txBody>
      </p:sp>
      <p:sp>
        <p:nvSpPr>
          <p:cNvPr id="22" name="object 3"/>
          <p:cNvSpPr/>
          <p:nvPr userDrawn="1"/>
        </p:nvSpPr>
        <p:spPr>
          <a:xfrm>
            <a:off x="0" y="0"/>
            <a:ext cx="914400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91DA"/>
          </a:solidFill>
        </p:spPr>
        <p:txBody>
          <a:bodyPr wrap="square" lIns="0" tIns="0" rIns="0" bIns="0" rtlCol="0">
            <a:noAutofit/>
          </a:bodyPr>
          <a:lstStyle/>
          <a:p>
            <a:endParaRPr sz="1800"/>
          </a:p>
        </p:txBody>
      </p:sp>
      <p:sp>
        <p:nvSpPr>
          <p:cNvPr id="23" name="object 3"/>
          <p:cNvSpPr/>
          <p:nvPr userDrawn="1"/>
        </p:nvSpPr>
        <p:spPr>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p>
        </p:txBody>
      </p:sp>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l="-317" t="20408" b="21208"/>
          <a:stretch/>
        </p:blipFill>
        <p:spPr>
          <a:xfrm>
            <a:off x="1932626" y="678180"/>
            <a:ext cx="1169781" cy="502920"/>
          </a:xfrm>
          <a:prstGeom prst="rect">
            <a:avLst/>
          </a:prstGeom>
        </p:spPr>
      </p:pic>
    </p:spTree>
    <p:extLst>
      <p:ext uri="{BB962C8B-B14F-4D97-AF65-F5344CB8AC3E}">
        <p14:creationId xmlns:p14="http://schemas.microsoft.com/office/powerpoint/2010/main" val="23349981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Divider 2">
    <p:spTree>
      <p:nvGrpSpPr>
        <p:cNvPr id="1" name=""/>
        <p:cNvGrpSpPr/>
        <p:nvPr/>
      </p:nvGrpSpPr>
      <p:grpSpPr>
        <a:xfrm>
          <a:off x="0" y="0"/>
          <a:ext cx="0" cy="0"/>
          <a:chOff x="0" y="0"/>
          <a:chExt cx="0" cy="0"/>
        </a:xfrm>
      </p:grpSpPr>
      <p:sp>
        <p:nvSpPr>
          <p:cNvPr id="9" name="Freeform 11"/>
          <p:cNvSpPr>
            <a:spLocks noChangeAspect="1"/>
          </p:cNvSpPr>
          <p:nvPr/>
        </p:nvSpPr>
        <p:spPr bwMode="gray">
          <a:xfrm>
            <a:off x="0" y="0"/>
            <a:ext cx="6475236" cy="6858000"/>
          </a:xfrm>
          <a:custGeom>
            <a:avLst/>
            <a:gdLst/>
            <a:ahLst/>
            <a:cxnLst>
              <a:cxn ang="0">
                <a:pos x="0" y="0"/>
              </a:cxn>
              <a:cxn ang="0">
                <a:pos x="0" y="29877"/>
              </a:cxn>
              <a:cxn ang="0">
                <a:pos x="19370" y="29877"/>
              </a:cxn>
              <a:cxn ang="0">
                <a:pos x="28205" y="0"/>
              </a:cxn>
              <a:cxn ang="0">
                <a:pos x="0" y="0"/>
              </a:cxn>
            </a:cxnLst>
            <a:rect l="0" t="0" r="r" b="b"/>
            <a:pathLst>
              <a:path w="28205" h="29877">
                <a:moveTo>
                  <a:pt x="0" y="0"/>
                </a:moveTo>
                <a:lnTo>
                  <a:pt x="0" y="29877"/>
                </a:lnTo>
                <a:lnTo>
                  <a:pt x="19370" y="29877"/>
                </a:lnTo>
                <a:lnTo>
                  <a:pt x="28205" y="0"/>
                </a:lnTo>
                <a:lnTo>
                  <a:pt x="0"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8" name="Title 7"/>
          <p:cNvSpPr>
            <a:spLocks noGrp="1"/>
          </p:cNvSpPr>
          <p:nvPr>
            <p:ph type="title"/>
          </p:nvPr>
        </p:nvSpPr>
        <p:spPr bwMode="gray">
          <a:xfrm>
            <a:off x="323528" y="1340768"/>
            <a:ext cx="5112568" cy="2088232"/>
          </a:xfrm>
          <a:noFill/>
          <a:ln w="9525">
            <a:noFill/>
            <a:miter lim="800000"/>
            <a:headEnd/>
            <a:tailEnd/>
          </a:ln>
        </p:spPr>
        <p:txBody>
          <a:bodyPr vert="horz" wrap="square" lIns="0" tIns="0" rIns="0" bIns="0" numCol="1" anchor="t" anchorCtr="0" compatLnSpc="1">
            <a:prstTxWarp prst="textNoShape">
              <a:avLst/>
            </a:prstTxWarp>
            <a:noAutofit/>
          </a:bodyPr>
          <a:lstStyle>
            <a:lvl1pPr>
              <a:defRPr lang="en-GB" sz="3000" b="1" kern="1200" noProof="0" smtClean="0">
                <a:solidFill>
                  <a:schemeClr val="bg1"/>
                </a:solidFill>
                <a:latin typeface="Arial" pitchFamily="34" charset="0"/>
                <a:ea typeface="+mj-ea"/>
                <a:cs typeface="Arial" pitchFamily="34" charset="0"/>
              </a:defRPr>
            </a:lvl1pPr>
            <a:lvl2pPr>
              <a:defRPr lang="en-GB" sz="3000" b="1" kern="1200" noProof="0" dirty="0">
                <a:solidFill>
                  <a:schemeClr val="bg1"/>
                </a:solidFill>
                <a:latin typeface="Arial" pitchFamily="34" charset="0"/>
                <a:ea typeface="+mj-ea"/>
                <a:cs typeface="Arial" pitchFamily="34" charset="0"/>
              </a:defRPr>
            </a:lvl2pPr>
            <a:lvl3pPr>
              <a:defRPr lang="en-GB" sz="3000" b="1" kern="1200" noProof="0" dirty="0">
                <a:solidFill>
                  <a:schemeClr val="bg1"/>
                </a:solidFill>
                <a:latin typeface="Arial" pitchFamily="34" charset="0"/>
                <a:ea typeface="+mj-ea"/>
                <a:cs typeface="Arial" pitchFamily="34" charset="0"/>
              </a:defRPr>
            </a:lvl3pPr>
            <a:lvl4pPr>
              <a:defRPr lang="en-GB" sz="3000" b="1" kern="1200" noProof="0" dirty="0">
                <a:solidFill>
                  <a:schemeClr val="bg1"/>
                </a:solidFill>
                <a:latin typeface="Arial" pitchFamily="34" charset="0"/>
                <a:ea typeface="+mj-ea"/>
                <a:cs typeface="Arial" pitchFamily="34" charset="0"/>
              </a:defRPr>
            </a:lvl4pPr>
            <a:lvl5pPr>
              <a:defRPr lang="en-GB" sz="3000" b="1" kern="1200" noProof="0" dirty="0">
                <a:solidFill>
                  <a:schemeClr val="bg1"/>
                </a:solidFill>
                <a:latin typeface="Arial" pitchFamily="34" charset="0"/>
                <a:ea typeface="+mj-ea"/>
                <a:cs typeface="Arial" pitchFamily="34" charset="0"/>
              </a:defRPr>
            </a:lvl5pPr>
            <a:lvl6pPr>
              <a:defRPr lang="en-GB" sz="3000" b="1" kern="1200" noProof="0" dirty="0">
                <a:solidFill>
                  <a:schemeClr val="bg1"/>
                </a:solidFill>
                <a:latin typeface="Arial" pitchFamily="34" charset="0"/>
                <a:ea typeface="+mj-ea"/>
                <a:cs typeface="Arial" pitchFamily="34" charset="0"/>
              </a:defRPr>
            </a:lvl6pPr>
            <a:lvl7pPr>
              <a:defRPr lang="en-GB" sz="3000" b="1" kern="1200" noProof="0" dirty="0">
                <a:solidFill>
                  <a:schemeClr val="bg1"/>
                </a:solidFill>
                <a:latin typeface="Arial" pitchFamily="34" charset="0"/>
                <a:ea typeface="+mj-ea"/>
                <a:cs typeface="Arial" pitchFamily="34" charset="0"/>
              </a:defRPr>
            </a:lvl7pPr>
            <a:lvl8pPr>
              <a:defRPr lang="en-GB" sz="3000" b="1" kern="1200" noProof="0" dirty="0">
                <a:solidFill>
                  <a:schemeClr val="bg1"/>
                </a:solidFill>
                <a:latin typeface="Arial" pitchFamily="34" charset="0"/>
                <a:ea typeface="+mj-ea"/>
                <a:cs typeface="Arial" pitchFamily="34" charset="0"/>
              </a:defRPr>
            </a:lvl8pPr>
            <a:lvl9pPr>
              <a:defRPr lang="en-GB" sz="3000" b="1" kern="1200" noProof="0" dirty="0">
                <a:solidFill>
                  <a:schemeClr val="bg1"/>
                </a:solidFill>
                <a:latin typeface="Arial" pitchFamily="34" charset="0"/>
                <a:ea typeface="+mj-ea"/>
                <a:cs typeface="Arial" pitchFamily="34" charset="0"/>
              </a:defRPr>
            </a:lvl9pPr>
          </a:lstStyle>
          <a:p>
            <a:pPr lvl="0" algn="l" defTabSz="914400" rtl="0" eaLnBrk="1" fontAlgn="base" latinLnBrk="0" hangingPunct="1">
              <a:spcBef>
                <a:spcPct val="40000"/>
              </a:spcBef>
              <a:spcAft>
                <a:spcPct val="0"/>
              </a:spcAft>
              <a:buNone/>
            </a:pPr>
            <a:r>
              <a:rPr lang="en-US" dirty="0"/>
              <a:t>Click to edit Master title style</a:t>
            </a:r>
            <a:endParaRPr lang="en-GB" dirty="0"/>
          </a:p>
        </p:txBody>
      </p:sp>
      <p:sp>
        <p:nvSpPr>
          <p:cNvPr id="12" name="Text Placeholder 11"/>
          <p:cNvSpPr>
            <a:spLocks noGrp="1"/>
          </p:cNvSpPr>
          <p:nvPr>
            <p:ph type="body" sz="quarter" idx="10"/>
          </p:nvPr>
        </p:nvSpPr>
        <p:spPr bwMode="gray">
          <a:xfrm>
            <a:off x="323528" y="3645025"/>
            <a:ext cx="4752528" cy="1008112"/>
          </a:xfrm>
          <a:noFill/>
          <a:ln w="9525">
            <a:noFill/>
            <a:miter lim="800000"/>
            <a:headEnd/>
            <a:tailEnd/>
          </a:ln>
        </p:spPr>
        <p:txBody>
          <a:bodyPr vert="horz" wrap="square" lIns="0" tIns="0" rIns="0" bIns="0" numCol="1" rtlCol="0" anchor="t" anchorCtr="0" compatLnSpc="1">
            <a:prstTxWarp prst="textNoShape">
              <a:avLst/>
            </a:prstTxWarp>
            <a:normAutofit/>
          </a:bodyPr>
          <a:lstStyle>
            <a:lvl1pPr>
              <a:defRPr lang="en-US" sz="1200" b="0" kern="1200" noProof="0" dirty="0" smtClean="0">
                <a:solidFill>
                  <a:schemeClr val="bg1"/>
                </a:solidFill>
                <a:latin typeface="Arial" pitchFamily="34" charset="0"/>
                <a:ea typeface="+mn-ea"/>
                <a:cs typeface="Arial" pitchFamily="34" charset="0"/>
              </a:defRPr>
            </a:lvl1pPr>
            <a:lvl2pPr>
              <a:defRPr lang="en-US" sz="1200" b="0" kern="1200" noProof="0" dirty="0" smtClean="0">
                <a:solidFill>
                  <a:schemeClr val="bg1"/>
                </a:solidFill>
                <a:latin typeface="Arial" pitchFamily="34" charset="0"/>
                <a:ea typeface="+mn-ea"/>
                <a:cs typeface="Arial" pitchFamily="34" charset="0"/>
              </a:defRPr>
            </a:lvl2pPr>
            <a:lvl3pPr>
              <a:defRPr lang="en-US" sz="1200" b="0" kern="1200" noProof="0" dirty="0" smtClean="0">
                <a:solidFill>
                  <a:schemeClr val="bg1"/>
                </a:solidFill>
                <a:latin typeface="Arial" pitchFamily="34" charset="0"/>
                <a:ea typeface="+mn-ea"/>
                <a:cs typeface="Arial" pitchFamily="34" charset="0"/>
              </a:defRPr>
            </a:lvl3pPr>
            <a:lvl4pPr>
              <a:defRPr lang="en-US" sz="1200" b="0" kern="1200" noProof="0" dirty="0" smtClean="0">
                <a:solidFill>
                  <a:schemeClr val="bg1"/>
                </a:solidFill>
                <a:latin typeface="Arial" pitchFamily="34" charset="0"/>
                <a:ea typeface="+mn-ea"/>
                <a:cs typeface="Arial" pitchFamily="34" charset="0"/>
              </a:defRPr>
            </a:lvl4pPr>
            <a:lvl5pPr>
              <a:defRPr lang="en-US" sz="1200" b="0" kern="1200" noProof="0" dirty="0" smtClean="0">
                <a:solidFill>
                  <a:schemeClr val="bg1"/>
                </a:solidFill>
                <a:latin typeface="Arial" pitchFamily="34" charset="0"/>
                <a:ea typeface="+mn-ea"/>
                <a:cs typeface="Arial" pitchFamily="34" charset="0"/>
              </a:defRPr>
            </a:lvl5pPr>
            <a:lvl6pPr>
              <a:defRPr lang="en-US" sz="1200" b="0" kern="1200" noProof="0" dirty="0" smtClean="0">
                <a:solidFill>
                  <a:schemeClr val="bg1"/>
                </a:solidFill>
                <a:latin typeface="Arial" pitchFamily="34" charset="0"/>
                <a:ea typeface="+mn-ea"/>
                <a:cs typeface="Arial" pitchFamily="34" charset="0"/>
              </a:defRPr>
            </a:lvl6pPr>
            <a:lvl7pPr>
              <a:defRPr lang="en-US" sz="1200" b="0" kern="1200" noProof="0" dirty="0" smtClean="0">
                <a:solidFill>
                  <a:schemeClr val="bg1"/>
                </a:solidFill>
                <a:latin typeface="Arial" pitchFamily="34" charset="0"/>
                <a:ea typeface="+mn-ea"/>
                <a:cs typeface="Arial" pitchFamily="34" charset="0"/>
              </a:defRPr>
            </a:lvl7pPr>
            <a:lvl8pPr>
              <a:defRPr lang="en-US" sz="1200" b="0" kern="1200" noProof="0" dirty="0" smtClean="0">
                <a:solidFill>
                  <a:schemeClr val="bg1"/>
                </a:solidFill>
                <a:latin typeface="Arial" pitchFamily="34" charset="0"/>
                <a:ea typeface="+mn-ea"/>
                <a:cs typeface="Arial" pitchFamily="34" charset="0"/>
              </a:defRPr>
            </a:lvl8pPr>
            <a:lvl9pPr>
              <a:defRPr lang="en-US" sz="1200" b="0" kern="1200" noProof="0" dirty="0" smtClean="0">
                <a:solidFill>
                  <a:schemeClr val="bg1"/>
                </a:solidFill>
                <a:latin typeface="Arial" pitchFamily="34" charset="0"/>
                <a:ea typeface="+mn-ea"/>
                <a:cs typeface="Arial" pitchFamily="34" charset="0"/>
              </a:defRPr>
            </a:lvl9pPr>
          </a:lstStyle>
          <a:p>
            <a:pPr marL="0" lvl="0" indent="0" algn="l" defTabSz="914400" rtl="0" eaLnBrk="1" fontAlgn="base" latinLnBrk="0" hangingPunct="1">
              <a:lnSpc>
                <a:spcPct val="110000"/>
              </a:lnSpc>
              <a:spcBef>
                <a:spcPct val="40000"/>
              </a:spcBef>
              <a:spcAft>
                <a:spcPct val="0"/>
              </a:spcAft>
              <a:buFont typeface="Arial" pitchFamily="34" charset="0"/>
              <a:buNone/>
            </a:pPr>
            <a:r>
              <a:rPr lang="en-US" dirty="0"/>
              <a:t>Click to edit Master text styles</a:t>
            </a:r>
          </a:p>
        </p:txBody>
      </p:sp>
      <p:sp>
        <p:nvSpPr>
          <p:cNvPr id="5" name="object 3"/>
          <p:cNvSpPr/>
          <p:nvPr userDrawn="1"/>
        </p:nvSpPr>
        <p:spPr>
          <a:xfrm>
            <a:off x="0" y="0"/>
            <a:ext cx="914400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6D2077"/>
          </a:solidFill>
        </p:spPr>
        <p:txBody>
          <a:bodyPr wrap="square" lIns="0" tIns="0" rIns="0" bIns="0" rtlCol="0">
            <a:noAutofit/>
          </a:bodyPr>
          <a:lstStyle/>
          <a:p>
            <a:endParaRPr sz="1800"/>
          </a:p>
        </p:txBody>
      </p:sp>
      <p:sp>
        <p:nvSpPr>
          <p:cNvPr id="6" name="object 3"/>
          <p:cNvSpPr/>
          <p:nvPr userDrawn="1"/>
        </p:nvSpPr>
        <p:spPr>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endParaRPr sz="1800"/>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317" t="20408" b="21208"/>
          <a:stretch/>
        </p:blipFill>
        <p:spPr>
          <a:xfrm>
            <a:off x="1932626" y="678180"/>
            <a:ext cx="1169781" cy="502920"/>
          </a:xfrm>
          <a:prstGeom prst="rect">
            <a:avLst/>
          </a:prstGeom>
        </p:spPr>
      </p:pic>
    </p:spTree>
    <p:extLst>
      <p:ext uri="{BB962C8B-B14F-4D97-AF65-F5344CB8AC3E}">
        <p14:creationId xmlns:p14="http://schemas.microsoft.com/office/powerpoint/2010/main" val="15382849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Divider 3">
    <p:spTree>
      <p:nvGrpSpPr>
        <p:cNvPr id="1" name=""/>
        <p:cNvGrpSpPr/>
        <p:nvPr/>
      </p:nvGrpSpPr>
      <p:grpSpPr>
        <a:xfrm>
          <a:off x="0" y="0"/>
          <a:ext cx="0" cy="0"/>
          <a:chOff x="0" y="0"/>
          <a:chExt cx="0" cy="0"/>
        </a:xfrm>
      </p:grpSpPr>
      <p:sp>
        <p:nvSpPr>
          <p:cNvPr id="9" name="Freeform 9"/>
          <p:cNvSpPr>
            <a:spLocks noChangeAspect="1"/>
          </p:cNvSpPr>
          <p:nvPr/>
        </p:nvSpPr>
        <p:spPr bwMode="gray">
          <a:xfrm>
            <a:off x="0" y="0"/>
            <a:ext cx="4833938" cy="5400675"/>
          </a:xfrm>
          <a:custGeom>
            <a:avLst/>
            <a:gdLst/>
            <a:ahLst/>
            <a:cxnLst>
              <a:cxn ang="0">
                <a:pos x="17951" y="0"/>
              </a:cxn>
              <a:cxn ang="0">
                <a:pos x="0" y="0"/>
              </a:cxn>
              <a:cxn ang="0">
                <a:pos x="0" y="20057"/>
              </a:cxn>
              <a:cxn ang="0">
                <a:pos x="12022" y="20057"/>
              </a:cxn>
              <a:cxn ang="0">
                <a:pos x="17951" y="0"/>
              </a:cxn>
            </a:cxnLst>
            <a:rect l="0" t="0" r="r" b="b"/>
            <a:pathLst>
              <a:path w="17951" h="20057">
                <a:moveTo>
                  <a:pt x="17951" y="0"/>
                </a:moveTo>
                <a:lnTo>
                  <a:pt x="0" y="0"/>
                </a:lnTo>
                <a:lnTo>
                  <a:pt x="0" y="20057"/>
                </a:lnTo>
                <a:lnTo>
                  <a:pt x="12022" y="20057"/>
                </a:lnTo>
                <a:lnTo>
                  <a:pt x="17951"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8" name="Title 7"/>
          <p:cNvSpPr>
            <a:spLocks noGrp="1"/>
          </p:cNvSpPr>
          <p:nvPr>
            <p:ph type="title"/>
          </p:nvPr>
        </p:nvSpPr>
        <p:spPr bwMode="gray">
          <a:xfrm>
            <a:off x="323528" y="1412776"/>
            <a:ext cx="3744416" cy="1152128"/>
          </a:xfrm>
          <a:noFill/>
          <a:ln w="9525">
            <a:noFill/>
            <a:miter lim="800000"/>
            <a:headEnd/>
            <a:tailEnd/>
          </a:ln>
        </p:spPr>
        <p:txBody>
          <a:bodyPr vert="horz" wrap="square" lIns="0" tIns="0" rIns="0" bIns="0" numCol="1" anchor="t" anchorCtr="0" compatLnSpc="1">
            <a:prstTxWarp prst="textNoShape">
              <a:avLst/>
            </a:prstTxWarp>
            <a:noAutofit/>
          </a:bodyPr>
          <a:lstStyle>
            <a:lvl1pPr>
              <a:defRPr lang="en-GB" sz="3000" b="1" kern="1200" noProof="0" dirty="0" smtClean="0">
                <a:solidFill>
                  <a:schemeClr val="bg1"/>
                </a:solidFill>
                <a:latin typeface="Arial" pitchFamily="34" charset="0"/>
                <a:ea typeface="+mj-ea"/>
                <a:cs typeface="Arial" pitchFamily="34" charset="0"/>
              </a:defRPr>
            </a:lvl1pPr>
            <a:lvl2pPr>
              <a:defRPr lang="en-GB" sz="3000" b="1" kern="1200" noProof="0" dirty="0">
                <a:solidFill>
                  <a:schemeClr val="bg1"/>
                </a:solidFill>
                <a:latin typeface="Arial" pitchFamily="34" charset="0"/>
                <a:ea typeface="+mj-ea"/>
                <a:cs typeface="Arial" pitchFamily="34" charset="0"/>
              </a:defRPr>
            </a:lvl2pPr>
            <a:lvl3pPr>
              <a:defRPr lang="en-GB" sz="3000" b="1" kern="1200" noProof="0" dirty="0">
                <a:solidFill>
                  <a:schemeClr val="bg1"/>
                </a:solidFill>
                <a:latin typeface="Arial" pitchFamily="34" charset="0"/>
                <a:ea typeface="+mj-ea"/>
                <a:cs typeface="Arial" pitchFamily="34" charset="0"/>
              </a:defRPr>
            </a:lvl3pPr>
            <a:lvl4pPr>
              <a:defRPr lang="en-GB" sz="3000" b="1" kern="1200" noProof="0" dirty="0">
                <a:solidFill>
                  <a:schemeClr val="bg1"/>
                </a:solidFill>
                <a:latin typeface="Arial" pitchFamily="34" charset="0"/>
                <a:ea typeface="+mj-ea"/>
                <a:cs typeface="Arial" pitchFamily="34" charset="0"/>
              </a:defRPr>
            </a:lvl4pPr>
            <a:lvl5pPr>
              <a:defRPr lang="en-GB" sz="3000" b="1" kern="1200" noProof="0" dirty="0">
                <a:solidFill>
                  <a:schemeClr val="bg1"/>
                </a:solidFill>
                <a:latin typeface="Arial" pitchFamily="34" charset="0"/>
                <a:ea typeface="+mj-ea"/>
                <a:cs typeface="Arial" pitchFamily="34" charset="0"/>
              </a:defRPr>
            </a:lvl5pPr>
            <a:lvl6pPr>
              <a:defRPr lang="en-GB" sz="3000" b="1" kern="1200" noProof="0" dirty="0">
                <a:solidFill>
                  <a:schemeClr val="bg1"/>
                </a:solidFill>
                <a:latin typeface="Arial" pitchFamily="34" charset="0"/>
                <a:ea typeface="+mj-ea"/>
                <a:cs typeface="Arial" pitchFamily="34" charset="0"/>
              </a:defRPr>
            </a:lvl6pPr>
            <a:lvl7pPr>
              <a:defRPr lang="en-GB" sz="3000" b="1" kern="1200" noProof="0" dirty="0">
                <a:solidFill>
                  <a:schemeClr val="bg1"/>
                </a:solidFill>
                <a:latin typeface="Arial" pitchFamily="34" charset="0"/>
                <a:ea typeface="+mj-ea"/>
                <a:cs typeface="Arial" pitchFamily="34" charset="0"/>
              </a:defRPr>
            </a:lvl7pPr>
            <a:lvl8pPr>
              <a:defRPr lang="en-GB" sz="3000" b="1" kern="1200" noProof="0" dirty="0">
                <a:solidFill>
                  <a:schemeClr val="bg1"/>
                </a:solidFill>
                <a:latin typeface="Arial" pitchFamily="34" charset="0"/>
                <a:ea typeface="+mj-ea"/>
                <a:cs typeface="Arial" pitchFamily="34" charset="0"/>
              </a:defRPr>
            </a:lvl8pPr>
            <a:lvl9pPr>
              <a:defRPr lang="en-GB" sz="3000" b="1" kern="1200" noProof="0" dirty="0">
                <a:solidFill>
                  <a:schemeClr val="bg1"/>
                </a:solidFill>
                <a:latin typeface="Arial" pitchFamily="34" charset="0"/>
                <a:ea typeface="+mj-ea"/>
                <a:cs typeface="Arial" pitchFamily="34" charset="0"/>
              </a:defRPr>
            </a:lvl9pPr>
          </a:lstStyle>
          <a:p>
            <a:pPr lvl="0" algn="l" defTabSz="914400" rtl="0" eaLnBrk="1" fontAlgn="base" latinLnBrk="0" hangingPunct="1">
              <a:spcBef>
                <a:spcPct val="40000"/>
              </a:spcBef>
              <a:spcAft>
                <a:spcPct val="0"/>
              </a:spcAft>
              <a:buNone/>
            </a:pPr>
            <a:r>
              <a:rPr lang="en-US" dirty="0"/>
              <a:t>Click to edit Master title style</a:t>
            </a:r>
            <a:endParaRPr lang="en-GB" dirty="0"/>
          </a:p>
        </p:txBody>
      </p:sp>
      <p:sp>
        <p:nvSpPr>
          <p:cNvPr id="13" name="Text Placeholder 12"/>
          <p:cNvSpPr>
            <a:spLocks noGrp="1"/>
          </p:cNvSpPr>
          <p:nvPr>
            <p:ph type="body" sz="quarter" idx="10"/>
          </p:nvPr>
        </p:nvSpPr>
        <p:spPr bwMode="gray">
          <a:xfrm>
            <a:off x="323850" y="2708275"/>
            <a:ext cx="3384550" cy="936625"/>
          </a:xfrm>
          <a:noFill/>
          <a:ln w="9525">
            <a:noFill/>
            <a:miter lim="800000"/>
            <a:headEnd/>
            <a:tailEnd/>
          </a:ln>
        </p:spPr>
        <p:txBody>
          <a:bodyPr vert="horz" wrap="square" lIns="0" tIns="0" rIns="0" bIns="0" numCol="1" rtlCol="0" anchor="t" anchorCtr="0" compatLnSpc="1">
            <a:prstTxWarp prst="textNoShape">
              <a:avLst/>
            </a:prstTxWarp>
            <a:normAutofit/>
          </a:bodyPr>
          <a:lstStyle>
            <a:lvl1pPr>
              <a:defRPr lang="en-US" sz="1200" b="0" kern="1200" noProof="0" dirty="0" smtClean="0">
                <a:solidFill>
                  <a:schemeClr val="bg1"/>
                </a:solidFill>
                <a:latin typeface="Arial" pitchFamily="34" charset="0"/>
                <a:ea typeface="+mn-ea"/>
                <a:cs typeface="Arial" pitchFamily="34" charset="0"/>
              </a:defRPr>
            </a:lvl1pPr>
            <a:lvl2pPr>
              <a:defRPr lang="en-US" sz="1200" b="0" kern="1200" noProof="0" dirty="0" smtClean="0">
                <a:solidFill>
                  <a:schemeClr val="bg1"/>
                </a:solidFill>
                <a:latin typeface="Arial" pitchFamily="34" charset="0"/>
                <a:ea typeface="+mn-ea"/>
                <a:cs typeface="Arial" pitchFamily="34" charset="0"/>
              </a:defRPr>
            </a:lvl2pPr>
            <a:lvl3pPr>
              <a:defRPr lang="en-US" sz="1200" b="0" kern="1200" noProof="0" dirty="0" smtClean="0">
                <a:solidFill>
                  <a:schemeClr val="bg1"/>
                </a:solidFill>
                <a:latin typeface="Arial" pitchFamily="34" charset="0"/>
                <a:ea typeface="+mn-ea"/>
                <a:cs typeface="Arial" pitchFamily="34" charset="0"/>
              </a:defRPr>
            </a:lvl3pPr>
            <a:lvl4pPr>
              <a:defRPr lang="en-US" sz="1200" b="0" kern="1200" noProof="0" dirty="0" smtClean="0">
                <a:solidFill>
                  <a:schemeClr val="bg1"/>
                </a:solidFill>
                <a:latin typeface="Arial" pitchFamily="34" charset="0"/>
                <a:ea typeface="+mn-ea"/>
                <a:cs typeface="Arial" pitchFamily="34" charset="0"/>
              </a:defRPr>
            </a:lvl4pPr>
            <a:lvl5pPr>
              <a:defRPr lang="en-US" sz="1200" b="0" kern="1200" noProof="0" dirty="0" smtClean="0">
                <a:solidFill>
                  <a:schemeClr val="bg1"/>
                </a:solidFill>
                <a:latin typeface="Arial" pitchFamily="34" charset="0"/>
                <a:ea typeface="+mn-ea"/>
                <a:cs typeface="Arial" pitchFamily="34" charset="0"/>
              </a:defRPr>
            </a:lvl5pPr>
            <a:lvl6pPr>
              <a:defRPr lang="en-US" sz="1200" b="0" kern="1200" noProof="0" dirty="0" smtClean="0">
                <a:solidFill>
                  <a:schemeClr val="bg1"/>
                </a:solidFill>
                <a:latin typeface="Arial" pitchFamily="34" charset="0"/>
                <a:ea typeface="+mn-ea"/>
                <a:cs typeface="Arial" pitchFamily="34" charset="0"/>
              </a:defRPr>
            </a:lvl6pPr>
            <a:lvl7pPr>
              <a:defRPr lang="en-US" sz="1200" b="0" kern="1200" noProof="0" dirty="0" smtClean="0">
                <a:solidFill>
                  <a:schemeClr val="bg1"/>
                </a:solidFill>
                <a:latin typeface="Arial" pitchFamily="34" charset="0"/>
                <a:ea typeface="+mn-ea"/>
                <a:cs typeface="Arial" pitchFamily="34" charset="0"/>
              </a:defRPr>
            </a:lvl7pPr>
            <a:lvl8pPr>
              <a:defRPr lang="en-US" sz="1200" b="0" kern="1200" noProof="0" dirty="0" smtClean="0">
                <a:solidFill>
                  <a:schemeClr val="bg1"/>
                </a:solidFill>
                <a:latin typeface="Arial" pitchFamily="34" charset="0"/>
                <a:ea typeface="+mn-ea"/>
                <a:cs typeface="Arial" pitchFamily="34" charset="0"/>
              </a:defRPr>
            </a:lvl8pPr>
            <a:lvl9pPr>
              <a:defRPr lang="en-US" sz="1200" b="0" kern="1200" noProof="0" dirty="0" smtClean="0">
                <a:solidFill>
                  <a:schemeClr val="bg1"/>
                </a:solidFill>
                <a:latin typeface="Arial" pitchFamily="34" charset="0"/>
                <a:ea typeface="+mn-ea"/>
                <a:cs typeface="Arial" pitchFamily="34" charset="0"/>
              </a:defRPr>
            </a:lvl9pPr>
          </a:lstStyle>
          <a:p>
            <a:pPr marL="0" lvl="0" indent="0" algn="l" defTabSz="914400" rtl="0" eaLnBrk="1" fontAlgn="base" latinLnBrk="0" hangingPunct="1">
              <a:lnSpc>
                <a:spcPct val="110000"/>
              </a:lnSpc>
              <a:spcBef>
                <a:spcPct val="40000"/>
              </a:spcBef>
              <a:spcAft>
                <a:spcPct val="0"/>
              </a:spcAft>
              <a:buFont typeface="Arial" pitchFamily="34" charset="0"/>
              <a:buNone/>
            </a:pPr>
            <a:r>
              <a:rPr lang="en-US" dirty="0"/>
              <a:t>Click to edit Master text styles</a:t>
            </a:r>
          </a:p>
        </p:txBody>
      </p:sp>
      <p:sp>
        <p:nvSpPr>
          <p:cNvPr id="5" name="object 3"/>
          <p:cNvSpPr/>
          <p:nvPr userDrawn="1"/>
        </p:nvSpPr>
        <p:spPr>
          <a:xfrm>
            <a:off x="0" y="0"/>
            <a:ext cx="914400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p>
        </p:txBody>
      </p:sp>
      <p:sp>
        <p:nvSpPr>
          <p:cNvPr id="6" name="object 3"/>
          <p:cNvSpPr/>
          <p:nvPr userDrawn="1"/>
        </p:nvSpPr>
        <p:spPr>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91DA"/>
          </a:solidFill>
        </p:spPr>
        <p:txBody>
          <a:bodyPr wrap="square" lIns="0" tIns="0" rIns="0" bIns="0" rtlCol="0">
            <a:noAutofit/>
          </a:bodyPr>
          <a:lstStyle/>
          <a:p>
            <a:endParaRPr sz="1800"/>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317" t="20408" b="21208"/>
          <a:stretch/>
        </p:blipFill>
        <p:spPr>
          <a:xfrm>
            <a:off x="1932626" y="678180"/>
            <a:ext cx="1169781" cy="502920"/>
          </a:xfrm>
          <a:prstGeom prst="rect">
            <a:avLst/>
          </a:prstGeom>
        </p:spPr>
      </p:pic>
    </p:spTree>
    <p:extLst>
      <p:ext uri="{BB962C8B-B14F-4D97-AF65-F5344CB8AC3E}">
        <p14:creationId xmlns:p14="http://schemas.microsoft.com/office/powerpoint/2010/main" val="198372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Photo divider 1">
    <p:bg>
      <p:bgPr>
        <a:solidFill>
          <a:srgbClr val="BABBBC"/>
        </a:solidFill>
        <a:effectLst/>
      </p:bgPr>
    </p:bg>
    <p:spTree>
      <p:nvGrpSpPr>
        <p:cNvPr id="1" name=""/>
        <p:cNvGrpSpPr/>
        <p:nvPr/>
      </p:nvGrpSpPr>
      <p:grpSpPr>
        <a:xfrm>
          <a:off x="0" y="0"/>
          <a:ext cx="0" cy="0"/>
          <a:chOff x="0" y="0"/>
          <a:chExt cx="0" cy="0"/>
        </a:xfrm>
      </p:grpSpPr>
      <p:pic>
        <p:nvPicPr>
          <p:cNvPr id="7" name="Picture 6" descr="BOARDROOM PPL compressed.jpg"/>
          <p:cNvPicPr>
            <a:picLocks noChangeAspect="1"/>
          </p:cNvPicPr>
          <p:nvPr/>
        </p:nvPicPr>
        <p:blipFill>
          <a:blip r:embed="rId2" cstate="screen"/>
          <a:srcRect/>
          <a:stretch>
            <a:fillRect/>
          </a:stretch>
        </p:blipFill>
        <p:spPr bwMode="gray">
          <a:xfrm>
            <a:off x="0" y="0"/>
            <a:ext cx="9144000" cy="6858000"/>
          </a:xfrm>
          <a:prstGeom prst="rect">
            <a:avLst/>
          </a:prstGeom>
        </p:spPr>
      </p:pic>
      <p:sp>
        <p:nvSpPr>
          <p:cNvPr id="6" name="Freeform 5"/>
          <p:cNvSpPr>
            <a:spLocks noChangeAspect="1"/>
          </p:cNvSpPr>
          <p:nvPr/>
        </p:nvSpPr>
        <p:spPr bwMode="gray">
          <a:xfrm>
            <a:off x="0" y="4521200"/>
            <a:ext cx="4537075" cy="2336800"/>
          </a:xfrm>
          <a:custGeom>
            <a:avLst/>
            <a:gdLst/>
            <a:ahLst/>
            <a:cxnLst>
              <a:cxn ang="0">
                <a:pos x="0" y="0"/>
              </a:cxn>
              <a:cxn ang="0">
                <a:pos x="0" y="12503"/>
              </a:cxn>
              <a:cxn ang="0">
                <a:pos x="20575" y="12503"/>
              </a:cxn>
              <a:cxn ang="0">
                <a:pos x="24277" y="0"/>
              </a:cxn>
              <a:cxn ang="0">
                <a:pos x="0" y="0"/>
              </a:cxn>
            </a:cxnLst>
            <a:rect l="0" t="0" r="r" b="b"/>
            <a:pathLst>
              <a:path w="24277" h="12503">
                <a:moveTo>
                  <a:pt x="0" y="0"/>
                </a:moveTo>
                <a:lnTo>
                  <a:pt x="0" y="12503"/>
                </a:lnTo>
                <a:lnTo>
                  <a:pt x="20575" y="12503"/>
                </a:lnTo>
                <a:lnTo>
                  <a:pt x="24277" y="0"/>
                </a:lnTo>
                <a:lnTo>
                  <a:pt x="0" y="0"/>
                </a:lnTo>
                <a:close/>
              </a:path>
            </a:pathLst>
          </a:custGeom>
          <a:solidFill>
            <a:schemeClr val="bg1"/>
          </a:solidFill>
          <a:ln w="9525" cap="flat" cmpd="sng">
            <a:noFill/>
            <a:prstDash val="solid"/>
            <a:round/>
            <a:headEnd type="none" w="med" len="med"/>
            <a:tailEnd type="none" w="med" len="med"/>
          </a:ln>
          <a:effectLst/>
        </p:spPr>
        <p:txBody>
          <a:bodyPr/>
          <a:lstStyle/>
          <a:p>
            <a:pPr algn="ctr" fontAlgn="base">
              <a:spcBef>
                <a:spcPct val="50000"/>
              </a:spcBef>
              <a:spcAft>
                <a:spcPct val="0"/>
              </a:spcAft>
            </a:pPr>
            <a:endParaRPr lang="en-GB" sz="1200" dirty="0">
              <a:solidFill>
                <a:srgbClr val="000000"/>
              </a:solidFill>
              <a:cs typeface="Arial" charset="0"/>
            </a:endParaRPr>
          </a:p>
        </p:txBody>
      </p:sp>
      <p:sp>
        <p:nvSpPr>
          <p:cNvPr id="8" name="Title 7"/>
          <p:cNvSpPr>
            <a:spLocks noGrp="1"/>
          </p:cNvSpPr>
          <p:nvPr>
            <p:ph type="title"/>
          </p:nvPr>
        </p:nvSpPr>
        <p:spPr bwMode="gray">
          <a:xfrm>
            <a:off x="323528" y="4941168"/>
            <a:ext cx="3600400" cy="1584176"/>
          </a:xfrm>
          <a:noFill/>
          <a:ln w="9525">
            <a:noFill/>
            <a:miter lim="800000"/>
            <a:headEnd/>
            <a:tailEnd/>
          </a:ln>
        </p:spPr>
        <p:txBody>
          <a:bodyPr vert="horz" wrap="square" lIns="0" tIns="0" rIns="0" bIns="0" numCol="1" anchor="t" anchorCtr="0" compatLnSpc="1">
            <a:prstTxWarp prst="textNoShape">
              <a:avLst/>
            </a:prstTxWarp>
            <a:noAutofit/>
          </a:bodyPr>
          <a:lstStyle>
            <a:lvl1pPr>
              <a:defRPr lang="en-GB" sz="3000" b="1" kern="1200" noProof="0" dirty="0" smtClean="0">
                <a:solidFill>
                  <a:srgbClr val="00338D"/>
                </a:solidFill>
                <a:latin typeface="Arial" pitchFamily="34" charset="0"/>
                <a:ea typeface="+mj-ea"/>
                <a:cs typeface="Arial" pitchFamily="34" charset="0"/>
              </a:defRPr>
            </a:lvl1pPr>
            <a:lvl2pPr>
              <a:defRPr lang="en-GB" sz="3000" b="1" kern="1200" noProof="0" dirty="0">
                <a:solidFill>
                  <a:srgbClr val="00338D"/>
                </a:solidFill>
                <a:latin typeface="Arial" pitchFamily="34" charset="0"/>
                <a:ea typeface="+mj-ea"/>
                <a:cs typeface="Arial" pitchFamily="34" charset="0"/>
              </a:defRPr>
            </a:lvl2pPr>
            <a:lvl3pPr>
              <a:defRPr lang="en-GB" sz="3000" b="1" kern="1200" noProof="0" dirty="0">
                <a:solidFill>
                  <a:srgbClr val="00338D"/>
                </a:solidFill>
                <a:latin typeface="Arial" pitchFamily="34" charset="0"/>
                <a:ea typeface="+mj-ea"/>
                <a:cs typeface="Arial" pitchFamily="34" charset="0"/>
              </a:defRPr>
            </a:lvl3pPr>
            <a:lvl4pPr>
              <a:defRPr lang="en-GB" sz="3000" b="1" kern="1200" noProof="0" dirty="0">
                <a:solidFill>
                  <a:srgbClr val="00338D"/>
                </a:solidFill>
                <a:latin typeface="Arial" pitchFamily="34" charset="0"/>
                <a:ea typeface="+mj-ea"/>
                <a:cs typeface="Arial" pitchFamily="34" charset="0"/>
              </a:defRPr>
            </a:lvl4pPr>
            <a:lvl5pPr>
              <a:defRPr lang="en-GB" sz="3000" b="1" kern="1200" noProof="0" dirty="0">
                <a:solidFill>
                  <a:srgbClr val="00338D"/>
                </a:solidFill>
                <a:latin typeface="Arial" pitchFamily="34" charset="0"/>
                <a:ea typeface="+mj-ea"/>
                <a:cs typeface="Arial" pitchFamily="34" charset="0"/>
              </a:defRPr>
            </a:lvl5pPr>
            <a:lvl6pPr>
              <a:defRPr lang="en-GB" sz="3000" b="1" kern="1200" noProof="0" dirty="0">
                <a:solidFill>
                  <a:srgbClr val="00338D"/>
                </a:solidFill>
                <a:latin typeface="Arial" pitchFamily="34" charset="0"/>
                <a:ea typeface="+mj-ea"/>
                <a:cs typeface="Arial" pitchFamily="34" charset="0"/>
              </a:defRPr>
            </a:lvl6pPr>
            <a:lvl7pPr>
              <a:defRPr lang="en-GB" sz="3000" b="1" kern="1200" noProof="0" dirty="0">
                <a:solidFill>
                  <a:srgbClr val="00338D"/>
                </a:solidFill>
                <a:latin typeface="Arial" pitchFamily="34" charset="0"/>
                <a:ea typeface="+mj-ea"/>
                <a:cs typeface="Arial" pitchFamily="34" charset="0"/>
              </a:defRPr>
            </a:lvl7pPr>
            <a:lvl8pPr>
              <a:defRPr lang="en-GB" sz="3000" b="1" kern="1200" noProof="0" dirty="0">
                <a:solidFill>
                  <a:srgbClr val="00338D"/>
                </a:solidFill>
                <a:latin typeface="Arial" pitchFamily="34" charset="0"/>
                <a:ea typeface="+mj-ea"/>
                <a:cs typeface="Arial" pitchFamily="34" charset="0"/>
              </a:defRPr>
            </a:lvl8pPr>
            <a:lvl9pPr>
              <a:defRPr lang="en-GB" sz="3000" b="1" kern="1200" noProof="0" dirty="0">
                <a:solidFill>
                  <a:srgbClr val="00338D"/>
                </a:solidFill>
                <a:latin typeface="Arial" pitchFamily="34" charset="0"/>
                <a:ea typeface="+mj-ea"/>
                <a:cs typeface="Arial" pitchFamily="34" charset="0"/>
              </a:defRPr>
            </a:lvl9pPr>
          </a:lstStyle>
          <a:p>
            <a:pPr lvl="0" algn="l" defTabSz="914400" rtl="0" eaLnBrk="1" fontAlgn="base" latinLnBrk="0" hangingPunct="1">
              <a:spcBef>
                <a:spcPct val="40000"/>
              </a:spcBef>
              <a:spcAft>
                <a:spcPct val="0"/>
              </a:spcAft>
              <a:buNone/>
            </a:pPr>
            <a:r>
              <a:rPr lang="en-US" dirty="0"/>
              <a:t>Click to edit Master title style</a:t>
            </a:r>
            <a:endParaRPr lang="en-GB" dirty="0"/>
          </a:p>
        </p:txBody>
      </p:sp>
    </p:spTree>
    <p:extLst>
      <p:ext uri="{BB962C8B-B14F-4D97-AF65-F5344CB8AC3E}">
        <p14:creationId xmlns:p14="http://schemas.microsoft.com/office/powerpoint/2010/main" val="39222674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Photo divider 2">
    <p:spTree>
      <p:nvGrpSpPr>
        <p:cNvPr id="1" name=""/>
        <p:cNvGrpSpPr/>
        <p:nvPr/>
      </p:nvGrpSpPr>
      <p:grpSpPr>
        <a:xfrm>
          <a:off x="0" y="0"/>
          <a:ext cx="0" cy="0"/>
          <a:chOff x="0" y="0"/>
          <a:chExt cx="0" cy="0"/>
        </a:xfrm>
      </p:grpSpPr>
      <p:pic>
        <p:nvPicPr>
          <p:cNvPr id="11" name="Picture 10" descr="LAPTOP GUY compressed.jpg"/>
          <p:cNvPicPr>
            <a:picLocks noChangeAspect="1"/>
          </p:cNvPicPr>
          <p:nvPr/>
        </p:nvPicPr>
        <p:blipFill>
          <a:blip r:embed="rId2" cstate="screen"/>
          <a:srcRect/>
          <a:stretch>
            <a:fillRect/>
          </a:stretch>
        </p:blipFill>
        <p:spPr>
          <a:xfrm>
            <a:off x="0" y="0"/>
            <a:ext cx="9180512" cy="6858000"/>
          </a:xfrm>
          <a:prstGeom prst="rect">
            <a:avLst/>
          </a:prstGeom>
        </p:spPr>
      </p:pic>
      <p:sp>
        <p:nvSpPr>
          <p:cNvPr id="9" name="Freeform 9"/>
          <p:cNvSpPr>
            <a:spLocks noChangeAspect="1"/>
          </p:cNvSpPr>
          <p:nvPr/>
        </p:nvSpPr>
        <p:spPr bwMode="ltGray">
          <a:xfrm>
            <a:off x="0" y="0"/>
            <a:ext cx="4833938" cy="5400675"/>
          </a:xfrm>
          <a:custGeom>
            <a:avLst/>
            <a:gdLst/>
            <a:ahLst/>
            <a:cxnLst>
              <a:cxn ang="0">
                <a:pos x="17951" y="0"/>
              </a:cxn>
              <a:cxn ang="0">
                <a:pos x="0" y="0"/>
              </a:cxn>
              <a:cxn ang="0">
                <a:pos x="0" y="20057"/>
              </a:cxn>
              <a:cxn ang="0">
                <a:pos x="12022" y="20057"/>
              </a:cxn>
              <a:cxn ang="0">
                <a:pos x="17951" y="0"/>
              </a:cxn>
            </a:cxnLst>
            <a:rect l="0" t="0" r="r" b="b"/>
            <a:pathLst>
              <a:path w="17951" h="20057">
                <a:moveTo>
                  <a:pt x="17951" y="0"/>
                </a:moveTo>
                <a:lnTo>
                  <a:pt x="0" y="0"/>
                </a:lnTo>
                <a:lnTo>
                  <a:pt x="0" y="20057"/>
                </a:lnTo>
                <a:lnTo>
                  <a:pt x="12022" y="20057"/>
                </a:lnTo>
                <a:lnTo>
                  <a:pt x="17951"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8" name="Title 7"/>
          <p:cNvSpPr>
            <a:spLocks noGrp="1"/>
          </p:cNvSpPr>
          <p:nvPr>
            <p:ph type="title"/>
          </p:nvPr>
        </p:nvSpPr>
        <p:spPr bwMode="gray">
          <a:xfrm>
            <a:off x="323528" y="1412776"/>
            <a:ext cx="3744416" cy="1152128"/>
          </a:xfrm>
          <a:noFill/>
          <a:ln w="9525">
            <a:noFill/>
            <a:miter lim="800000"/>
            <a:headEnd/>
            <a:tailEnd/>
          </a:ln>
        </p:spPr>
        <p:txBody>
          <a:bodyPr vert="horz" wrap="square" lIns="0" tIns="0" rIns="0" bIns="0" numCol="1" anchor="t" anchorCtr="0" compatLnSpc="1">
            <a:prstTxWarp prst="textNoShape">
              <a:avLst/>
            </a:prstTxWarp>
            <a:noAutofit/>
          </a:bodyPr>
          <a:lstStyle>
            <a:lvl1pPr>
              <a:defRPr lang="en-GB" sz="3000" b="1" kern="1200" noProof="0" dirty="0" smtClean="0">
                <a:solidFill>
                  <a:schemeClr val="bg1"/>
                </a:solidFill>
                <a:latin typeface="Arial" pitchFamily="34" charset="0"/>
                <a:ea typeface="+mj-ea"/>
                <a:cs typeface="Arial" pitchFamily="34" charset="0"/>
              </a:defRPr>
            </a:lvl1pPr>
            <a:lvl2pPr>
              <a:defRPr lang="en-GB" sz="3000" b="1" kern="1200" noProof="0" dirty="0">
                <a:solidFill>
                  <a:schemeClr val="bg1"/>
                </a:solidFill>
                <a:latin typeface="Arial" pitchFamily="34" charset="0"/>
                <a:ea typeface="+mj-ea"/>
                <a:cs typeface="Arial" pitchFamily="34" charset="0"/>
              </a:defRPr>
            </a:lvl2pPr>
            <a:lvl3pPr>
              <a:defRPr lang="en-GB" sz="3000" b="1" kern="1200" noProof="0" dirty="0">
                <a:solidFill>
                  <a:schemeClr val="bg1"/>
                </a:solidFill>
                <a:latin typeface="Arial" pitchFamily="34" charset="0"/>
                <a:ea typeface="+mj-ea"/>
                <a:cs typeface="Arial" pitchFamily="34" charset="0"/>
              </a:defRPr>
            </a:lvl3pPr>
            <a:lvl4pPr>
              <a:defRPr lang="en-GB" sz="3000" b="1" kern="1200" noProof="0" dirty="0">
                <a:solidFill>
                  <a:schemeClr val="bg1"/>
                </a:solidFill>
                <a:latin typeface="Arial" pitchFamily="34" charset="0"/>
                <a:ea typeface="+mj-ea"/>
                <a:cs typeface="Arial" pitchFamily="34" charset="0"/>
              </a:defRPr>
            </a:lvl4pPr>
            <a:lvl5pPr>
              <a:defRPr lang="en-GB" sz="3000" b="1" kern="1200" noProof="0" dirty="0">
                <a:solidFill>
                  <a:schemeClr val="bg1"/>
                </a:solidFill>
                <a:latin typeface="Arial" pitchFamily="34" charset="0"/>
                <a:ea typeface="+mj-ea"/>
                <a:cs typeface="Arial" pitchFamily="34" charset="0"/>
              </a:defRPr>
            </a:lvl5pPr>
            <a:lvl6pPr>
              <a:defRPr lang="en-GB" sz="3000" b="1" kern="1200" noProof="0" dirty="0">
                <a:solidFill>
                  <a:schemeClr val="bg1"/>
                </a:solidFill>
                <a:latin typeface="Arial" pitchFamily="34" charset="0"/>
                <a:ea typeface="+mj-ea"/>
                <a:cs typeface="Arial" pitchFamily="34" charset="0"/>
              </a:defRPr>
            </a:lvl6pPr>
            <a:lvl7pPr>
              <a:defRPr lang="en-GB" sz="3000" b="1" kern="1200" noProof="0" dirty="0">
                <a:solidFill>
                  <a:schemeClr val="bg1"/>
                </a:solidFill>
                <a:latin typeface="Arial" pitchFamily="34" charset="0"/>
                <a:ea typeface="+mj-ea"/>
                <a:cs typeface="Arial" pitchFamily="34" charset="0"/>
              </a:defRPr>
            </a:lvl7pPr>
            <a:lvl8pPr>
              <a:defRPr lang="en-GB" sz="3000" b="1" kern="1200" noProof="0" dirty="0">
                <a:solidFill>
                  <a:schemeClr val="bg1"/>
                </a:solidFill>
                <a:latin typeface="Arial" pitchFamily="34" charset="0"/>
                <a:ea typeface="+mj-ea"/>
                <a:cs typeface="Arial" pitchFamily="34" charset="0"/>
              </a:defRPr>
            </a:lvl8pPr>
            <a:lvl9pPr>
              <a:defRPr lang="en-GB" sz="3000" b="1" kern="1200" noProof="0" dirty="0">
                <a:solidFill>
                  <a:schemeClr val="bg1"/>
                </a:solidFill>
                <a:latin typeface="Arial" pitchFamily="34" charset="0"/>
                <a:ea typeface="+mj-ea"/>
                <a:cs typeface="Arial" pitchFamily="34" charset="0"/>
              </a:defRPr>
            </a:lvl9pPr>
          </a:lstStyle>
          <a:p>
            <a:pPr lvl="0" algn="l" defTabSz="914400" rtl="0" eaLnBrk="1" fontAlgn="base" latinLnBrk="0" hangingPunct="1">
              <a:spcBef>
                <a:spcPct val="40000"/>
              </a:spcBef>
              <a:spcAft>
                <a:spcPct val="0"/>
              </a:spcAft>
              <a:buNone/>
            </a:pPr>
            <a:r>
              <a:rPr lang="en-US" dirty="0"/>
              <a:t>Click to edit Master title style</a:t>
            </a:r>
            <a:endParaRPr lang="en-GB" dirty="0"/>
          </a:p>
        </p:txBody>
      </p:sp>
      <p:sp>
        <p:nvSpPr>
          <p:cNvPr id="13" name="Text Placeholder 12"/>
          <p:cNvSpPr>
            <a:spLocks noGrp="1"/>
          </p:cNvSpPr>
          <p:nvPr>
            <p:ph type="body" sz="quarter" idx="10"/>
          </p:nvPr>
        </p:nvSpPr>
        <p:spPr>
          <a:xfrm>
            <a:off x="323850" y="2708275"/>
            <a:ext cx="3384550" cy="936625"/>
          </a:xfrm>
          <a:noFill/>
          <a:ln w="9525">
            <a:noFill/>
            <a:miter lim="800000"/>
            <a:headEnd/>
            <a:tailEnd/>
          </a:ln>
        </p:spPr>
        <p:txBody>
          <a:bodyPr vert="horz" wrap="square" lIns="0" tIns="0" rIns="0" bIns="0" numCol="1" rtlCol="0" anchor="t" anchorCtr="0" compatLnSpc="1">
            <a:prstTxWarp prst="textNoShape">
              <a:avLst/>
            </a:prstTxWarp>
            <a:normAutofit/>
          </a:bodyPr>
          <a:lstStyle>
            <a:lvl1pPr>
              <a:defRPr lang="en-US" sz="1200" b="0" kern="1200" noProof="0" dirty="0" smtClean="0">
                <a:solidFill>
                  <a:schemeClr val="bg1"/>
                </a:solidFill>
                <a:latin typeface="Arial" pitchFamily="34" charset="0"/>
                <a:ea typeface="+mn-ea"/>
                <a:cs typeface="Arial" pitchFamily="34" charset="0"/>
              </a:defRPr>
            </a:lvl1pPr>
            <a:lvl2pPr>
              <a:defRPr lang="en-US" sz="1200" b="0" kern="1200" noProof="0" dirty="0" smtClean="0">
                <a:solidFill>
                  <a:schemeClr val="bg1"/>
                </a:solidFill>
                <a:latin typeface="Arial" pitchFamily="34" charset="0"/>
                <a:ea typeface="+mn-ea"/>
                <a:cs typeface="Arial" pitchFamily="34" charset="0"/>
              </a:defRPr>
            </a:lvl2pPr>
            <a:lvl3pPr>
              <a:defRPr lang="en-US" sz="1200" b="0" kern="1200" noProof="0" dirty="0" smtClean="0">
                <a:solidFill>
                  <a:schemeClr val="bg1"/>
                </a:solidFill>
                <a:latin typeface="Arial" pitchFamily="34" charset="0"/>
                <a:ea typeface="+mn-ea"/>
                <a:cs typeface="Arial" pitchFamily="34" charset="0"/>
              </a:defRPr>
            </a:lvl3pPr>
            <a:lvl4pPr>
              <a:defRPr lang="en-US" sz="1200" b="0" kern="1200" noProof="0" dirty="0" smtClean="0">
                <a:solidFill>
                  <a:schemeClr val="bg1"/>
                </a:solidFill>
                <a:latin typeface="Arial" pitchFamily="34" charset="0"/>
                <a:ea typeface="+mn-ea"/>
                <a:cs typeface="Arial" pitchFamily="34" charset="0"/>
              </a:defRPr>
            </a:lvl4pPr>
            <a:lvl5pPr>
              <a:defRPr lang="en-US" sz="1200" b="0" kern="1200" noProof="0" dirty="0" smtClean="0">
                <a:solidFill>
                  <a:schemeClr val="bg1"/>
                </a:solidFill>
                <a:latin typeface="Arial" pitchFamily="34" charset="0"/>
                <a:ea typeface="+mn-ea"/>
                <a:cs typeface="Arial" pitchFamily="34" charset="0"/>
              </a:defRPr>
            </a:lvl5pPr>
            <a:lvl6pPr>
              <a:defRPr lang="en-US" sz="1200" b="0" kern="1200" noProof="0" dirty="0" smtClean="0">
                <a:solidFill>
                  <a:schemeClr val="bg1"/>
                </a:solidFill>
                <a:latin typeface="Arial" pitchFamily="34" charset="0"/>
                <a:ea typeface="+mn-ea"/>
                <a:cs typeface="Arial" pitchFamily="34" charset="0"/>
              </a:defRPr>
            </a:lvl6pPr>
            <a:lvl7pPr>
              <a:defRPr lang="en-US" sz="1200" b="0" kern="1200" noProof="0" dirty="0" smtClean="0">
                <a:solidFill>
                  <a:schemeClr val="bg1"/>
                </a:solidFill>
                <a:latin typeface="Arial" pitchFamily="34" charset="0"/>
                <a:ea typeface="+mn-ea"/>
                <a:cs typeface="Arial" pitchFamily="34" charset="0"/>
              </a:defRPr>
            </a:lvl7pPr>
            <a:lvl8pPr>
              <a:defRPr lang="en-US" sz="1200" b="0" kern="1200" noProof="0" dirty="0" smtClean="0">
                <a:solidFill>
                  <a:schemeClr val="bg1"/>
                </a:solidFill>
                <a:latin typeface="Arial" pitchFamily="34" charset="0"/>
                <a:ea typeface="+mn-ea"/>
                <a:cs typeface="Arial" pitchFamily="34" charset="0"/>
              </a:defRPr>
            </a:lvl8pPr>
            <a:lvl9pPr>
              <a:defRPr lang="en-US" sz="1200" b="0" kern="1200" noProof="0" dirty="0" smtClean="0">
                <a:solidFill>
                  <a:schemeClr val="bg1"/>
                </a:solidFill>
                <a:latin typeface="Arial" pitchFamily="34" charset="0"/>
                <a:ea typeface="+mn-ea"/>
                <a:cs typeface="Arial" pitchFamily="34" charset="0"/>
              </a:defRPr>
            </a:lvl9pPr>
          </a:lstStyle>
          <a:p>
            <a:pPr marL="0" lvl="0" indent="0" algn="l" defTabSz="914400" rtl="0" eaLnBrk="1" fontAlgn="base" latinLnBrk="0" hangingPunct="1">
              <a:lnSpc>
                <a:spcPct val="110000"/>
              </a:lnSpc>
              <a:spcBef>
                <a:spcPct val="40000"/>
              </a:spcBef>
              <a:spcAft>
                <a:spcPct val="0"/>
              </a:spcAft>
              <a:buFont typeface="Arial" pitchFamily="34" charset="0"/>
              <a:buNone/>
            </a:pPr>
            <a:r>
              <a:rPr lang="en-US" dirty="0"/>
              <a:t>Click to edit Master text styles</a:t>
            </a:r>
          </a:p>
        </p:txBody>
      </p:sp>
    </p:spTree>
    <p:extLst>
      <p:ext uri="{BB962C8B-B14F-4D97-AF65-F5344CB8AC3E}">
        <p14:creationId xmlns:p14="http://schemas.microsoft.com/office/powerpoint/2010/main" val="41480886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Trademark statement">
    <p:spTree>
      <p:nvGrpSpPr>
        <p:cNvPr id="1" name=""/>
        <p:cNvGrpSpPr/>
        <p:nvPr/>
      </p:nvGrpSpPr>
      <p:grpSpPr>
        <a:xfrm>
          <a:off x="0" y="0"/>
          <a:ext cx="0" cy="0"/>
          <a:chOff x="0" y="0"/>
          <a:chExt cx="0" cy="0"/>
        </a:xfrm>
      </p:grpSpPr>
      <p:sp>
        <p:nvSpPr>
          <p:cNvPr id="5" name="Freeform 8"/>
          <p:cNvSpPr>
            <a:spLocks noChangeAspect="1"/>
          </p:cNvSpPr>
          <p:nvPr/>
        </p:nvSpPr>
        <p:spPr bwMode="gray">
          <a:xfrm>
            <a:off x="0" y="0"/>
            <a:ext cx="4833938" cy="3217863"/>
          </a:xfrm>
          <a:custGeom>
            <a:avLst/>
            <a:gdLst/>
            <a:ahLst/>
            <a:cxnLst>
              <a:cxn ang="0">
                <a:pos x="13230" y="10963"/>
              </a:cxn>
              <a:cxn ang="0">
                <a:pos x="16471" y="0"/>
              </a:cxn>
              <a:cxn ang="0">
                <a:pos x="0" y="0"/>
              </a:cxn>
              <a:cxn ang="0">
                <a:pos x="0" y="10963"/>
              </a:cxn>
              <a:cxn ang="0">
                <a:pos x="13230" y="10963"/>
              </a:cxn>
            </a:cxnLst>
            <a:rect l="0" t="0" r="r" b="b"/>
            <a:pathLst>
              <a:path w="16471" h="10963">
                <a:moveTo>
                  <a:pt x="13230" y="10963"/>
                </a:moveTo>
                <a:lnTo>
                  <a:pt x="16471" y="0"/>
                </a:lnTo>
                <a:lnTo>
                  <a:pt x="0" y="0"/>
                </a:lnTo>
                <a:lnTo>
                  <a:pt x="0" y="10963"/>
                </a:lnTo>
                <a:lnTo>
                  <a:pt x="13230" y="10963"/>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13" name="Text Placeholder 12"/>
          <p:cNvSpPr>
            <a:spLocks noGrp="1"/>
          </p:cNvSpPr>
          <p:nvPr>
            <p:ph type="body" sz="quarter" idx="10"/>
          </p:nvPr>
        </p:nvSpPr>
        <p:spPr>
          <a:xfrm>
            <a:off x="323528" y="3716338"/>
            <a:ext cx="3528392" cy="2376487"/>
          </a:xfrm>
          <a:noFill/>
          <a:ln w="9525">
            <a:noFill/>
            <a:miter lim="800000"/>
            <a:headEnd/>
            <a:tailEnd/>
          </a:ln>
        </p:spPr>
        <p:txBody>
          <a:bodyPr vert="horz" wrap="square" lIns="0" tIns="0" rIns="0" bIns="0" numCol="1" rtlCol="0" anchor="t" anchorCtr="0" compatLnSpc="1">
            <a:prstTxWarp prst="textNoShape">
              <a:avLst/>
            </a:prstTxWarp>
            <a:normAutofit/>
          </a:bodyPr>
          <a:lstStyle>
            <a:lvl1pPr>
              <a:defRPr lang="en-US" sz="1200" b="0" kern="1200" noProof="0" dirty="0" smtClean="0">
                <a:solidFill>
                  <a:schemeClr val="tx1"/>
                </a:solidFill>
                <a:latin typeface="Arial" pitchFamily="34" charset="0"/>
                <a:ea typeface="+mn-ea"/>
                <a:cs typeface="Arial" pitchFamily="34" charset="0"/>
              </a:defRPr>
            </a:lvl1pPr>
            <a:lvl2pPr>
              <a:defRPr sz="1200"/>
            </a:lvl2pPr>
            <a:lvl3pPr>
              <a:defRPr lang="en-US" sz="1200" b="0" kern="1200" noProof="0" dirty="0" smtClean="0">
                <a:solidFill>
                  <a:schemeClr val="tx1"/>
                </a:solidFill>
                <a:latin typeface="Arial" pitchFamily="34" charset="0"/>
                <a:ea typeface="+mn-ea"/>
                <a:cs typeface="Arial" pitchFamily="34" charset="0"/>
              </a:defRPr>
            </a:lvl3pPr>
            <a:lvl4pPr>
              <a:defRPr lang="en-US" sz="1200" b="0" kern="1200" noProof="0" dirty="0" smtClean="0">
                <a:solidFill>
                  <a:schemeClr val="tx1"/>
                </a:solidFill>
                <a:latin typeface="Arial" pitchFamily="34" charset="0"/>
                <a:ea typeface="+mn-ea"/>
                <a:cs typeface="Arial" pitchFamily="34" charset="0"/>
              </a:defRPr>
            </a:lvl4pPr>
            <a:lvl5pPr>
              <a:defRPr lang="en-US" sz="1200" b="0" kern="1200" noProof="0" dirty="0" smtClean="0">
                <a:solidFill>
                  <a:schemeClr val="tx1"/>
                </a:solidFill>
                <a:latin typeface="Arial" pitchFamily="34" charset="0"/>
                <a:ea typeface="+mn-ea"/>
                <a:cs typeface="Arial" pitchFamily="34" charset="0"/>
              </a:defRPr>
            </a:lvl5pPr>
            <a:lvl6pPr>
              <a:defRPr lang="en-US" sz="1200" b="0" kern="1200" noProof="0" dirty="0" smtClean="0">
                <a:solidFill>
                  <a:schemeClr val="tx1"/>
                </a:solidFill>
                <a:latin typeface="Arial" pitchFamily="34" charset="0"/>
                <a:ea typeface="+mn-ea"/>
                <a:cs typeface="Arial" pitchFamily="34" charset="0"/>
              </a:defRPr>
            </a:lvl6pPr>
            <a:lvl7pPr>
              <a:defRPr lang="en-US" sz="1200" b="0" kern="1200" noProof="0" dirty="0" smtClean="0">
                <a:solidFill>
                  <a:schemeClr val="tx1"/>
                </a:solidFill>
                <a:latin typeface="Arial" pitchFamily="34" charset="0"/>
                <a:ea typeface="+mn-ea"/>
                <a:cs typeface="Arial" pitchFamily="34" charset="0"/>
              </a:defRPr>
            </a:lvl7pPr>
            <a:lvl8pPr>
              <a:defRPr lang="en-US" sz="1200" b="0" kern="1200" noProof="0" dirty="0" smtClean="0">
                <a:solidFill>
                  <a:schemeClr val="tx1"/>
                </a:solidFill>
                <a:latin typeface="Arial" pitchFamily="34" charset="0"/>
                <a:ea typeface="+mn-ea"/>
                <a:cs typeface="Arial" pitchFamily="34" charset="0"/>
              </a:defRPr>
            </a:lvl8pPr>
            <a:lvl9pPr>
              <a:defRPr lang="en-US" sz="1200" b="0" kern="1200" noProof="0" dirty="0" smtClean="0">
                <a:solidFill>
                  <a:schemeClr val="tx1"/>
                </a:solidFill>
                <a:latin typeface="Arial" pitchFamily="34" charset="0"/>
                <a:ea typeface="+mn-ea"/>
                <a:cs typeface="Arial" pitchFamily="34" charset="0"/>
              </a:defRPr>
            </a:lvl9pPr>
          </a:lstStyle>
          <a:p>
            <a:pPr marL="0" lvl="0" indent="0" algn="l" defTabSz="914400" rtl="0" eaLnBrk="1" fontAlgn="base" latinLnBrk="0" hangingPunct="1">
              <a:lnSpc>
                <a:spcPct val="110000"/>
              </a:lnSpc>
              <a:spcBef>
                <a:spcPct val="40000"/>
              </a:spcBef>
              <a:spcAft>
                <a:spcPct val="0"/>
              </a:spcAft>
              <a:buFont typeface="Arial" pitchFamily="34" charset="0"/>
              <a:buNone/>
            </a:pPr>
            <a:r>
              <a:rPr lang="en-US" dirty="0"/>
              <a:t>Click to edit Master text styles</a:t>
            </a:r>
          </a:p>
        </p:txBody>
      </p:sp>
      <p:grpSp>
        <p:nvGrpSpPr>
          <p:cNvPr id="2" name="Group 11"/>
          <p:cNvGrpSpPr>
            <a:grpSpLocks noChangeAspect="1"/>
          </p:cNvGrpSpPr>
          <p:nvPr/>
        </p:nvGrpSpPr>
        <p:grpSpPr>
          <a:xfrm>
            <a:off x="128464" y="0"/>
            <a:ext cx="2592388" cy="1530350"/>
            <a:chOff x="-2592388" y="0"/>
            <a:chExt cx="2592388" cy="1530350"/>
          </a:xfrm>
          <a:solidFill>
            <a:schemeClr val="bg1"/>
          </a:solidFill>
        </p:grpSpPr>
        <p:sp>
          <p:nvSpPr>
            <p:cNvPr id="11" name="Freeform 14"/>
            <p:cNvSpPr>
              <a:spLocks noEditPoints="1"/>
            </p:cNvSpPr>
            <p:nvPr userDrawn="1"/>
          </p:nvSpPr>
          <p:spPr bwMode="auto">
            <a:xfrm>
              <a:off x="-2384425" y="393700"/>
              <a:ext cx="2119313" cy="776288"/>
            </a:xfrm>
            <a:custGeom>
              <a:avLst/>
              <a:gdLst/>
              <a:ahLst/>
              <a:cxnLst>
                <a:cxn ang="0">
                  <a:pos x="2851" y="1035"/>
                </a:cxn>
                <a:cxn ang="0">
                  <a:pos x="3588" y="28"/>
                </a:cxn>
                <a:cxn ang="0">
                  <a:pos x="2718" y="826"/>
                </a:cxn>
                <a:cxn ang="0">
                  <a:pos x="1973" y="28"/>
                </a:cxn>
                <a:cxn ang="0">
                  <a:pos x="1663" y="659"/>
                </a:cxn>
                <a:cxn ang="0">
                  <a:pos x="1850" y="28"/>
                </a:cxn>
                <a:cxn ang="0">
                  <a:pos x="1165" y="1000"/>
                </a:cxn>
                <a:cxn ang="0">
                  <a:pos x="1334" y="806"/>
                </a:cxn>
                <a:cxn ang="0">
                  <a:pos x="479" y="1047"/>
                </a:cxn>
                <a:cxn ang="0">
                  <a:pos x="980" y="699"/>
                </a:cxn>
                <a:cxn ang="0">
                  <a:pos x="2747" y="0"/>
                </a:cxn>
                <a:cxn ang="0">
                  <a:pos x="1009" y="0"/>
                </a:cxn>
                <a:cxn ang="0">
                  <a:pos x="665" y="1435"/>
                </a:cxn>
                <a:cxn ang="0">
                  <a:pos x="1150" y="1133"/>
                </a:cxn>
                <a:cxn ang="0">
                  <a:pos x="1980" y="1434"/>
                </a:cxn>
                <a:cxn ang="0">
                  <a:pos x="2963" y="1451"/>
                </a:cxn>
                <a:cxn ang="0">
                  <a:pos x="348" y="2092"/>
                </a:cxn>
                <a:cxn ang="0">
                  <a:pos x="395" y="2104"/>
                </a:cxn>
                <a:cxn ang="0">
                  <a:pos x="880" y="1895"/>
                </a:cxn>
                <a:cxn ang="0">
                  <a:pos x="584" y="1895"/>
                </a:cxn>
                <a:cxn ang="0">
                  <a:pos x="645" y="2088"/>
                </a:cxn>
                <a:cxn ang="0">
                  <a:pos x="813" y="2088"/>
                </a:cxn>
                <a:cxn ang="0">
                  <a:pos x="935" y="1790"/>
                </a:cxn>
                <a:cxn ang="0">
                  <a:pos x="1104" y="1929"/>
                </a:cxn>
                <a:cxn ang="0">
                  <a:pos x="1151" y="1938"/>
                </a:cxn>
                <a:cxn ang="0">
                  <a:pos x="1504" y="2134"/>
                </a:cxn>
                <a:cxn ang="0">
                  <a:pos x="1370" y="2132"/>
                </a:cxn>
                <a:cxn ang="0">
                  <a:pos x="1428" y="1940"/>
                </a:cxn>
                <a:cxn ang="0">
                  <a:pos x="1719" y="1895"/>
                </a:cxn>
                <a:cxn ang="0">
                  <a:pos x="1803" y="2052"/>
                </a:cxn>
                <a:cxn ang="0">
                  <a:pos x="2137" y="1923"/>
                </a:cxn>
                <a:cxn ang="0">
                  <a:pos x="1881" y="2136"/>
                </a:cxn>
                <a:cxn ang="0">
                  <a:pos x="2253" y="2017"/>
                </a:cxn>
                <a:cxn ang="0">
                  <a:pos x="2503" y="1888"/>
                </a:cxn>
                <a:cxn ang="0">
                  <a:pos x="2740" y="2092"/>
                </a:cxn>
                <a:cxn ang="0">
                  <a:pos x="2787" y="2104"/>
                </a:cxn>
                <a:cxn ang="0">
                  <a:pos x="3126" y="2134"/>
                </a:cxn>
                <a:cxn ang="0">
                  <a:pos x="2992" y="2132"/>
                </a:cxn>
                <a:cxn ang="0">
                  <a:pos x="3051" y="1940"/>
                </a:cxn>
                <a:cxn ang="0">
                  <a:pos x="3441" y="1989"/>
                </a:cxn>
                <a:cxn ang="0">
                  <a:pos x="3257" y="1790"/>
                </a:cxn>
                <a:cxn ang="0">
                  <a:pos x="168" y="2120"/>
                </a:cxn>
                <a:cxn ang="0">
                  <a:pos x="3742" y="1935"/>
                </a:cxn>
                <a:cxn ang="0">
                  <a:pos x="3624" y="2110"/>
                </a:cxn>
                <a:cxn ang="0">
                  <a:pos x="3857" y="2017"/>
                </a:cxn>
                <a:cxn ang="0">
                  <a:pos x="4180" y="1894"/>
                </a:cxn>
                <a:cxn ang="0">
                  <a:pos x="4515" y="2136"/>
                </a:cxn>
                <a:cxn ang="0">
                  <a:pos x="4289" y="1939"/>
                </a:cxn>
                <a:cxn ang="0">
                  <a:pos x="4846" y="2010"/>
                </a:cxn>
                <a:cxn ang="0">
                  <a:pos x="4741" y="1935"/>
                </a:cxn>
                <a:cxn ang="0">
                  <a:pos x="4936" y="1789"/>
                </a:cxn>
                <a:cxn ang="0">
                  <a:pos x="5002" y="2021"/>
                </a:cxn>
                <a:cxn ang="0">
                  <a:pos x="5080" y="1988"/>
                </a:cxn>
                <a:cxn ang="0">
                  <a:pos x="5388" y="2136"/>
                </a:cxn>
                <a:cxn ang="0">
                  <a:pos x="5625" y="1893"/>
                </a:cxn>
                <a:cxn ang="0">
                  <a:pos x="5573" y="1790"/>
                </a:cxn>
                <a:cxn ang="0">
                  <a:pos x="5710" y="1848"/>
                </a:cxn>
                <a:cxn ang="0">
                  <a:pos x="5786" y="2086"/>
                </a:cxn>
                <a:cxn ang="0">
                  <a:pos x="5835" y="2229"/>
                </a:cxn>
              </a:cxnLst>
              <a:rect l="0" t="0" r="r" b="b"/>
              <a:pathLst>
                <a:path w="6099" h="2232">
                  <a:moveTo>
                    <a:pt x="3588" y="1105"/>
                  </a:moveTo>
                  <a:cubicBezTo>
                    <a:pt x="3401" y="1105"/>
                    <a:pt x="3401" y="1105"/>
                    <a:pt x="3401" y="1105"/>
                  </a:cubicBezTo>
                  <a:cubicBezTo>
                    <a:pt x="3431" y="981"/>
                    <a:pt x="3431" y="981"/>
                    <a:pt x="3431" y="981"/>
                  </a:cubicBezTo>
                  <a:cubicBezTo>
                    <a:pt x="3055" y="981"/>
                    <a:pt x="3055" y="981"/>
                    <a:pt x="3055" y="981"/>
                  </a:cubicBezTo>
                  <a:cubicBezTo>
                    <a:pt x="3024" y="1105"/>
                    <a:pt x="3024" y="1105"/>
                    <a:pt x="3024" y="1105"/>
                  </a:cubicBezTo>
                  <a:cubicBezTo>
                    <a:pt x="2843" y="1105"/>
                    <a:pt x="2843" y="1105"/>
                    <a:pt x="2843" y="1105"/>
                  </a:cubicBezTo>
                  <a:cubicBezTo>
                    <a:pt x="2843" y="1079"/>
                    <a:pt x="2843" y="1079"/>
                    <a:pt x="2843" y="1079"/>
                  </a:cubicBezTo>
                  <a:cubicBezTo>
                    <a:pt x="2845" y="1065"/>
                    <a:pt x="2848" y="1051"/>
                    <a:pt x="2851" y="1035"/>
                  </a:cubicBezTo>
                  <a:cubicBezTo>
                    <a:pt x="2884" y="901"/>
                    <a:pt x="2972" y="769"/>
                    <a:pt x="3124" y="769"/>
                  </a:cubicBezTo>
                  <a:cubicBezTo>
                    <a:pt x="3185" y="769"/>
                    <a:pt x="3244" y="792"/>
                    <a:pt x="3236" y="875"/>
                  </a:cubicBezTo>
                  <a:cubicBezTo>
                    <a:pt x="3460" y="875"/>
                    <a:pt x="3460" y="875"/>
                    <a:pt x="3460" y="875"/>
                  </a:cubicBezTo>
                  <a:cubicBezTo>
                    <a:pt x="3469" y="836"/>
                    <a:pt x="3484" y="770"/>
                    <a:pt x="3441" y="709"/>
                  </a:cubicBezTo>
                  <a:cubicBezTo>
                    <a:pt x="3394" y="643"/>
                    <a:pt x="3298" y="616"/>
                    <a:pt x="3173" y="616"/>
                  </a:cubicBezTo>
                  <a:cubicBezTo>
                    <a:pt x="3084" y="616"/>
                    <a:pt x="2955" y="631"/>
                    <a:pt x="2843" y="704"/>
                  </a:cubicBezTo>
                  <a:cubicBezTo>
                    <a:pt x="2843" y="28"/>
                    <a:pt x="2843" y="28"/>
                    <a:pt x="2843" y="28"/>
                  </a:cubicBezTo>
                  <a:cubicBezTo>
                    <a:pt x="3588" y="28"/>
                    <a:pt x="3588" y="28"/>
                    <a:pt x="3588" y="28"/>
                  </a:cubicBezTo>
                  <a:lnTo>
                    <a:pt x="3588" y="1105"/>
                  </a:lnTo>
                  <a:close/>
                  <a:moveTo>
                    <a:pt x="3148" y="1287"/>
                  </a:moveTo>
                  <a:cubicBezTo>
                    <a:pt x="3106" y="1294"/>
                    <a:pt x="3063" y="1300"/>
                    <a:pt x="3023" y="1300"/>
                  </a:cubicBezTo>
                  <a:cubicBezTo>
                    <a:pt x="2915" y="1300"/>
                    <a:pt x="2840" y="1250"/>
                    <a:pt x="2839" y="1133"/>
                  </a:cubicBezTo>
                  <a:cubicBezTo>
                    <a:pt x="3186" y="1133"/>
                    <a:pt x="3186" y="1133"/>
                    <a:pt x="3186" y="1133"/>
                  </a:cubicBezTo>
                  <a:lnTo>
                    <a:pt x="3148" y="1287"/>
                  </a:lnTo>
                  <a:close/>
                  <a:moveTo>
                    <a:pt x="2718" y="672"/>
                  </a:moveTo>
                  <a:cubicBezTo>
                    <a:pt x="2718" y="826"/>
                    <a:pt x="2718" y="826"/>
                    <a:pt x="2718" y="826"/>
                  </a:cubicBezTo>
                  <a:cubicBezTo>
                    <a:pt x="2666" y="898"/>
                    <a:pt x="2634" y="976"/>
                    <a:pt x="2619" y="1040"/>
                  </a:cubicBezTo>
                  <a:cubicBezTo>
                    <a:pt x="2613" y="1061"/>
                    <a:pt x="2609" y="1083"/>
                    <a:pt x="2607" y="1105"/>
                  </a:cubicBezTo>
                  <a:cubicBezTo>
                    <a:pt x="2497" y="1105"/>
                    <a:pt x="2497" y="1105"/>
                    <a:pt x="2497" y="1105"/>
                  </a:cubicBezTo>
                  <a:cubicBezTo>
                    <a:pt x="2591" y="660"/>
                    <a:pt x="2591" y="660"/>
                    <a:pt x="2591" y="660"/>
                  </a:cubicBezTo>
                  <a:cubicBezTo>
                    <a:pt x="2276" y="660"/>
                    <a:pt x="2276" y="660"/>
                    <a:pt x="2276" y="660"/>
                  </a:cubicBezTo>
                  <a:cubicBezTo>
                    <a:pt x="1993" y="1105"/>
                    <a:pt x="1993" y="1105"/>
                    <a:pt x="1993" y="1105"/>
                  </a:cubicBezTo>
                  <a:cubicBezTo>
                    <a:pt x="1973" y="1105"/>
                    <a:pt x="1973" y="1105"/>
                    <a:pt x="1973" y="1105"/>
                  </a:cubicBezTo>
                  <a:cubicBezTo>
                    <a:pt x="1973" y="28"/>
                    <a:pt x="1973" y="28"/>
                    <a:pt x="1973" y="28"/>
                  </a:cubicBezTo>
                  <a:cubicBezTo>
                    <a:pt x="2718" y="28"/>
                    <a:pt x="2718" y="28"/>
                    <a:pt x="2718" y="28"/>
                  </a:cubicBezTo>
                  <a:lnTo>
                    <a:pt x="2718" y="672"/>
                  </a:lnTo>
                  <a:close/>
                  <a:moveTo>
                    <a:pt x="2302" y="1105"/>
                  </a:moveTo>
                  <a:cubicBezTo>
                    <a:pt x="2190" y="1105"/>
                    <a:pt x="2190" y="1105"/>
                    <a:pt x="2190" y="1105"/>
                  </a:cubicBezTo>
                  <a:cubicBezTo>
                    <a:pt x="2360" y="838"/>
                    <a:pt x="2360" y="838"/>
                    <a:pt x="2360" y="838"/>
                  </a:cubicBezTo>
                  <a:lnTo>
                    <a:pt x="2302" y="1105"/>
                  </a:lnTo>
                  <a:close/>
                  <a:moveTo>
                    <a:pt x="1850" y="659"/>
                  </a:moveTo>
                  <a:cubicBezTo>
                    <a:pt x="1663" y="659"/>
                    <a:pt x="1663" y="659"/>
                    <a:pt x="1663" y="659"/>
                  </a:cubicBezTo>
                  <a:cubicBezTo>
                    <a:pt x="1535" y="1105"/>
                    <a:pt x="1535" y="1105"/>
                    <a:pt x="1535" y="1105"/>
                  </a:cubicBezTo>
                  <a:cubicBezTo>
                    <a:pt x="1337" y="1105"/>
                    <a:pt x="1337" y="1105"/>
                    <a:pt x="1337" y="1105"/>
                  </a:cubicBezTo>
                  <a:cubicBezTo>
                    <a:pt x="1438" y="1068"/>
                    <a:pt x="1499" y="996"/>
                    <a:pt x="1518" y="890"/>
                  </a:cubicBezTo>
                  <a:cubicBezTo>
                    <a:pt x="1534" y="809"/>
                    <a:pt x="1527" y="755"/>
                    <a:pt x="1493" y="714"/>
                  </a:cubicBezTo>
                  <a:cubicBezTo>
                    <a:pt x="1443" y="654"/>
                    <a:pt x="1342" y="659"/>
                    <a:pt x="1253" y="659"/>
                  </a:cubicBezTo>
                  <a:cubicBezTo>
                    <a:pt x="1237" y="659"/>
                    <a:pt x="1105" y="659"/>
                    <a:pt x="1105" y="659"/>
                  </a:cubicBezTo>
                  <a:cubicBezTo>
                    <a:pt x="1105" y="28"/>
                    <a:pt x="1105" y="28"/>
                    <a:pt x="1105" y="28"/>
                  </a:cubicBezTo>
                  <a:cubicBezTo>
                    <a:pt x="1850" y="28"/>
                    <a:pt x="1850" y="28"/>
                    <a:pt x="1850" y="28"/>
                  </a:cubicBezTo>
                  <a:lnTo>
                    <a:pt x="1850" y="659"/>
                  </a:lnTo>
                  <a:close/>
                  <a:moveTo>
                    <a:pt x="1730" y="1105"/>
                  </a:moveTo>
                  <a:cubicBezTo>
                    <a:pt x="1809" y="826"/>
                    <a:pt x="1809" y="826"/>
                    <a:pt x="1809" y="826"/>
                  </a:cubicBezTo>
                  <a:cubicBezTo>
                    <a:pt x="1812" y="1105"/>
                    <a:pt x="1812" y="1105"/>
                    <a:pt x="1812" y="1105"/>
                  </a:cubicBezTo>
                  <a:lnTo>
                    <a:pt x="1730" y="1105"/>
                  </a:lnTo>
                  <a:close/>
                  <a:moveTo>
                    <a:pt x="1188" y="999"/>
                  </a:moveTo>
                  <a:cubicBezTo>
                    <a:pt x="1187" y="999"/>
                    <a:pt x="1187" y="999"/>
                    <a:pt x="1187" y="999"/>
                  </a:cubicBezTo>
                  <a:cubicBezTo>
                    <a:pt x="1180" y="999"/>
                    <a:pt x="1173" y="1000"/>
                    <a:pt x="1165" y="1000"/>
                  </a:cubicBezTo>
                  <a:cubicBezTo>
                    <a:pt x="1154" y="1000"/>
                    <a:pt x="1145" y="1000"/>
                    <a:pt x="1137" y="1000"/>
                  </a:cubicBezTo>
                  <a:cubicBezTo>
                    <a:pt x="1089" y="1000"/>
                    <a:pt x="1089" y="1000"/>
                    <a:pt x="1089" y="1000"/>
                  </a:cubicBezTo>
                  <a:cubicBezTo>
                    <a:pt x="1111" y="918"/>
                    <a:pt x="1111" y="918"/>
                    <a:pt x="1111" y="918"/>
                  </a:cubicBezTo>
                  <a:cubicBezTo>
                    <a:pt x="1122" y="878"/>
                    <a:pt x="1122" y="878"/>
                    <a:pt x="1122" y="878"/>
                  </a:cubicBezTo>
                  <a:cubicBezTo>
                    <a:pt x="1147" y="783"/>
                    <a:pt x="1147" y="783"/>
                    <a:pt x="1147" y="783"/>
                  </a:cubicBezTo>
                  <a:cubicBezTo>
                    <a:pt x="1158" y="783"/>
                    <a:pt x="1169" y="782"/>
                    <a:pt x="1179" y="782"/>
                  </a:cubicBezTo>
                  <a:cubicBezTo>
                    <a:pt x="1216" y="782"/>
                    <a:pt x="1216" y="782"/>
                    <a:pt x="1216" y="782"/>
                  </a:cubicBezTo>
                  <a:cubicBezTo>
                    <a:pt x="1279" y="782"/>
                    <a:pt x="1319" y="786"/>
                    <a:pt x="1334" y="806"/>
                  </a:cubicBezTo>
                  <a:cubicBezTo>
                    <a:pt x="1345" y="822"/>
                    <a:pt x="1343" y="848"/>
                    <a:pt x="1330" y="888"/>
                  </a:cubicBezTo>
                  <a:cubicBezTo>
                    <a:pt x="1308" y="957"/>
                    <a:pt x="1279" y="992"/>
                    <a:pt x="1188" y="999"/>
                  </a:cubicBezTo>
                  <a:moveTo>
                    <a:pt x="980" y="699"/>
                  </a:moveTo>
                  <a:cubicBezTo>
                    <a:pt x="969" y="737"/>
                    <a:pt x="969" y="737"/>
                    <a:pt x="969" y="737"/>
                  </a:cubicBezTo>
                  <a:cubicBezTo>
                    <a:pt x="862" y="1092"/>
                    <a:pt x="862" y="1092"/>
                    <a:pt x="862" y="1092"/>
                  </a:cubicBezTo>
                  <a:cubicBezTo>
                    <a:pt x="858" y="1105"/>
                    <a:pt x="858" y="1105"/>
                    <a:pt x="858" y="1105"/>
                  </a:cubicBezTo>
                  <a:cubicBezTo>
                    <a:pt x="507" y="1105"/>
                    <a:pt x="507" y="1105"/>
                    <a:pt x="507" y="1105"/>
                  </a:cubicBezTo>
                  <a:cubicBezTo>
                    <a:pt x="479" y="1047"/>
                    <a:pt x="479" y="1047"/>
                    <a:pt x="479" y="1047"/>
                  </a:cubicBezTo>
                  <a:cubicBezTo>
                    <a:pt x="858" y="660"/>
                    <a:pt x="858" y="660"/>
                    <a:pt x="858" y="660"/>
                  </a:cubicBezTo>
                  <a:cubicBezTo>
                    <a:pt x="615" y="660"/>
                    <a:pt x="615" y="660"/>
                    <a:pt x="615" y="660"/>
                  </a:cubicBezTo>
                  <a:cubicBezTo>
                    <a:pt x="319" y="979"/>
                    <a:pt x="319" y="979"/>
                    <a:pt x="319" y="979"/>
                  </a:cubicBezTo>
                  <a:cubicBezTo>
                    <a:pt x="415" y="660"/>
                    <a:pt x="415" y="660"/>
                    <a:pt x="415" y="660"/>
                  </a:cubicBezTo>
                  <a:cubicBezTo>
                    <a:pt x="235" y="660"/>
                    <a:pt x="235" y="660"/>
                    <a:pt x="235" y="660"/>
                  </a:cubicBezTo>
                  <a:cubicBezTo>
                    <a:pt x="235" y="28"/>
                    <a:pt x="235" y="28"/>
                    <a:pt x="235" y="28"/>
                  </a:cubicBezTo>
                  <a:cubicBezTo>
                    <a:pt x="980" y="28"/>
                    <a:pt x="980" y="28"/>
                    <a:pt x="980" y="28"/>
                  </a:cubicBezTo>
                  <a:lnTo>
                    <a:pt x="980" y="699"/>
                  </a:lnTo>
                  <a:close/>
                  <a:moveTo>
                    <a:pt x="281" y="1105"/>
                  </a:moveTo>
                  <a:cubicBezTo>
                    <a:pt x="282" y="1101"/>
                    <a:pt x="282" y="1101"/>
                    <a:pt x="282" y="1101"/>
                  </a:cubicBezTo>
                  <a:cubicBezTo>
                    <a:pt x="285" y="1105"/>
                    <a:pt x="285" y="1105"/>
                    <a:pt x="285" y="1105"/>
                  </a:cubicBezTo>
                  <a:lnTo>
                    <a:pt x="281" y="1105"/>
                  </a:lnTo>
                  <a:close/>
                  <a:moveTo>
                    <a:pt x="2814" y="0"/>
                  </a:moveTo>
                  <a:cubicBezTo>
                    <a:pt x="2814" y="724"/>
                    <a:pt x="2814" y="724"/>
                    <a:pt x="2814" y="724"/>
                  </a:cubicBezTo>
                  <a:cubicBezTo>
                    <a:pt x="2789" y="744"/>
                    <a:pt x="2767" y="765"/>
                    <a:pt x="2747" y="788"/>
                  </a:cubicBezTo>
                  <a:cubicBezTo>
                    <a:pt x="2747" y="0"/>
                    <a:pt x="2747" y="0"/>
                    <a:pt x="2747" y="0"/>
                  </a:cubicBezTo>
                  <a:cubicBezTo>
                    <a:pt x="1945" y="0"/>
                    <a:pt x="1945" y="0"/>
                    <a:pt x="1945" y="0"/>
                  </a:cubicBezTo>
                  <a:cubicBezTo>
                    <a:pt x="1945" y="659"/>
                    <a:pt x="1945" y="659"/>
                    <a:pt x="1945" y="659"/>
                  </a:cubicBezTo>
                  <a:cubicBezTo>
                    <a:pt x="1878" y="659"/>
                    <a:pt x="1878" y="659"/>
                    <a:pt x="1878" y="659"/>
                  </a:cubicBezTo>
                  <a:cubicBezTo>
                    <a:pt x="1878" y="0"/>
                    <a:pt x="1878" y="0"/>
                    <a:pt x="1878" y="0"/>
                  </a:cubicBezTo>
                  <a:cubicBezTo>
                    <a:pt x="1076" y="0"/>
                    <a:pt x="1076" y="0"/>
                    <a:pt x="1076" y="0"/>
                  </a:cubicBezTo>
                  <a:cubicBezTo>
                    <a:pt x="1076" y="660"/>
                    <a:pt x="1076" y="660"/>
                    <a:pt x="1076" y="660"/>
                  </a:cubicBezTo>
                  <a:cubicBezTo>
                    <a:pt x="1009" y="660"/>
                    <a:pt x="1009" y="660"/>
                    <a:pt x="1009" y="660"/>
                  </a:cubicBezTo>
                  <a:cubicBezTo>
                    <a:pt x="1009" y="0"/>
                    <a:pt x="1009" y="0"/>
                    <a:pt x="1009" y="0"/>
                  </a:cubicBezTo>
                  <a:cubicBezTo>
                    <a:pt x="207" y="0"/>
                    <a:pt x="207" y="0"/>
                    <a:pt x="207" y="0"/>
                  </a:cubicBezTo>
                  <a:cubicBezTo>
                    <a:pt x="207" y="753"/>
                    <a:pt x="207" y="753"/>
                    <a:pt x="207" y="753"/>
                  </a:cubicBezTo>
                  <a:cubicBezTo>
                    <a:pt x="2" y="1435"/>
                    <a:pt x="2" y="1435"/>
                    <a:pt x="2" y="1435"/>
                  </a:cubicBezTo>
                  <a:cubicBezTo>
                    <a:pt x="182" y="1435"/>
                    <a:pt x="182" y="1435"/>
                    <a:pt x="182" y="1435"/>
                  </a:cubicBezTo>
                  <a:cubicBezTo>
                    <a:pt x="273" y="1133"/>
                    <a:pt x="273" y="1133"/>
                    <a:pt x="273" y="1133"/>
                  </a:cubicBezTo>
                  <a:cubicBezTo>
                    <a:pt x="299" y="1133"/>
                    <a:pt x="299" y="1133"/>
                    <a:pt x="299" y="1133"/>
                  </a:cubicBezTo>
                  <a:cubicBezTo>
                    <a:pt x="448" y="1435"/>
                    <a:pt x="448" y="1435"/>
                    <a:pt x="448" y="1435"/>
                  </a:cubicBezTo>
                  <a:cubicBezTo>
                    <a:pt x="665" y="1435"/>
                    <a:pt x="665" y="1435"/>
                    <a:pt x="665" y="1435"/>
                  </a:cubicBezTo>
                  <a:cubicBezTo>
                    <a:pt x="520" y="1133"/>
                    <a:pt x="520" y="1133"/>
                    <a:pt x="520" y="1133"/>
                  </a:cubicBezTo>
                  <a:cubicBezTo>
                    <a:pt x="849" y="1133"/>
                    <a:pt x="849" y="1133"/>
                    <a:pt x="849" y="1133"/>
                  </a:cubicBezTo>
                  <a:cubicBezTo>
                    <a:pt x="758" y="1435"/>
                    <a:pt x="758" y="1435"/>
                    <a:pt x="758" y="1435"/>
                  </a:cubicBezTo>
                  <a:cubicBezTo>
                    <a:pt x="955" y="1435"/>
                    <a:pt x="955" y="1435"/>
                    <a:pt x="955" y="1435"/>
                  </a:cubicBezTo>
                  <a:cubicBezTo>
                    <a:pt x="1045" y="1134"/>
                    <a:pt x="1045" y="1134"/>
                    <a:pt x="1045" y="1134"/>
                  </a:cubicBezTo>
                  <a:cubicBezTo>
                    <a:pt x="1088" y="1134"/>
                    <a:pt x="1088" y="1134"/>
                    <a:pt x="1088" y="1134"/>
                  </a:cubicBezTo>
                  <a:cubicBezTo>
                    <a:pt x="1088" y="1133"/>
                    <a:pt x="1088" y="1133"/>
                    <a:pt x="1088" y="1133"/>
                  </a:cubicBezTo>
                  <a:cubicBezTo>
                    <a:pt x="1150" y="1133"/>
                    <a:pt x="1150" y="1133"/>
                    <a:pt x="1150" y="1133"/>
                  </a:cubicBezTo>
                  <a:cubicBezTo>
                    <a:pt x="1155" y="1133"/>
                    <a:pt x="1155" y="1133"/>
                    <a:pt x="1155" y="1133"/>
                  </a:cubicBezTo>
                  <a:cubicBezTo>
                    <a:pt x="1527" y="1133"/>
                    <a:pt x="1527" y="1133"/>
                    <a:pt x="1527" y="1133"/>
                  </a:cubicBezTo>
                  <a:cubicBezTo>
                    <a:pt x="1440" y="1434"/>
                    <a:pt x="1440" y="1434"/>
                    <a:pt x="1440" y="1434"/>
                  </a:cubicBezTo>
                  <a:cubicBezTo>
                    <a:pt x="1638" y="1434"/>
                    <a:pt x="1638" y="1434"/>
                    <a:pt x="1638" y="1434"/>
                  </a:cubicBezTo>
                  <a:cubicBezTo>
                    <a:pt x="1722" y="1133"/>
                    <a:pt x="1722" y="1133"/>
                    <a:pt x="1722" y="1133"/>
                  </a:cubicBezTo>
                  <a:cubicBezTo>
                    <a:pt x="1812" y="1133"/>
                    <a:pt x="1812" y="1133"/>
                    <a:pt x="1812" y="1133"/>
                  </a:cubicBezTo>
                  <a:cubicBezTo>
                    <a:pt x="1814" y="1434"/>
                    <a:pt x="1814" y="1434"/>
                    <a:pt x="1814" y="1434"/>
                  </a:cubicBezTo>
                  <a:cubicBezTo>
                    <a:pt x="1980" y="1434"/>
                    <a:pt x="1980" y="1434"/>
                    <a:pt x="1980" y="1434"/>
                  </a:cubicBezTo>
                  <a:cubicBezTo>
                    <a:pt x="2171" y="1133"/>
                    <a:pt x="2171" y="1133"/>
                    <a:pt x="2171" y="1133"/>
                  </a:cubicBezTo>
                  <a:cubicBezTo>
                    <a:pt x="2296" y="1133"/>
                    <a:pt x="2296" y="1133"/>
                    <a:pt x="2296" y="1133"/>
                  </a:cubicBezTo>
                  <a:cubicBezTo>
                    <a:pt x="2232" y="1434"/>
                    <a:pt x="2232" y="1434"/>
                    <a:pt x="2232" y="1434"/>
                  </a:cubicBezTo>
                  <a:cubicBezTo>
                    <a:pt x="2427" y="1434"/>
                    <a:pt x="2427" y="1434"/>
                    <a:pt x="2427" y="1434"/>
                  </a:cubicBezTo>
                  <a:cubicBezTo>
                    <a:pt x="2491" y="1133"/>
                    <a:pt x="2491" y="1133"/>
                    <a:pt x="2491" y="1133"/>
                  </a:cubicBezTo>
                  <a:cubicBezTo>
                    <a:pt x="2604" y="1133"/>
                    <a:pt x="2604" y="1133"/>
                    <a:pt x="2604" y="1133"/>
                  </a:cubicBezTo>
                  <a:cubicBezTo>
                    <a:pt x="2599" y="1226"/>
                    <a:pt x="2623" y="1311"/>
                    <a:pt x="2685" y="1368"/>
                  </a:cubicBezTo>
                  <a:cubicBezTo>
                    <a:pt x="2761" y="1438"/>
                    <a:pt x="2877" y="1451"/>
                    <a:pt x="2963" y="1451"/>
                  </a:cubicBezTo>
                  <a:cubicBezTo>
                    <a:pt x="3081" y="1451"/>
                    <a:pt x="3203" y="1434"/>
                    <a:pt x="3326" y="1407"/>
                  </a:cubicBezTo>
                  <a:cubicBezTo>
                    <a:pt x="3394" y="1133"/>
                    <a:pt x="3394" y="1133"/>
                    <a:pt x="3394" y="1133"/>
                  </a:cubicBezTo>
                  <a:cubicBezTo>
                    <a:pt x="3617" y="1133"/>
                    <a:pt x="3617" y="1133"/>
                    <a:pt x="3617" y="1133"/>
                  </a:cubicBezTo>
                  <a:cubicBezTo>
                    <a:pt x="3617" y="0"/>
                    <a:pt x="3617" y="0"/>
                    <a:pt x="3617" y="0"/>
                  </a:cubicBezTo>
                  <a:lnTo>
                    <a:pt x="2814" y="0"/>
                  </a:lnTo>
                  <a:close/>
                  <a:moveTo>
                    <a:pt x="351" y="1894"/>
                  </a:moveTo>
                  <a:cubicBezTo>
                    <a:pt x="321" y="2038"/>
                    <a:pt x="321" y="2038"/>
                    <a:pt x="321" y="2038"/>
                  </a:cubicBezTo>
                  <a:cubicBezTo>
                    <a:pt x="316" y="2060"/>
                    <a:pt x="309" y="2092"/>
                    <a:pt x="348" y="2092"/>
                  </a:cubicBezTo>
                  <a:cubicBezTo>
                    <a:pt x="393" y="2092"/>
                    <a:pt x="400" y="2058"/>
                    <a:pt x="409" y="2016"/>
                  </a:cubicBezTo>
                  <a:cubicBezTo>
                    <a:pt x="435" y="1894"/>
                    <a:pt x="435" y="1894"/>
                    <a:pt x="435" y="1894"/>
                  </a:cubicBezTo>
                  <a:cubicBezTo>
                    <a:pt x="508" y="1894"/>
                    <a:pt x="508" y="1894"/>
                    <a:pt x="508" y="1894"/>
                  </a:cubicBezTo>
                  <a:cubicBezTo>
                    <a:pt x="474" y="2053"/>
                    <a:pt x="474" y="2053"/>
                    <a:pt x="474" y="2053"/>
                  </a:cubicBezTo>
                  <a:cubicBezTo>
                    <a:pt x="464" y="2106"/>
                    <a:pt x="463" y="2112"/>
                    <a:pt x="462" y="2118"/>
                  </a:cubicBezTo>
                  <a:cubicBezTo>
                    <a:pt x="461" y="2125"/>
                    <a:pt x="460" y="2130"/>
                    <a:pt x="460" y="2136"/>
                  </a:cubicBezTo>
                  <a:cubicBezTo>
                    <a:pt x="391" y="2136"/>
                    <a:pt x="391" y="2136"/>
                    <a:pt x="391" y="2136"/>
                  </a:cubicBezTo>
                  <a:cubicBezTo>
                    <a:pt x="395" y="2104"/>
                    <a:pt x="395" y="2104"/>
                    <a:pt x="395" y="2104"/>
                  </a:cubicBezTo>
                  <a:cubicBezTo>
                    <a:pt x="386" y="2115"/>
                    <a:pt x="362" y="2143"/>
                    <a:pt x="315" y="2143"/>
                  </a:cubicBezTo>
                  <a:cubicBezTo>
                    <a:pt x="283" y="2143"/>
                    <a:pt x="259" y="2128"/>
                    <a:pt x="250" y="2110"/>
                  </a:cubicBezTo>
                  <a:cubicBezTo>
                    <a:pt x="238" y="2090"/>
                    <a:pt x="245" y="2056"/>
                    <a:pt x="248" y="2045"/>
                  </a:cubicBezTo>
                  <a:cubicBezTo>
                    <a:pt x="279" y="1894"/>
                    <a:pt x="279" y="1894"/>
                    <a:pt x="279" y="1894"/>
                  </a:cubicBezTo>
                  <a:lnTo>
                    <a:pt x="351" y="1894"/>
                  </a:lnTo>
                  <a:close/>
                  <a:moveTo>
                    <a:pt x="812" y="1942"/>
                  </a:moveTo>
                  <a:cubicBezTo>
                    <a:pt x="870" y="1942"/>
                    <a:pt x="870" y="1942"/>
                    <a:pt x="870" y="1942"/>
                  </a:cubicBezTo>
                  <a:cubicBezTo>
                    <a:pt x="880" y="1895"/>
                    <a:pt x="880" y="1895"/>
                    <a:pt x="880" y="1895"/>
                  </a:cubicBezTo>
                  <a:cubicBezTo>
                    <a:pt x="822" y="1895"/>
                    <a:pt x="822" y="1895"/>
                    <a:pt x="822" y="1895"/>
                  </a:cubicBezTo>
                  <a:cubicBezTo>
                    <a:pt x="838" y="1822"/>
                    <a:pt x="838" y="1822"/>
                    <a:pt x="838" y="1822"/>
                  </a:cubicBezTo>
                  <a:cubicBezTo>
                    <a:pt x="762" y="1848"/>
                    <a:pt x="762" y="1848"/>
                    <a:pt x="762" y="1848"/>
                  </a:cubicBezTo>
                  <a:cubicBezTo>
                    <a:pt x="752" y="1895"/>
                    <a:pt x="752" y="1895"/>
                    <a:pt x="752" y="1895"/>
                  </a:cubicBezTo>
                  <a:cubicBezTo>
                    <a:pt x="654" y="1895"/>
                    <a:pt x="654" y="1895"/>
                    <a:pt x="654" y="1895"/>
                  </a:cubicBezTo>
                  <a:cubicBezTo>
                    <a:pt x="670" y="1822"/>
                    <a:pt x="670" y="1822"/>
                    <a:pt x="670" y="1822"/>
                  </a:cubicBezTo>
                  <a:cubicBezTo>
                    <a:pt x="594" y="1848"/>
                    <a:pt x="594" y="1848"/>
                    <a:pt x="594" y="1848"/>
                  </a:cubicBezTo>
                  <a:cubicBezTo>
                    <a:pt x="584" y="1895"/>
                    <a:pt x="584" y="1895"/>
                    <a:pt x="584" y="1895"/>
                  </a:cubicBezTo>
                  <a:cubicBezTo>
                    <a:pt x="537" y="1895"/>
                    <a:pt x="537" y="1895"/>
                    <a:pt x="537" y="1895"/>
                  </a:cubicBezTo>
                  <a:cubicBezTo>
                    <a:pt x="527" y="1942"/>
                    <a:pt x="527" y="1942"/>
                    <a:pt x="527" y="1942"/>
                  </a:cubicBezTo>
                  <a:cubicBezTo>
                    <a:pt x="574" y="1942"/>
                    <a:pt x="574" y="1942"/>
                    <a:pt x="574" y="1942"/>
                  </a:cubicBezTo>
                  <a:cubicBezTo>
                    <a:pt x="545" y="2075"/>
                    <a:pt x="545" y="2075"/>
                    <a:pt x="545" y="2075"/>
                  </a:cubicBezTo>
                  <a:cubicBezTo>
                    <a:pt x="541" y="2095"/>
                    <a:pt x="531" y="2141"/>
                    <a:pt x="603" y="2141"/>
                  </a:cubicBezTo>
                  <a:cubicBezTo>
                    <a:pt x="615" y="2141"/>
                    <a:pt x="636" y="2139"/>
                    <a:pt x="660" y="2133"/>
                  </a:cubicBezTo>
                  <a:cubicBezTo>
                    <a:pt x="670" y="2086"/>
                    <a:pt x="670" y="2086"/>
                    <a:pt x="670" y="2086"/>
                  </a:cubicBezTo>
                  <a:cubicBezTo>
                    <a:pt x="661" y="2087"/>
                    <a:pt x="656" y="2088"/>
                    <a:pt x="645" y="2088"/>
                  </a:cubicBezTo>
                  <a:cubicBezTo>
                    <a:pt x="614" y="2088"/>
                    <a:pt x="617" y="2074"/>
                    <a:pt x="621" y="2052"/>
                  </a:cubicBezTo>
                  <a:cubicBezTo>
                    <a:pt x="645" y="1942"/>
                    <a:pt x="645" y="1942"/>
                    <a:pt x="645" y="1942"/>
                  </a:cubicBezTo>
                  <a:cubicBezTo>
                    <a:pt x="741" y="1942"/>
                    <a:pt x="741" y="1942"/>
                    <a:pt x="741" y="1942"/>
                  </a:cubicBezTo>
                  <a:cubicBezTo>
                    <a:pt x="713" y="2075"/>
                    <a:pt x="713" y="2075"/>
                    <a:pt x="713" y="2075"/>
                  </a:cubicBezTo>
                  <a:cubicBezTo>
                    <a:pt x="709" y="2095"/>
                    <a:pt x="699" y="2141"/>
                    <a:pt x="771" y="2141"/>
                  </a:cubicBezTo>
                  <a:cubicBezTo>
                    <a:pt x="782" y="2141"/>
                    <a:pt x="804" y="2139"/>
                    <a:pt x="828" y="2133"/>
                  </a:cubicBezTo>
                  <a:cubicBezTo>
                    <a:pt x="838" y="2086"/>
                    <a:pt x="838" y="2086"/>
                    <a:pt x="838" y="2086"/>
                  </a:cubicBezTo>
                  <a:cubicBezTo>
                    <a:pt x="829" y="2087"/>
                    <a:pt x="824" y="2088"/>
                    <a:pt x="813" y="2088"/>
                  </a:cubicBezTo>
                  <a:cubicBezTo>
                    <a:pt x="781" y="2088"/>
                    <a:pt x="785" y="2074"/>
                    <a:pt x="788" y="2052"/>
                  </a:cubicBezTo>
                  <a:lnTo>
                    <a:pt x="812" y="1942"/>
                  </a:lnTo>
                  <a:close/>
                  <a:moveTo>
                    <a:pt x="916" y="1893"/>
                  </a:moveTo>
                  <a:cubicBezTo>
                    <a:pt x="987" y="1893"/>
                    <a:pt x="987" y="1893"/>
                    <a:pt x="987" y="1893"/>
                  </a:cubicBezTo>
                  <a:cubicBezTo>
                    <a:pt x="935" y="2136"/>
                    <a:pt x="935" y="2136"/>
                    <a:pt x="935" y="2136"/>
                  </a:cubicBezTo>
                  <a:cubicBezTo>
                    <a:pt x="864" y="2136"/>
                    <a:pt x="864" y="2136"/>
                    <a:pt x="864" y="2136"/>
                  </a:cubicBezTo>
                  <a:lnTo>
                    <a:pt x="916" y="1893"/>
                  </a:lnTo>
                  <a:close/>
                  <a:moveTo>
                    <a:pt x="935" y="1790"/>
                  </a:moveTo>
                  <a:cubicBezTo>
                    <a:pt x="1011" y="1790"/>
                    <a:pt x="1011" y="1790"/>
                    <a:pt x="1011" y="1790"/>
                  </a:cubicBezTo>
                  <a:cubicBezTo>
                    <a:pt x="998" y="1851"/>
                    <a:pt x="998" y="1851"/>
                    <a:pt x="998" y="1851"/>
                  </a:cubicBezTo>
                  <a:cubicBezTo>
                    <a:pt x="922" y="1851"/>
                    <a:pt x="922" y="1851"/>
                    <a:pt x="922" y="1851"/>
                  </a:cubicBezTo>
                  <a:lnTo>
                    <a:pt x="935" y="1790"/>
                  </a:lnTo>
                  <a:close/>
                  <a:moveTo>
                    <a:pt x="1034" y="1937"/>
                  </a:moveTo>
                  <a:cubicBezTo>
                    <a:pt x="1034" y="1936"/>
                    <a:pt x="1040" y="1909"/>
                    <a:pt x="1042" y="1893"/>
                  </a:cubicBezTo>
                  <a:cubicBezTo>
                    <a:pt x="1110" y="1893"/>
                    <a:pt x="1110" y="1893"/>
                    <a:pt x="1110" y="1893"/>
                  </a:cubicBezTo>
                  <a:cubicBezTo>
                    <a:pt x="1104" y="1929"/>
                    <a:pt x="1104" y="1929"/>
                    <a:pt x="1104" y="1929"/>
                  </a:cubicBezTo>
                  <a:cubicBezTo>
                    <a:pt x="1113" y="1918"/>
                    <a:pt x="1139" y="1887"/>
                    <a:pt x="1192" y="1887"/>
                  </a:cubicBezTo>
                  <a:cubicBezTo>
                    <a:pt x="1239" y="1887"/>
                    <a:pt x="1254" y="1916"/>
                    <a:pt x="1256" y="1933"/>
                  </a:cubicBezTo>
                  <a:cubicBezTo>
                    <a:pt x="1259" y="1948"/>
                    <a:pt x="1257" y="1960"/>
                    <a:pt x="1248" y="2005"/>
                  </a:cubicBezTo>
                  <a:cubicBezTo>
                    <a:pt x="1220" y="2136"/>
                    <a:pt x="1220" y="2136"/>
                    <a:pt x="1220" y="2136"/>
                  </a:cubicBezTo>
                  <a:cubicBezTo>
                    <a:pt x="1147" y="2136"/>
                    <a:pt x="1147" y="2136"/>
                    <a:pt x="1147" y="2136"/>
                  </a:cubicBezTo>
                  <a:cubicBezTo>
                    <a:pt x="1179" y="1985"/>
                    <a:pt x="1179" y="1985"/>
                    <a:pt x="1179" y="1985"/>
                  </a:cubicBezTo>
                  <a:cubicBezTo>
                    <a:pt x="1181" y="1975"/>
                    <a:pt x="1183" y="1967"/>
                    <a:pt x="1181" y="1959"/>
                  </a:cubicBezTo>
                  <a:cubicBezTo>
                    <a:pt x="1178" y="1949"/>
                    <a:pt x="1169" y="1938"/>
                    <a:pt x="1151" y="1938"/>
                  </a:cubicBezTo>
                  <a:cubicBezTo>
                    <a:pt x="1136" y="1938"/>
                    <a:pt x="1120" y="1946"/>
                    <a:pt x="1110" y="1957"/>
                  </a:cubicBezTo>
                  <a:cubicBezTo>
                    <a:pt x="1104" y="1963"/>
                    <a:pt x="1097" y="1975"/>
                    <a:pt x="1093" y="1994"/>
                  </a:cubicBezTo>
                  <a:cubicBezTo>
                    <a:pt x="1063" y="2136"/>
                    <a:pt x="1063" y="2136"/>
                    <a:pt x="1063" y="2136"/>
                  </a:cubicBezTo>
                  <a:cubicBezTo>
                    <a:pt x="992" y="2136"/>
                    <a:pt x="992" y="2136"/>
                    <a:pt x="992" y="2136"/>
                  </a:cubicBezTo>
                  <a:lnTo>
                    <a:pt x="1034" y="1937"/>
                  </a:lnTo>
                  <a:close/>
                  <a:moveTo>
                    <a:pt x="1558" y="1895"/>
                  </a:moveTo>
                  <a:cubicBezTo>
                    <a:pt x="1552" y="1914"/>
                    <a:pt x="1547" y="1930"/>
                    <a:pt x="1542" y="1955"/>
                  </a:cubicBezTo>
                  <a:cubicBezTo>
                    <a:pt x="1504" y="2134"/>
                    <a:pt x="1504" y="2134"/>
                    <a:pt x="1504" y="2134"/>
                  </a:cubicBezTo>
                  <a:cubicBezTo>
                    <a:pt x="1486" y="2223"/>
                    <a:pt x="1409" y="2232"/>
                    <a:pt x="1363" y="2232"/>
                  </a:cubicBezTo>
                  <a:cubicBezTo>
                    <a:pt x="1328" y="2232"/>
                    <a:pt x="1261" y="2228"/>
                    <a:pt x="1272" y="2154"/>
                  </a:cubicBezTo>
                  <a:cubicBezTo>
                    <a:pt x="1340" y="2154"/>
                    <a:pt x="1340" y="2154"/>
                    <a:pt x="1340" y="2154"/>
                  </a:cubicBezTo>
                  <a:cubicBezTo>
                    <a:pt x="1340" y="2158"/>
                    <a:pt x="1339" y="2166"/>
                    <a:pt x="1344" y="2174"/>
                  </a:cubicBezTo>
                  <a:cubicBezTo>
                    <a:pt x="1348" y="2181"/>
                    <a:pt x="1357" y="2188"/>
                    <a:pt x="1375" y="2188"/>
                  </a:cubicBezTo>
                  <a:cubicBezTo>
                    <a:pt x="1397" y="2188"/>
                    <a:pt x="1417" y="2178"/>
                    <a:pt x="1427" y="2156"/>
                  </a:cubicBezTo>
                  <a:cubicBezTo>
                    <a:pt x="1432" y="2144"/>
                    <a:pt x="1434" y="2135"/>
                    <a:pt x="1442" y="2099"/>
                  </a:cubicBezTo>
                  <a:cubicBezTo>
                    <a:pt x="1413" y="2128"/>
                    <a:pt x="1387" y="2132"/>
                    <a:pt x="1370" y="2132"/>
                  </a:cubicBezTo>
                  <a:cubicBezTo>
                    <a:pt x="1300" y="2132"/>
                    <a:pt x="1280" y="2071"/>
                    <a:pt x="1293" y="2012"/>
                  </a:cubicBezTo>
                  <a:cubicBezTo>
                    <a:pt x="1306" y="1951"/>
                    <a:pt x="1352" y="1892"/>
                    <a:pt x="1422" y="1892"/>
                  </a:cubicBezTo>
                  <a:cubicBezTo>
                    <a:pt x="1466" y="1892"/>
                    <a:pt x="1477" y="1916"/>
                    <a:pt x="1482" y="1927"/>
                  </a:cubicBezTo>
                  <a:cubicBezTo>
                    <a:pt x="1492" y="1895"/>
                    <a:pt x="1492" y="1895"/>
                    <a:pt x="1492" y="1895"/>
                  </a:cubicBezTo>
                  <a:lnTo>
                    <a:pt x="1558" y="1895"/>
                  </a:lnTo>
                  <a:close/>
                  <a:moveTo>
                    <a:pt x="1397" y="2083"/>
                  </a:moveTo>
                  <a:cubicBezTo>
                    <a:pt x="1447" y="2083"/>
                    <a:pt x="1459" y="2025"/>
                    <a:pt x="1461" y="2014"/>
                  </a:cubicBezTo>
                  <a:cubicBezTo>
                    <a:pt x="1467" y="1986"/>
                    <a:pt x="1472" y="1940"/>
                    <a:pt x="1428" y="1940"/>
                  </a:cubicBezTo>
                  <a:cubicBezTo>
                    <a:pt x="1401" y="1940"/>
                    <a:pt x="1375" y="1960"/>
                    <a:pt x="1364" y="2012"/>
                  </a:cubicBezTo>
                  <a:cubicBezTo>
                    <a:pt x="1362" y="2025"/>
                    <a:pt x="1349" y="2083"/>
                    <a:pt x="1397" y="2083"/>
                  </a:cubicBezTo>
                  <a:moveTo>
                    <a:pt x="1842" y="2133"/>
                  </a:moveTo>
                  <a:cubicBezTo>
                    <a:pt x="1818" y="2139"/>
                    <a:pt x="1797" y="2141"/>
                    <a:pt x="1786" y="2141"/>
                  </a:cubicBezTo>
                  <a:cubicBezTo>
                    <a:pt x="1714" y="2141"/>
                    <a:pt x="1723" y="2095"/>
                    <a:pt x="1728" y="2075"/>
                  </a:cubicBezTo>
                  <a:cubicBezTo>
                    <a:pt x="1756" y="1942"/>
                    <a:pt x="1756" y="1942"/>
                    <a:pt x="1756" y="1942"/>
                  </a:cubicBezTo>
                  <a:cubicBezTo>
                    <a:pt x="1710" y="1942"/>
                    <a:pt x="1710" y="1942"/>
                    <a:pt x="1710" y="1942"/>
                  </a:cubicBezTo>
                  <a:cubicBezTo>
                    <a:pt x="1719" y="1895"/>
                    <a:pt x="1719" y="1895"/>
                    <a:pt x="1719" y="1895"/>
                  </a:cubicBezTo>
                  <a:cubicBezTo>
                    <a:pt x="1766" y="1895"/>
                    <a:pt x="1766" y="1895"/>
                    <a:pt x="1766" y="1895"/>
                  </a:cubicBezTo>
                  <a:cubicBezTo>
                    <a:pt x="1776" y="1848"/>
                    <a:pt x="1776" y="1848"/>
                    <a:pt x="1776" y="1848"/>
                  </a:cubicBezTo>
                  <a:cubicBezTo>
                    <a:pt x="1852" y="1822"/>
                    <a:pt x="1852" y="1822"/>
                    <a:pt x="1852" y="1822"/>
                  </a:cubicBezTo>
                  <a:cubicBezTo>
                    <a:pt x="1837" y="1895"/>
                    <a:pt x="1837" y="1895"/>
                    <a:pt x="1837" y="1895"/>
                  </a:cubicBezTo>
                  <a:cubicBezTo>
                    <a:pt x="1895" y="1895"/>
                    <a:pt x="1895" y="1895"/>
                    <a:pt x="1895" y="1895"/>
                  </a:cubicBezTo>
                  <a:cubicBezTo>
                    <a:pt x="1884" y="1942"/>
                    <a:pt x="1884" y="1942"/>
                    <a:pt x="1884" y="1942"/>
                  </a:cubicBezTo>
                  <a:cubicBezTo>
                    <a:pt x="1827" y="1942"/>
                    <a:pt x="1827" y="1942"/>
                    <a:pt x="1827" y="1942"/>
                  </a:cubicBezTo>
                  <a:cubicBezTo>
                    <a:pt x="1803" y="2052"/>
                    <a:pt x="1803" y="2052"/>
                    <a:pt x="1803" y="2052"/>
                  </a:cubicBezTo>
                  <a:cubicBezTo>
                    <a:pt x="1799" y="2074"/>
                    <a:pt x="1796" y="2088"/>
                    <a:pt x="1828" y="2088"/>
                  </a:cubicBezTo>
                  <a:cubicBezTo>
                    <a:pt x="1838" y="2088"/>
                    <a:pt x="1844" y="2087"/>
                    <a:pt x="1852" y="2086"/>
                  </a:cubicBezTo>
                  <a:lnTo>
                    <a:pt x="1842" y="2133"/>
                  </a:lnTo>
                  <a:close/>
                  <a:moveTo>
                    <a:pt x="1954" y="1790"/>
                  </a:moveTo>
                  <a:cubicBezTo>
                    <a:pt x="2025" y="1790"/>
                    <a:pt x="2025" y="1790"/>
                    <a:pt x="2025" y="1790"/>
                  </a:cubicBezTo>
                  <a:cubicBezTo>
                    <a:pt x="1996" y="1927"/>
                    <a:pt x="1996" y="1927"/>
                    <a:pt x="1996" y="1927"/>
                  </a:cubicBezTo>
                  <a:cubicBezTo>
                    <a:pt x="2007" y="1915"/>
                    <a:pt x="2030" y="1890"/>
                    <a:pt x="2074" y="1890"/>
                  </a:cubicBezTo>
                  <a:cubicBezTo>
                    <a:pt x="2110" y="1890"/>
                    <a:pt x="2129" y="1908"/>
                    <a:pt x="2137" y="1923"/>
                  </a:cubicBezTo>
                  <a:cubicBezTo>
                    <a:pt x="2143" y="1935"/>
                    <a:pt x="2146" y="1957"/>
                    <a:pt x="2139" y="1989"/>
                  </a:cubicBezTo>
                  <a:cubicBezTo>
                    <a:pt x="2108" y="2136"/>
                    <a:pt x="2108" y="2136"/>
                    <a:pt x="2108" y="2136"/>
                  </a:cubicBezTo>
                  <a:cubicBezTo>
                    <a:pt x="2037" y="2136"/>
                    <a:pt x="2037" y="2136"/>
                    <a:pt x="2037" y="2136"/>
                  </a:cubicBezTo>
                  <a:cubicBezTo>
                    <a:pt x="2068" y="1991"/>
                    <a:pt x="2068" y="1991"/>
                    <a:pt x="2068" y="1991"/>
                  </a:cubicBezTo>
                  <a:cubicBezTo>
                    <a:pt x="2071" y="1977"/>
                    <a:pt x="2079" y="1938"/>
                    <a:pt x="2040" y="1938"/>
                  </a:cubicBezTo>
                  <a:cubicBezTo>
                    <a:pt x="2019" y="1938"/>
                    <a:pt x="1991" y="1950"/>
                    <a:pt x="1983" y="1988"/>
                  </a:cubicBezTo>
                  <a:cubicBezTo>
                    <a:pt x="1952" y="2136"/>
                    <a:pt x="1952" y="2136"/>
                    <a:pt x="1952" y="2136"/>
                  </a:cubicBezTo>
                  <a:cubicBezTo>
                    <a:pt x="1881" y="2136"/>
                    <a:pt x="1881" y="2136"/>
                    <a:pt x="1881" y="2136"/>
                  </a:cubicBezTo>
                  <a:lnTo>
                    <a:pt x="1954" y="1790"/>
                  </a:lnTo>
                  <a:close/>
                  <a:moveTo>
                    <a:pt x="2195" y="1953"/>
                  </a:moveTo>
                  <a:cubicBezTo>
                    <a:pt x="2197" y="1942"/>
                    <a:pt x="2203" y="1906"/>
                    <a:pt x="2205" y="1893"/>
                  </a:cubicBezTo>
                  <a:cubicBezTo>
                    <a:pt x="2271" y="1893"/>
                    <a:pt x="2271" y="1893"/>
                    <a:pt x="2271" y="1893"/>
                  </a:cubicBezTo>
                  <a:cubicBezTo>
                    <a:pt x="2263" y="1939"/>
                    <a:pt x="2263" y="1939"/>
                    <a:pt x="2263" y="1939"/>
                  </a:cubicBezTo>
                  <a:cubicBezTo>
                    <a:pt x="2276" y="1919"/>
                    <a:pt x="2298" y="1889"/>
                    <a:pt x="2356" y="1892"/>
                  </a:cubicBezTo>
                  <a:cubicBezTo>
                    <a:pt x="2342" y="1956"/>
                    <a:pt x="2342" y="1956"/>
                    <a:pt x="2342" y="1956"/>
                  </a:cubicBezTo>
                  <a:cubicBezTo>
                    <a:pt x="2271" y="1949"/>
                    <a:pt x="2259" y="1986"/>
                    <a:pt x="2253" y="2017"/>
                  </a:cubicBezTo>
                  <a:cubicBezTo>
                    <a:pt x="2227" y="2136"/>
                    <a:pt x="2227" y="2136"/>
                    <a:pt x="2227" y="2136"/>
                  </a:cubicBezTo>
                  <a:cubicBezTo>
                    <a:pt x="2156" y="2136"/>
                    <a:pt x="2156" y="2136"/>
                    <a:pt x="2156" y="2136"/>
                  </a:cubicBezTo>
                  <a:lnTo>
                    <a:pt x="2195" y="1953"/>
                  </a:lnTo>
                  <a:close/>
                  <a:moveTo>
                    <a:pt x="2503" y="1888"/>
                  </a:moveTo>
                  <a:cubicBezTo>
                    <a:pt x="2591" y="1888"/>
                    <a:pt x="2617" y="1948"/>
                    <a:pt x="2602" y="2015"/>
                  </a:cubicBezTo>
                  <a:cubicBezTo>
                    <a:pt x="2587" y="2083"/>
                    <a:pt x="2535" y="2145"/>
                    <a:pt x="2447" y="2145"/>
                  </a:cubicBezTo>
                  <a:cubicBezTo>
                    <a:pt x="2378" y="2145"/>
                    <a:pt x="2332" y="2102"/>
                    <a:pt x="2350" y="2017"/>
                  </a:cubicBezTo>
                  <a:cubicBezTo>
                    <a:pt x="2362" y="1959"/>
                    <a:pt x="2408" y="1888"/>
                    <a:pt x="2503" y="1888"/>
                  </a:cubicBezTo>
                  <a:moveTo>
                    <a:pt x="2460" y="2095"/>
                  </a:moveTo>
                  <a:cubicBezTo>
                    <a:pt x="2491" y="2095"/>
                    <a:pt x="2516" y="2077"/>
                    <a:pt x="2530" y="2012"/>
                  </a:cubicBezTo>
                  <a:cubicBezTo>
                    <a:pt x="2537" y="1980"/>
                    <a:pt x="2540" y="1935"/>
                    <a:pt x="2493" y="1935"/>
                  </a:cubicBezTo>
                  <a:cubicBezTo>
                    <a:pt x="2441" y="1935"/>
                    <a:pt x="2427" y="1995"/>
                    <a:pt x="2423" y="2018"/>
                  </a:cubicBezTo>
                  <a:cubicBezTo>
                    <a:pt x="2411" y="2072"/>
                    <a:pt x="2425" y="2095"/>
                    <a:pt x="2460" y="2095"/>
                  </a:cubicBezTo>
                  <a:moveTo>
                    <a:pt x="2743" y="1894"/>
                  </a:moveTo>
                  <a:cubicBezTo>
                    <a:pt x="2713" y="2038"/>
                    <a:pt x="2713" y="2038"/>
                    <a:pt x="2713" y="2038"/>
                  </a:cubicBezTo>
                  <a:cubicBezTo>
                    <a:pt x="2708" y="2060"/>
                    <a:pt x="2701" y="2092"/>
                    <a:pt x="2740" y="2092"/>
                  </a:cubicBezTo>
                  <a:cubicBezTo>
                    <a:pt x="2785" y="2092"/>
                    <a:pt x="2792" y="2058"/>
                    <a:pt x="2801" y="2016"/>
                  </a:cubicBezTo>
                  <a:cubicBezTo>
                    <a:pt x="2827" y="1894"/>
                    <a:pt x="2827" y="1894"/>
                    <a:pt x="2827" y="1894"/>
                  </a:cubicBezTo>
                  <a:cubicBezTo>
                    <a:pt x="2900" y="1894"/>
                    <a:pt x="2900" y="1894"/>
                    <a:pt x="2900" y="1894"/>
                  </a:cubicBezTo>
                  <a:cubicBezTo>
                    <a:pt x="2867" y="2053"/>
                    <a:pt x="2867" y="2053"/>
                    <a:pt x="2867" y="2053"/>
                  </a:cubicBezTo>
                  <a:cubicBezTo>
                    <a:pt x="2856" y="2106"/>
                    <a:pt x="2855" y="2112"/>
                    <a:pt x="2854" y="2118"/>
                  </a:cubicBezTo>
                  <a:cubicBezTo>
                    <a:pt x="2853" y="2125"/>
                    <a:pt x="2852" y="2130"/>
                    <a:pt x="2852" y="2136"/>
                  </a:cubicBezTo>
                  <a:cubicBezTo>
                    <a:pt x="2783" y="2136"/>
                    <a:pt x="2783" y="2136"/>
                    <a:pt x="2783" y="2136"/>
                  </a:cubicBezTo>
                  <a:cubicBezTo>
                    <a:pt x="2787" y="2104"/>
                    <a:pt x="2787" y="2104"/>
                    <a:pt x="2787" y="2104"/>
                  </a:cubicBezTo>
                  <a:cubicBezTo>
                    <a:pt x="2778" y="2115"/>
                    <a:pt x="2753" y="2143"/>
                    <a:pt x="2707" y="2143"/>
                  </a:cubicBezTo>
                  <a:cubicBezTo>
                    <a:pt x="2675" y="2143"/>
                    <a:pt x="2651" y="2128"/>
                    <a:pt x="2641" y="2110"/>
                  </a:cubicBezTo>
                  <a:cubicBezTo>
                    <a:pt x="2630" y="2090"/>
                    <a:pt x="2637" y="2056"/>
                    <a:pt x="2639" y="2045"/>
                  </a:cubicBezTo>
                  <a:cubicBezTo>
                    <a:pt x="2671" y="1894"/>
                    <a:pt x="2671" y="1894"/>
                    <a:pt x="2671" y="1894"/>
                  </a:cubicBezTo>
                  <a:lnTo>
                    <a:pt x="2743" y="1894"/>
                  </a:lnTo>
                  <a:close/>
                  <a:moveTo>
                    <a:pt x="3181" y="1895"/>
                  </a:moveTo>
                  <a:cubicBezTo>
                    <a:pt x="3175" y="1914"/>
                    <a:pt x="3170" y="1930"/>
                    <a:pt x="3164" y="1955"/>
                  </a:cubicBezTo>
                  <a:cubicBezTo>
                    <a:pt x="3126" y="2134"/>
                    <a:pt x="3126" y="2134"/>
                    <a:pt x="3126" y="2134"/>
                  </a:cubicBezTo>
                  <a:cubicBezTo>
                    <a:pt x="3108" y="2223"/>
                    <a:pt x="3031" y="2232"/>
                    <a:pt x="2985" y="2232"/>
                  </a:cubicBezTo>
                  <a:cubicBezTo>
                    <a:pt x="2950" y="2232"/>
                    <a:pt x="2883" y="2228"/>
                    <a:pt x="2894" y="2154"/>
                  </a:cubicBezTo>
                  <a:cubicBezTo>
                    <a:pt x="2962" y="2154"/>
                    <a:pt x="2962" y="2154"/>
                    <a:pt x="2962" y="2154"/>
                  </a:cubicBezTo>
                  <a:cubicBezTo>
                    <a:pt x="2962" y="2158"/>
                    <a:pt x="2962" y="2166"/>
                    <a:pt x="2966" y="2174"/>
                  </a:cubicBezTo>
                  <a:cubicBezTo>
                    <a:pt x="2970" y="2181"/>
                    <a:pt x="2979" y="2188"/>
                    <a:pt x="2998" y="2188"/>
                  </a:cubicBezTo>
                  <a:cubicBezTo>
                    <a:pt x="3019" y="2188"/>
                    <a:pt x="3040" y="2178"/>
                    <a:pt x="3049" y="2156"/>
                  </a:cubicBezTo>
                  <a:cubicBezTo>
                    <a:pt x="3054" y="2144"/>
                    <a:pt x="3056" y="2135"/>
                    <a:pt x="3064" y="2099"/>
                  </a:cubicBezTo>
                  <a:cubicBezTo>
                    <a:pt x="3036" y="2128"/>
                    <a:pt x="3009" y="2132"/>
                    <a:pt x="2992" y="2132"/>
                  </a:cubicBezTo>
                  <a:cubicBezTo>
                    <a:pt x="2922" y="2132"/>
                    <a:pt x="2903" y="2071"/>
                    <a:pt x="2915" y="2012"/>
                  </a:cubicBezTo>
                  <a:cubicBezTo>
                    <a:pt x="2928" y="1951"/>
                    <a:pt x="2974" y="1892"/>
                    <a:pt x="3044" y="1892"/>
                  </a:cubicBezTo>
                  <a:cubicBezTo>
                    <a:pt x="3088" y="1892"/>
                    <a:pt x="3099" y="1916"/>
                    <a:pt x="3105" y="1927"/>
                  </a:cubicBezTo>
                  <a:cubicBezTo>
                    <a:pt x="3114" y="1895"/>
                    <a:pt x="3114" y="1895"/>
                    <a:pt x="3114" y="1895"/>
                  </a:cubicBezTo>
                  <a:lnTo>
                    <a:pt x="3181" y="1895"/>
                  </a:lnTo>
                  <a:close/>
                  <a:moveTo>
                    <a:pt x="3019" y="2083"/>
                  </a:moveTo>
                  <a:cubicBezTo>
                    <a:pt x="3069" y="2083"/>
                    <a:pt x="3081" y="2025"/>
                    <a:pt x="3083" y="2014"/>
                  </a:cubicBezTo>
                  <a:cubicBezTo>
                    <a:pt x="3089" y="1986"/>
                    <a:pt x="3094" y="1940"/>
                    <a:pt x="3051" y="1940"/>
                  </a:cubicBezTo>
                  <a:cubicBezTo>
                    <a:pt x="3024" y="1940"/>
                    <a:pt x="2997" y="1960"/>
                    <a:pt x="2986" y="2012"/>
                  </a:cubicBezTo>
                  <a:cubicBezTo>
                    <a:pt x="2984" y="2025"/>
                    <a:pt x="2971" y="2083"/>
                    <a:pt x="3019" y="2083"/>
                  </a:cubicBezTo>
                  <a:moveTo>
                    <a:pt x="3257" y="1790"/>
                  </a:moveTo>
                  <a:cubicBezTo>
                    <a:pt x="3327" y="1790"/>
                    <a:pt x="3327" y="1790"/>
                    <a:pt x="3327" y="1790"/>
                  </a:cubicBezTo>
                  <a:cubicBezTo>
                    <a:pt x="3298" y="1927"/>
                    <a:pt x="3298" y="1927"/>
                    <a:pt x="3298" y="1927"/>
                  </a:cubicBezTo>
                  <a:cubicBezTo>
                    <a:pt x="3309" y="1915"/>
                    <a:pt x="3332" y="1890"/>
                    <a:pt x="3376" y="1890"/>
                  </a:cubicBezTo>
                  <a:cubicBezTo>
                    <a:pt x="3412" y="1890"/>
                    <a:pt x="3431" y="1908"/>
                    <a:pt x="3440" y="1923"/>
                  </a:cubicBezTo>
                  <a:cubicBezTo>
                    <a:pt x="3446" y="1935"/>
                    <a:pt x="3448" y="1957"/>
                    <a:pt x="3441" y="1989"/>
                  </a:cubicBezTo>
                  <a:cubicBezTo>
                    <a:pt x="3410" y="2136"/>
                    <a:pt x="3410" y="2136"/>
                    <a:pt x="3410" y="2136"/>
                  </a:cubicBezTo>
                  <a:cubicBezTo>
                    <a:pt x="3340" y="2136"/>
                    <a:pt x="3340" y="2136"/>
                    <a:pt x="3340" y="2136"/>
                  </a:cubicBezTo>
                  <a:cubicBezTo>
                    <a:pt x="3370" y="1991"/>
                    <a:pt x="3370" y="1991"/>
                    <a:pt x="3370" y="1991"/>
                  </a:cubicBezTo>
                  <a:cubicBezTo>
                    <a:pt x="3373" y="1977"/>
                    <a:pt x="3382" y="1938"/>
                    <a:pt x="3342" y="1938"/>
                  </a:cubicBezTo>
                  <a:cubicBezTo>
                    <a:pt x="3322" y="1938"/>
                    <a:pt x="3293" y="1950"/>
                    <a:pt x="3286" y="1988"/>
                  </a:cubicBezTo>
                  <a:cubicBezTo>
                    <a:pt x="3255" y="2136"/>
                    <a:pt x="3255" y="2136"/>
                    <a:pt x="3255" y="2136"/>
                  </a:cubicBezTo>
                  <a:cubicBezTo>
                    <a:pt x="3183" y="2136"/>
                    <a:pt x="3183" y="2136"/>
                    <a:pt x="3183" y="2136"/>
                  </a:cubicBezTo>
                  <a:lnTo>
                    <a:pt x="3257" y="1790"/>
                  </a:lnTo>
                  <a:close/>
                  <a:moveTo>
                    <a:pt x="158" y="1980"/>
                  </a:moveTo>
                  <a:cubicBezTo>
                    <a:pt x="159" y="1971"/>
                    <a:pt x="164" y="1935"/>
                    <a:pt x="137" y="1935"/>
                  </a:cubicBezTo>
                  <a:cubicBezTo>
                    <a:pt x="103" y="1935"/>
                    <a:pt x="89" y="1986"/>
                    <a:pt x="83" y="2012"/>
                  </a:cubicBezTo>
                  <a:cubicBezTo>
                    <a:pt x="80" y="2026"/>
                    <a:pt x="72" y="2069"/>
                    <a:pt x="85" y="2087"/>
                  </a:cubicBezTo>
                  <a:cubicBezTo>
                    <a:pt x="90" y="2094"/>
                    <a:pt x="97" y="2095"/>
                    <a:pt x="102" y="2095"/>
                  </a:cubicBezTo>
                  <a:cubicBezTo>
                    <a:pt x="109" y="2095"/>
                    <a:pt x="133" y="2092"/>
                    <a:pt x="145" y="2048"/>
                  </a:cubicBezTo>
                  <a:cubicBezTo>
                    <a:pt x="215" y="2048"/>
                    <a:pt x="215" y="2048"/>
                    <a:pt x="215" y="2048"/>
                  </a:cubicBezTo>
                  <a:cubicBezTo>
                    <a:pt x="210" y="2067"/>
                    <a:pt x="201" y="2097"/>
                    <a:pt x="168" y="2120"/>
                  </a:cubicBezTo>
                  <a:cubicBezTo>
                    <a:pt x="148" y="2135"/>
                    <a:pt x="124" y="2143"/>
                    <a:pt x="94" y="2143"/>
                  </a:cubicBezTo>
                  <a:cubicBezTo>
                    <a:pt x="62" y="2143"/>
                    <a:pt x="35" y="2135"/>
                    <a:pt x="18" y="2110"/>
                  </a:cubicBezTo>
                  <a:cubicBezTo>
                    <a:pt x="2" y="2086"/>
                    <a:pt x="0" y="2053"/>
                    <a:pt x="8" y="2015"/>
                  </a:cubicBezTo>
                  <a:cubicBezTo>
                    <a:pt x="32" y="1904"/>
                    <a:pt x="116" y="1889"/>
                    <a:pt x="148" y="1889"/>
                  </a:cubicBezTo>
                  <a:cubicBezTo>
                    <a:pt x="193" y="1889"/>
                    <a:pt x="241" y="1914"/>
                    <a:pt x="228" y="1980"/>
                  </a:cubicBezTo>
                  <a:lnTo>
                    <a:pt x="158" y="1980"/>
                  </a:lnTo>
                  <a:close/>
                  <a:moveTo>
                    <a:pt x="3764" y="1980"/>
                  </a:moveTo>
                  <a:cubicBezTo>
                    <a:pt x="3765" y="1971"/>
                    <a:pt x="3770" y="1935"/>
                    <a:pt x="3742" y="1935"/>
                  </a:cubicBezTo>
                  <a:cubicBezTo>
                    <a:pt x="3709" y="1935"/>
                    <a:pt x="3694" y="1986"/>
                    <a:pt x="3688" y="2012"/>
                  </a:cubicBezTo>
                  <a:cubicBezTo>
                    <a:pt x="3685" y="2026"/>
                    <a:pt x="3678" y="2069"/>
                    <a:pt x="3691" y="2087"/>
                  </a:cubicBezTo>
                  <a:cubicBezTo>
                    <a:pt x="3695" y="2094"/>
                    <a:pt x="3703" y="2095"/>
                    <a:pt x="3708" y="2095"/>
                  </a:cubicBezTo>
                  <a:cubicBezTo>
                    <a:pt x="3715" y="2095"/>
                    <a:pt x="3738" y="2092"/>
                    <a:pt x="3751" y="2048"/>
                  </a:cubicBezTo>
                  <a:cubicBezTo>
                    <a:pt x="3820" y="2048"/>
                    <a:pt x="3820" y="2048"/>
                    <a:pt x="3820" y="2048"/>
                  </a:cubicBezTo>
                  <a:cubicBezTo>
                    <a:pt x="3816" y="2067"/>
                    <a:pt x="3807" y="2097"/>
                    <a:pt x="3774" y="2120"/>
                  </a:cubicBezTo>
                  <a:cubicBezTo>
                    <a:pt x="3754" y="2135"/>
                    <a:pt x="3730" y="2143"/>
                    <a:pt x="3700" y="2143"/>
                  </a:cubicBezTo>
                  <a:cubicBezTo>
                    <a:pt x="3668" y="2143"/>
                    <a:pt x="3641" y="2135"/>
                    <a:pt x="3624" y="2110"/>
                  </a:cubicBezTo>
                  <a:cubicBezTo>
                    <a:pt x="3608" y="2086"/>
                    <a:pt x="3606" y="2053"/>
                    <a:pt x="3614" y="2015"/>
                  </a:cubicBezTo>
                  <a:cubicBezTo>
                    <a:pt x="3638" y="1904"/>
                    <a:pt x="3722" y="1889"/>
                    <a:pt x="3754" y="1889"/>
                  </a:cubicBezTo>
                  <a:cubicBezTo>
                    <a:pt x="3799" y="1889"/>
                    <a:pt x="3847" y="1914"/>
                    <a:pt x="3834" y="1980"/>
                  </a:cubicBezTo>
                  <a:lnTo>
                    <a:pt x="3764" y="1980"/>
                  </a:lnTo>
                  <a:close/>
                  <a:moveTo>
                    <a:pt x="4010" y="1888"/>
                  </a:moveTo>
                  <a:cubicBezTo>
                    <a:pt x="4098" y="1888"/>
                    <a:pt x="4123" y="1948"/>
                    <a:pt x="4109" y="2015"/>
                  </a:cubicBezTo>
                  <a:cubicBezTo>
                    <a:pt x="4094" y="2083"/>
                    <a:pt x="4042" y="2145"/>
                    <a:pt x="3954" y="2145"/>
                  </a:cubicBezTo>
                  <a:cubicBezTo>
                    <a:pt x="3884" y="2145"/>
                    <a:pt x="3839" y="2102"/>
                    <a:pt x="3857" y="2017"/>
                  </a:cubicBezTo>
                  <a:cubicBezTo>
                    <a:pt x="3870" y="1959"/>
                    <a:pt x="3914" y="1888"/>
                    <a:pt x="4010" y="1888"/>
                  </a:cubicBezTo>
                  <a:moveTo>
                    <a:pt x="3967" y="2095"/>
                  </a:moveTo>
                  <a:cubicBezTo>
                    <a:pt x="3998" y="2095"/>
                    <a:pt x="4023" y="2077"/>
                    <a:pt x="4037" y="2012"/>
                  </a:cubicBezTo>
                  <a:cubicBezTo>
                    <a:pt x="4044" y="1980"/>
                    <a:pt x="4047" y="1935"/>
                    <a:pt x="4000" y="1935"/>
                  </a:cubicBezTo>
                  <a:cubicBezTo>
                    <a:pt x="3948" y="1935"/>
                    <a:pt x="3935" y="1995"/>
                    <a:pt x="3930" y="2018"/>
                  </a:cubicBezTo>
                  <a:cubicBezTo>
                    <a:pt x="3918" y="2072"/>
                    <a:pt x="3932" y="2095"/>
                    <a:pt x="3967" y="2095"/>
                  </a:cubicBezTo>
                  <a:moveTo>
                    <a:pt x="4173" y="1939"/>
                  </a:moveTo>
                  <a:cubicBezTo>
                    <a:pt x="4176" y="1924"/>
                    <a:pt x="4178" y="1909"/>
                    <a:pt x="4180" y="1894"/>
                  </a:cubicBezTo>
                  <a:cubicBezTo>
                    <a:pt x="4248" y="1894"/>
                    <a:pt x="4248" y="1894"/>
                    <a:pt x="4248" y="1894"/>
                  </a:cubicBezTo>
                  <a:cubicBezTo>
                    <a:pt x="4245" y="1925"/>
                    <a:pt x="4245" y="1925"/>
                    <a:pt x="4245" y="1925"/>
                  </a:cubicBezTo>
                  <a:cubicBezTo>
                    <a:pt x="4254" y="1915"/>
                    <a:pt x="4279" y="1889"/>
                    <a:pt x="4327" y="1889"/>
                  </a:cubicBezTo>
                  <a:cubicBezTo>
                    <a:pt x="4383" y="1889"/>
                    <a:pt x="4392" y="1923"/>
                    <a:pt x="4394" y="1934"/>
                  </a:cubicBezTo>
                  <a:cubicBezTo>
                    <a:pt x="4423" y="1895"/>
                    <a:pt x="4456" y="1889"/>
                    <a:pt x="4481" y="1889"/>
                  </a:cubicBezTo>
                  <a:cubicBezTo>
                    <a:pt x="4530" y="1889"/>
                    <a:pt x="4544" y="1918"/>
                    <a:pt x="4547" y="1928"/>
                  </a:cubicBezTo>
                  <a:cubicBezTo>
                    <a:pt x="4555" y="1949"/>
                    <a:pt x="4548" y="1978"/>
                    <a:pt x="4544" y="1999"/>
                  </a:cubicBezTo>
                  <a:cubicBezTo>
                    <a:pt x="4515" y="2136"/>
                    <a:pt x="4515" y="2136"/>
                    <a:pt x="4515" y="2136"/>
                  </a:cubicBezTo>
                  <a:cubicBezTo>
                    <a:pt x="4443" y="2136"/>
                    <a:pt x="4443" y="2136"/>
                    <a:pt x="4443" y="2136"/>
                  </a:cubicBezTo>
                  <a:cubicBezTo>
                    <a:pt x="4473" y="1994"/>
                    <a:pt x="4473" y="1994"/>
                    <a:pt x="4473" y="1994"/>
                  </a:cubicBezTo>
                  <a:cubicBezTo>
                    <a:pt x="4479" y="1968"/>
                    <a:pt x="4481" y="1939"/>
                    <a:pt x="4444" y="1939"/>
                  </a:cubicBezTo>
                  <a:cubicBezTo>
                    <a:pt x="4401" y="1939"/>
                    <a:pt x="4392" y="1979"/>
                    <a:pt x="4385" y="2015"/>
                  </a:cubicBezTo>
                  <a:cubicBezTo>
                    <a:pt x="4358" y="2136"/>
                    <a:pt x="4358" y="2136"/>
                    <a:pt x="4358" y="2136"/>
                  </a:cubicBezTo>
                  <a:cubicBezTo>
                    <a:pt x="4286" y="2136"/>
                    <a:pt x="4286" y="2136"/>
                    <a:pt x="4286" y="2136"/>
                  </a:cubicBezTo>
                  <a:cubicBezTo>
                    <a:pt x="4318" y="1992"/>
                    <a:pt x="4318" y="1992"/>
                    <a:pt x="4318" y="1992"/>
                  </a:cubicBezTo>
                  <a:cubicBezTo>
                    <a:pt x="4321" y="1974"/>
                    <a:pt x="4328" y="1939"/>
                    <a:pt x="4289" y="1939"/>
                  </a:cubicBezTo>
                  <a:cubicBezTo>
                    <a:pt x="4244" y="1939"/>
                    <a:pt x="4236" y="1977"/>
                    <a:pt x="4232" y="1994"/>
                  </a:cubicBezTo>
                  <a:cubicBezTo>
                    <a:pt x="4202" y="2136"/>
                    <a:pt x="4202" y="2136"/>
                    <a:pt x="4202" y="2136"/>
                  </a:cubicBezTo>
                  <a:cubicBezTo>
                    <a:pt x="4131" y="2136"/>
                    <a:pt x="4131" y="2136"/>
                    <a:pt x="4131" y="2136"/>
                  </a:cubicBezTo>
                  <a:lnTo>
                    <a:pt x="4173" y="1939"/>
                  </a:lnTo>
                  <a:close/>
                  <a:moveTo>
                    <a:pt x="4694" y="1894"/>
                  </a:moveTo>
                  <a:cubicBezTo>
                    <a:pt x="4689" y="1928"/>
                    <a:pt x="4689" y="1928"/>
                    <a:pt x="4689" y="1928"/>
                  </a:cubicBezTo>
                  <a:cubicBezTo>
                    <a:pt x="4719" y="1889"/>
                    <a:pt x="4759" y="1889"/>
                    <a:pt x="4771" y="1889"/>
                  </a:cubicBezTo>
                  <a:cubicBezTo>
                    <a:pt x="4834" y="1889"/>
                    <a:pt x="4862" y="1936"/>
                    <a:pt x="4846" y="2010"/>
                  </a:cubicBezTo>
                  <a:cubicBezTo>
                    <a:pt x="4832" y="2079"/>
                    <a:pt x="4783" y="2140"/>
                    <a:pt x="4713" y="2140"/>
                  </a:cubicBezTo>
                  <a:cubicBezTo>
                    <a:pt x="4669" y="2140"/>
                    <a:pt x="4656" y="2117"/>
                    <a:pt x="4652" y="2109"/>
                  </a:cubicBezTo>
                  <a:cubicBezTo>
                    <a:pt x="4626" y="2229"/>
                    <a:pt x="4626" y="2229"/>
                    <a:pt x="4626" y="2229"/>
                  </a:cubicBezTo>
                  <a:cubicBezTo>
                    <a:pt x="4554" y="2229"/>
                    <a:pt x="4554" y="2229"/>
                    <a:pt x="4554" y="2229"/>
                  </a:cubicBezTo>
                  <a:cubicBezTo>
                    <a:pt x="4625" y="1894"/>
                    <a:pt x="4625" y="1894"/>
                    <a:pt x="4625" y="1894"/>
                  </a:cubicBezTo>
                  <a:lnTo>
                    <a:pt x="4694" y="1894"/>
                  </a:lnTo>
                  <a:close/>
                  <a:moveTo>
                    <a:pt x="4774" y="2013"/>
                  </a:moveTo>
                  <a:cubicBezTo>
                    <a:pt x="4780" y="1984"/>
                    <a:pt x="4783" y="1935"/>
                    <a:pt x="4741" y="1935"/>
                  </a:cubicBezTo>
                  <a:cubicBezTo>
                    <a:pt x="4718" y="1935"/>
                    <a:pt x="4682" y="1952"/>
                    <a:pt x="4668" y="2017"/>
                  </a:cubicBezTo>
                  <a:cubicBezTo>
                    <a:pt x="4665" y="2031"/>
                    <a:pt x="4652" y="2093"/>
                    <a:pt x="4705" y="2093"/>
                  </a:cubicBezTo>
                  <a:cubicBezTo>
                    <a:pt x="4738" y="2093"/>
                    <a:pt x="4763" y="2061"/>
                    <a:pt x="4774" y="2013"/>
                  </a:cubicBezTo>
                  <a:moveTo>
                    <a:pt x="4936" y="1789"/>
                  </a:moveTo>
                  <a:cubicBezTo>
                    <a:pt x="5007" y="1789"/>
                    <a:pt x="5007" y="1789"/>
                    <a:pt x="5007" y="1789"/>
                  </a:cubicBezTo>
                  <a:cubicBezTo>
                    <a:pt x="4933" y="2136"/>
                    <a:pt x="4933" y="2136"/>
                    <a:pt x="4933" y="2136"/>
                  </a:cubicBezTo>
                  <a:cubicBezTo>
                    <a:pt x="4862" y="2136"/>
                    <a:pt x="4862" y="2136"/>
                    <a:pt x="4862" y="2136"/>
                  </a:cubicBezTo>
                  <a:lnTo>
                    <a:pt x="4936" y="1789"/>
                  </a:lnTo>
                  <a:close/>
                  <a:moveTo>
                    <a:pt x="5068" y="2033"/>
                  </a:moveTo>
                  <a:cubicBezTo>
                    <a:pt x="5064" y="2049"/>
                    <a:pt x="5054" y="2098"/>
                    <a:pt x="5104" y="2098"/>
                  </a:cubicBezTo>
                  <a:cubicBezTo>
                    <a:pt x="5121" y="2098"/>
                    <a:pt x="5140" y="2091"/>
                    <a:pt x="5153" y="2064"/>
                  </a:cubicBezTo>
                  <a:cubicBezTo>
                    <a:pt x="5218" y="2064"/>
                    <a:pt x="5218" y="2064"/>
                    <a:pt x="5218" y="2064"/>
                  </a:cubicBezTo>
                  <a:cubicBezTo>
                    <a:pt x="5214" y="2076"/>
                    <a:pt x="5208" y="2097"/>
                    <a:pt x="5184" y="2117"/>
                  </a:cubicBezTo>
                  <a:cubicBezTo>
                    <a:pt x="5162" y="2136"/>
                    <a:pt x="5128" y="2145"/>
                    <a:pt x="5092" y="2145"/>
                  </a:cubicBezTo>
                  <a:cubicBezTo>
                    <a:pt x="5072" y="2145"/>
                    <a:pt x="5033" y="2142"/>
                    <a:pt x="5013" y="2115"/>
                  </a:cubicBezTo>
                  <a:cubicBezTo>
                    <a:pt x="4996" y="2092"/>
                    <a:pt x="4994" y="2060"/>
                    <a:pt x="5002" y="2021"/>
                  </a:cubicBezTo>
                  <a:cubicBezTo>
                    <a:pt x="5011" y="1981"/>
                    <a:pt x="5030" y="1934"/>
                    <a:pt x="5077" y="1906"/>
                  </a:cubicBezTo>
                  <a:cubicBezTo>
                    <a:pt x="5099" y="1893"/>
                    <a:pt x="5123" y="1886"/>
                    <a:pt x="5150" y="1886"/>
                  </a:cubicBezTo>
                  <a:cubicBezTo>
                    <a:pt x="5184" y="1886"/>
                    <a:pt x="5222" y="1899"/>
                    <a:pt x="5235" y="1944"/>
                  </a:cubicBezTo>
                  <a:cubicBezTo>
                    <a:pt x="5244" y="1977"/>
                    <a:pt x="5236" y="2013"/>
                    <a:pt x="5231" y="2033"/>
                  </a:cubicBezTo>
                  <a:lnTo>
                    <a:pt x="5068" y="2033"/>
                  </a:lnTo>
                  <a:close/>
                  <a:moveTo>
                    <a:pt x="5167" y="1988"/>
                  </a:moveTo>
                  <a:cubicBezTo>
                    <a:pt x="5170" y="1977"/>
                    <a:pt x="5178" y="1934"/>
                    <a:pt x="5137" y="1934"/>
                  </a:cubicBezTo>
                  <a:cubicBezTo>
                    <a:pt x="5105" y="1934"/>
                    <a:pt x="5087" y="1960"/>
                    <a:pt x="5080" y="1988"/>
                  </a:cubicBezTo>
                  <a:lnTo>
                    <a:pt x="5167" y="1988"/>
                  </a:lnTo>
                  <a:close/>
                  <a:moveTo>
                    <a:pt x="5353" y="1894"/>
                  </a:moveTo>
                  <a:cubicBezTo>
                    <a:pt x="5382" y="1973"/>
                    <a:pt x="5382" y="1973"/>
                    <a:pt x="5382" y="1973"/>
                  </a:cubicBezTo>
                  <a:cubicBezTo>
                    <a:pt x="5447" y="1894"/>
                    <a:pt x="5447" y="1894"/>
                    <a:pt x="5447" y="1894"/>
                  </a:cubicBezTo>
                  <a:cubicBezTo>
                    <a:pt x="5520" y="1894"/>
                    <a:pt x="5520" y="1894"/>
                    <a:pt x="5520" y="1894"/>
                  </a:cubicBezTo>
                  <a:cubicBezTo>
                    <a:pt x="5417" y="2012"/>
                    <a:pt x="5417" y="2012"/>
                    <a:pt x="5417" y="2012"/>
                  </a:cubicBezTo>
                  <a:cubicBezTo>
                    <a:pt x="5471" y="2136"/>
                    <a:pt x="5471" y="2136"/>
                    <a:pt x="5471" y="2136"/>
                  </a:cubicBezTo>
                  <a:cubicBezTo>
                    <a:pt x="5388" y="2136"/>
                    <a:pt x="5388" y="2136"/>
                    <a:pt x="5388" y="2136"/>
                  </a:cubicBezTo>
                  <a:cubicBezTo>
                    <a:pt x="5357" y="2047"/>
                    <a:pt x="5357" y="2047"/>
                    <a:pt x="5357" y="2047"/>
                  </a:cubicBezTo>
                  <a:cubicBezTo>
                    <a:pt x="5289" y="2136"/>
                    <a:pt x="5289" y="2136"/>
                    <a:pt x="5289" y="2136"/>
                  </a:cubicBezTo>
                  <a:cubicBezTo>
                    <a:pt x="5214" y="2136"/>
                    <a:pt x="5214" y="2136"/>
                    <a:pt x="5214" y="2136"/>
                  </a:cubicBezTo>
                  <a:cubicBezTo>
                    <a:pt x="5323" y="2006"/>
                    <a:pt x="5323" y="2006"/>
                    <a:pt x="5323" y="2006"/>
                  </a:cubicBezTo>
                  <a:cubicBezTo>
                    <a:pt x="5269" y="1894"/>
                    <a:pt x="5269" y="1894"/>
                    <a:pt x="5269" y="1894"/>
                  </a:cubicBezTo>
                  <a:lnTo>
                    <a:pt x="5353" y="1894"/>
                  </a:lnTo>
                  <a:close/>
                  <a:moveTo>
                    <a:pt x="5553" y="1893"/>
                  </a:moveTo>
                  <a:cubicBezTo>
                    <a:pt x="5625" y="1893"/>
                    <a:pt x="5625" y="1893"/>
                    <a:pt x="5625" y="1893"/>
                  </a:cubicBezTo>
                  <a:cubicBezTo>
                    <a:pt x="5573" y="2136"/>
                    <a:pt x="5573" y="2136"/>
                    <a:pt x="5573" y="2136"/>
                  </a:cubicBezTo>
                  <a:cubicBezTo>
                    <a:pt x="5501" y="2136"/>
                    <a:pt x="5501" y="2136"/>
                    <a:pt x="5501" y="2136"/>
                  </a:cubicBezTo>
                  <a:lnTo>
                    <a:pt x="5553" y="1893"/>
                  </a:lnTo>
                  <a:close/>
                  <a:moveTo>
                    <a:pt x="5573" y="1790"/>
                  </a:moveTo>
                  <a:cubicBezTo>
                    <a:pt x="5648" y="1790"/>
                    <a:pt x="5648" y="1790"/>
                    <a:pt x="5648" y="1790"/>
                  </a:cubicBezTo>
                  <a:cubicBezTo>
                    <a:pt x="5636" y="1851"/>
                    <a:pt x="5636" y="1851"/>
                    <a:pt x="5636" y="1851"/>
                  </a:cubicBezTo>
                  <a:cubicBezTo>
                    <a:pt x="5560" y="1851"/>
                    <a:pt x="5560" y="1851"/>
                    <a:pt x="5560" y="1851"/>
                  </a:cubicBezTo>
                  <a:lnTo>
                    <a:pt x="5573" y="1790"/>
                  </a:lnTo>
                  <a:close/>
                  <a:moveTo>
                    <a:pt x="5775" y="2133"/>
                  </a:moveTo>
                  <a:cubicBezTo>
                    <a:pt x="5752" y="2139"/>
                    <a:pt x="5730" y="2141"/>
                    <a:pt x="5719" y="2141"/>
                  </a:cubicBezTo>
                  <a:cubicBezTo>
                    <a:pt x="5647" y="2141"/>
                    <a:pt x="5657" y="2095"/>
                    <a:pt x="5662" y="2075"/>
                  </a:cubicBezTo>
                  <a:cubicBezTo>
                    <a:pt x="5689" y="1942"/>
                    <a:pt x="5689" y="1942"/>
                    <a:pt x="5689" y="1942"/>
                  </a:cubicBezTo>
                  <a:cubicBezTo>
                    <a:pt x="5643" y="1942"/>
                    <a:pt x="5643" y="1942"/>
                    <a:pt x="5643" y="1942"/>
                  </a:cubicBezTo>
                  <a:cubicBezTo>
                    <a:pt x="5653" y="1895"/>
                    <a:pt x="5653" y="1895"/>
                    <a:pt x="5653" y="1895"/>
                  </a:cubicBezTo>
                  <a:cubicBezTo>
                    <a:pt x="5700" y="1895"/>
                    <a:pt x="5700" y="1895"/>
                    <a:pt x="5700" y="1895"/>
                  </a:cubicBezTo>
                  <a:cubicBezTo>
                    <a:pt x="5710" y="1848"/>
                    <a:pt x="5710" y="1848"/>
                    <a:pt x="5710" y="1848"/>
                  </a:cubicBezTo>
                  <a:cubicBezTo>
                    <a:pt x="5786" y="1822"/>
                    <a:pt x="5786" y="1822"/>
                    <a:pt x="5786" y="1822"/>
                  </a:cubicBezTo>
                  <a:cubicBezTo>
                    <a:pt x="5770" y="1895"/>
                    <a:pt x="5770" y="1895"/>
                    <a:pt x="5770" y="1895"/>
                  </a:cubicBezTo>
                  <a:cubicBezTo>
                    <a:pt x="5828" y="1895"/>
                    <a:pt x="5828" y="1895"/>
                    <a:pt x="5828" y="1895"/>
                  </a:cubicBezTo>
                  <a:cubicBezTo>
                    <a:pt x="5818" y="1942"/>
                    <a:pt x="5818" y="1942"/>
                    <a:pt x="5818" y="1942"/>
                  </a:cubicBezTo>
                  <a:cubicBezTo>
                    <a:pt x="5760" y="1942"/>
                    <a:pt x="5760" y="1942"/>
                    <a:pt x="5760" y="1942"/>
                  </a:cubicBezTo>
                  <a:cubicBezTo>
                    <a:pt x="5736" y="2052"/>
                    <a:pt x="5736" y="2052"/>
                    <a:pt x="5736" y="2052"/>
                  </a:cubicBezTo>
                  <a:cubicBezTo>
                    <a:pt x="5733" y="2074"/>
                    <a:pt x="5729" y="2088"/>
                    <a:pt x="5761" y="2088"/>
                  </a:cubicBezTo>
                  <a:cubicBezTo>
                    <a:pt x="5772" y="2088"/>
                    <a:pt x="5777" y="2087"/>
                    <a:pt x="5786" y="2086"/>
                  </a:cubicBezTo>
                  <a:lnTo>
                    <a:pt x="5775" y="2133"/>
                  </a:lnTo>
                  <a:close/>
                  <a:moveTo>
                    <a:pt x="5921" y="1894"/>
                  </a:moveTo>
                  <a:cubicBezTo>
                    <a:pt x="5939" y="2062"/>
                    <a:pt x="5939" y="2062"/>
                    <a:pt x="5939" y="2062"/>
                  </a:cubicBezTo>
                  <a:cubicBezTo>
                    <a:pt x="6028" y="1894"/>
                    <a:pt x="6028" y="1894"/>
                    <a:pt x="6028" y="1894"/>
                  </a:cubicBezTo>
                  <a:cubicBezTo>
                    <a:pt x="6099" y="1894"/>
                    <a:pt x="6099" y="1894"/>
                    <a:pt x="6099" y="1894"/>
                  </a:cubicBezTo>
                  <a:cubicBezTo>
                    <a:pt x="5957" y="2132"/>
                    <a:pt x="5957" y="2132"/>
                    <a:pt x="5957" y="2132"/>
                  </a:cubicBezTo>
                  <a:cubicBezTo>
                    <a:pt x="5907" y="2229"/>
                    <a:pt x="5907" y="2229"/>
                    <a:pt x="5907" y="2229"/>
                  </a:cubicBezTo>
                  <a:cubicBezTo>
                    <a:pt x="5835" y="2229"/>
                    <a:pt x="5835" y="2229"/>
                    <a:pt x="5835" y="2229"/>
                  </a:cubicBezTo>
                  <a:cubicBezTo>
                    <a:pt x="5886" y="2137"/>
                    <a:pt x="5886" y="2137"/>
                    <a:pt x="5886" y="2137"/>
                  </a:cubicBezTo>
                  <a:cubicBezTo>
                    <a:pt x="5844" y="1894"/>
                    <a:pt x="5844" y="1894"/>
                    <a:pt x="5844" y="1894"/>
                  </a:cubicBezTo>
                  <a:lnTo>
                    <a:pt x="5921" y="1894"/>
                  </a:ln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sp>
          <p:nvSpPr>
            <p:cNvPr id="12" name="Freeform 15"/>
            <p:cNvSpPr>
              <a:spLocks noEditPoints="1"/>
            </p:cNvSpPr>
            <p:nvPr userDrawn="1"/>
          </p:nvSpPr>
          <p:spPr bwMode="auto">
            <a:xfrm>
              <a:off x="-2592388" y="0"/>
              <a:ext cx="2592388" cy="1530350"/>
            </a:xfrm>
            <a:custGeom>
              <a:avLst/>
              <a:gdLst/>
              <a:ahLst/>
              <a:cxnLst>
                <a:cxn ang="0">
                  <a:pos x="176" y="248"/>
                </a:cxn>
                <a:cxn ang="0">
                  <a:pos x="0" y="248"/>
                </a:cxn>
                <a:cxn ang="0">
                  <a:pos x="0" y="0"/>
                </a:cxn>
                <a:cxn ang="0">
                  <a:pos x="176" y="0"/>
                </a:cxn>
                <a:cxn ang="0">
                  <a:pos x="176" y="248"/>
                </a:cxn>
                <a:cxn ang="0">
                  <a:pos x="176" y="716"/>
                </a:cxn>
                <a:cxn ang="0">
                  <a:pos x="0" y="716"/>
                </a:cxn>
                <a:cxn ang="0">
                  <a:pos x="0" y="964"/>
                </a:cxn>
                <a:cxn ang="0">
                  <a:pos x="176" y="964"/>
                </a:cxn>
                <a:cxn ang="0">
                  <a:pos x="176" y="716"/>
                </a:cxn>
                <a:cxn ang="0">
                  <a:pos x="1633" y="0"/>
                </a:cxn>
                <a:cxn ang="0">
                  <a:pos x="1457" y="0"/>
                </a:cxn>
                <a:cxn ang="0">
                  <a:pos x="1457" y="248"/>
                </a:cxn>
                <a:cxn ang="0">
                  <a:pos x="1633" y="248"/>
                </a:cxn>
                <a:cxn ang="0">
                  <a:pos x="1633" y="0"/>
                </a:cxn>
                <a:cxn ang="0">
                  <a:pos x="1633" y="716"/>
                </a:cxn>
                <a:cxn ang="0">
                  <a:pos x="1457" y="716"/>
                </a:cxn>
                <a:cxn ang="0">
                  <a:pos x="1457" y="964"/>
                </a:cxn>
                <a:cxn ang="0">
                  <a:pos x="1633" y="964"/>
                </a:cxn>
                <a:cxn ang="0">
                  <a:pos x="1633" y="716"/>
                </a:cxn>
              </a:cxnLst>
              <a:rect l="0" t="0" r="r" b="b"/>
              <a:pathLst>
                <a:path w="1633" h="964">
                  <a:moveTo>
                    <a:pt x="176" y="248"/>
                  </a:moveTo>
                  <a:lnTo>
                    <a:pt x="0" y="248"/>
                  </a:lnTo>
                  <a:lnTo>
                    <a:pt x="0" y="0"/>
                  </a:lnTo>
                  <a:lnTo>
                    <a:pt x="176" y="0"/>
                  </a:lnTo>
                  <a:lnTo>
                    <a:pt x="176" y="248"/>
                  </a:lnTo>
                  <a:close/>
                  <a:moveTo>
                    <a:pt x="176" y="716"/>
                  </a:moveTo>
                  <a:lnTo>
                    <a:pt x="0" y="716"/>
                  </a:lnTo>
                  <a:lnTo>
                    <a:pt x="0" y="964"/>
                  </a:lnTo>
                  <a:lnTo>
                    <a:pt x="176" y="964"/>
                  </a:lnTo>
                  <a:lnTo>
                    <a:pt x="176" y="716"/>
                  </a:lnTo>
                  <a:close/>
                  <a:moveTo>
                    <a:pt x="1633" y="0"/>
                  </a:moveTo>
                  <a:lnTo>
                    <a:pt x="1457" y="0"/>
                  </a:lnTo>
                  <a:lnTo>
                    <a:pt x="1457" y="248"/>
                  </a:lnTo>
                  <a:lnTo>
                    <a:pt x="1633" y="248"/>
                  </a:lnTo>
                  <a:lnTo>
                    <a:pt x="1633" y="0"/>
                  </a:lnTo>
                  <a:close/>
                  <a:moveTo>
                    <a:pt x="1633" y="716"/>
                  </a:moveTo>
                  <a:lnTo>
                    <a:pt x="1457" y="716"/>
                  </a:lnTo>
                  <a:lnTo>
                    <a:pt x="1457" y="964"/>
                  </a:lnTo>
                  <a:lnTo>
                    <a:pt x="1633" y="964"/>
                  </a:lnTo>
                  <a:lnTo>
                    <a:pt x="1633" y="716"/>
                  </a:ln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grpSp>
    </p:spTree>
    <p:extLst>
      <p:ext uri="{BB962C8B-B14F-4D97-AF65-F5344CB8AC3E}">
        <p14:creationId xmlns:p14="http://schemas.microsoft.com/office/powerpoint/2010/main" val="23453791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Disclaimer">
    <p:spTree>
      <p:nvGrpSpPr>
        <p:cNvPr id="1" name=""/>
        <p:cNvGrpSpPr/>
        <p:nvPr/>
      </p:nvGrpSpPr>
      <p:grpSpPr>
        <a:xfrm>
          <a:off x="0" y="0"/>
          <a:ext cx="0" cy="0"/>
          <a:chOff x="0" y="0"/>
          <a:chExt cx="0" cy="0"/>
        </a:xfrm>
      </p:grpSpPr>
      <p:sp>
        <p:nvSpPr>
          <p:cNvPr id="1030" name="Freeform 6"/>
          <p:cNvSpPr>
            <a:spLocks/>
          </p:cNvSpPr>
          <p:nvPr/>
        </p:nvSpPr>
        <p:spPr bwMode="gray">
          <a:xfrm>
            <a:off x="-1466" y="0"/>
            <a:ext cx="4841632" cy="3432176"/>
          </a:xfrm>
          <a:custGeom>
            <a:avLst/>
            <a:gdLst/>
            <a:ahLst/>
            <a:cxnLst>
              <a:cxn ang="0">
                <a:pos x="0" y="2162"/>
              </a:cxn>
              <a:cxn ang="0">
                <a:pos x="2660" y="2162"/>
              </a:cxn>
              <a:cxn ang="0">
                <a:pos x="3304" y="0"/>
              </a:cxn>
              <a:cxn ang="0">
                <a:pos x="0" y="0"/>
              </a:cxn>
              <a:cxn ang="0">
                <a:pos x="0" y="2162"/>
              </a:cxn>
            </a:cxnLst>
            <a:rect l="0" t="0" r="r" b="b"/>
            <a:pathLst>
              <a:path w="3304" h="2162">
                <a:moveTo>
                  <a:pt x="0" y="2162"/>
                </a:moveTo>
                <a:lnTo>
                  <a:pt x="2660" y="2162"/>
                </a:lnTo>
                <a:lnTo>
                  <a:pt x="3304" y="0"/>
                </a:lnTo>
                <a:lnTo>
                  <a:pt x="0" y="0"/>
                </a:lnTo>
                <a:lnTo>
                  <a:pt x="0" y="2162"/>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marL="0" algn="l" defTabSz="914400" rtl="0" eaLnBrk="1" latinLnBrk="0" hangingPunct="1">
              <a:spcBef>
                <a:spcPct val="50000"/>
              </a:spcBef>
              <a:defRPr/>
            </a:pPr>
            <a:endParaRPr lang="en-GB" sz="1800" kern="1200" dirty="0">
              <a:solidFill>
                <a:schemeClr val="tx1"/>
              </a:solidFill>
              <a:latin typeface="+mn-lt"/>
              <a:ea typeface="+mn-ea"/>
              <a:cs typeface="+mn-cs"/>
            </a:endParaRPr>
          </a:p>
        </p:txBody>
      </p:sp>
      <p:grpSp>
        <p:nvGrpSpPr>
          <p:cNvPr id="2" name="Group 19"/>
          <p:cNvGrpSpPr>
            <a:grpSpLocks/>
          </p:cNvGrpSpPr>
          <p:nvPr/>
        </p:nvGrpSpPr>
        <p:grpSpPr bwMode="gray">
          <a:xfrm>
            <a:off x="118585" y="0"/>
            <a:ext cx="2524858" cy="1530350"/>
            <a:chOff x="68" y="0"/>
            <a:chExt cx="1723" cy="964"/>
          </a:xfrm>
        </p:grpSpPr>
        <p:sp>
          <p:nvSpPr>
            <p:cNvPr id="16" name="Freeform 8"/>
            <p:cNvSpPr>
              <a:spLocks noEditPoints="1"/>
            </p:cNvSpPr>
            <p:nvPr userDrawn="1"/>
          </p:nvSpPr>
          <p:spPr bwMode="gray">
            <a:xfrm>
              <a:off x="199" y="248"/>
              <a:ext cx="1423" cy="489"/>
            </a:xfrm>
            <a:custGeom>
              <a:avLst/>
              <a:gdLst>
                <a:gd name="T0" fmla="*/ 1974 w 4103"/>
                <a:gd name="T1" fmla="*/ 485 h 1409"/>
                <a:gd name="T2" fmla="*/ 2267 w 4103"/>
                <a:gd name="T3" fmla="*/ 697 h 1409"/>
                <a:gd name="T4" fmla="*/ 1655 w 4103"/>
                <a:gd name="T5" fmla="*/ 656 h 1409"/>
                <a:gd name="T6" fmla="*/ 1718 w 4103"/>
                <a:gd name="T7" fmla="*/ 424 h 1409"/>
                <a:gd name="T8" fmla="*/ 970 w 4103"/>
                <a:gd name="T9" fmla="*/ 697 h 1409"/>
                <a:gd name="T10" fmla="*/ 1169 w 4103"/>
                <a:gd name="T11" fmla="*/ 416 h 1409"/>
                <a:gd name="T12" fmla="*/ 719 w 4103"/>
                <a:gd name="T13" fmla="*/ 631 h 1409"/>
                <a:gd name="T14" fmla="*/ 751 w 4103"/>
                <a:gd name="T15" fmla="*/ 630 h 1409"/>
                <a:gd name="T16" fmla="*/ 202 w 4103"/>
                <a:gd name="T17" fmla="*/ 618 h 1409"/>
                <a:gd name="T18" fmla="*/ 180 w 4103"/>
                <a:gd name="T19" fmla="*/ 697 h 1409"/>
                <a:gd name="T20" fmla="*/ 1187 w 4103"/>
                <a:gd name="T21" fmla="*/ 416 h 1409"/>
                <a:gd name="T22" fmla="*/ 115 w 4103"/>
                <a:gd name="T23" fmla="*/ 906 h 1409"/>
                <a:gd name="T24" fmla="*/ 661 w 4103"/>
                <a:gd name="T25" fmla="*/ 715 h 1409"/>
                <a:gd name="T26" fmla="*/ 1145 w 4103"/>
                <a:gd name="T27" fmla="*/ 715 h 1409"/>
                <a:gd name="T28" fmla="*/ 1697 w 4103"/>
                <a:gd name="T29" fmla="*/ 863 h 1409"/>
                <a:gd name="T30" fmla="*/ 203 w 4103"/>
                <a:gd name="T31" fmla="*/ 1286 h 1409"/>
                <a:gd name="T32" fmla="*/ 250 w 4103"/>
                <a:gd name="T33" fmla="*/ 1328 h 1409"/>
                <a:gd name="T34" fmla="*/ 556 w 4103"/>
                <a:gd name="T35" fmla="*/ 1196 h 1409"/>
                <a:gd name="T36" fmla="*/ 340 w 4103"/>
                <a:gd name="T37" fmla="*/ 1196 h 1409"/>
                <a:gd name="T38" fmla="*/ 408 w 4103"/>
                <a:gd name="T39" fmla="*/ 1225 h 1409"/>
                <a:gd name="T40" fmla="*/ 514 w 4103"/>
                <a:gd name="T41" fmla="*/ 1225 h 1409"/>
                <a:gd name="T42" fmla="*/ 631 w 4103"/>
                <a:gd name="T43" fmla="*/ 1168 h 1409"/>
                <a:gd name="T44" fmla="*/ 794 w 4103"/>
                <a:gd name="T45" fmla="*/ 1220 h 1409"/>
                <a:gd name="T46" fmla="*/ 672 w 4103"/>
                <a:gd name="T47" fmla="*/ 1348 h 1409"/>
                <a:gd name="T48" fmla="*/ 847 w 4103"/>
                <a:gd name="T49" fmla="*/ 1359 h 1409"/>
                <a:gd name="T50" fmla="*/ 943 w 4103"/>
                <a:gd name="T51" fmla="*/ 1196 h 1409"/>
                <a:gd name="T52" fmla="*/ 1129 w 4103"/>
                <a:gd name="T53" fmla="*/ 1351 h 1409"/>
                <a:gd name="T54" fmla="*/ 1198 w 4103"/>
                <a:gd name="T55" fmla="*/ 1196 h 1409"/>
                <a:gd name="T56" fmla="*/ 1280 w 4103"/>
                <a:gd name="T57" fmla="*/ 1129 h 1409"/>
                <a:gd name="T58" fmla="*/ 1253 w 4103"/>
                <a:gd name="T59" fmla="*/ 1254 h 1409"/>
                <a:gd name="T60" fmla="*/ 1489 w 4103"/>
                <a:gd name="T61" fmla="*/ 1194 h 1409"/>
                <a:gd name="T62" fmla="*/ 1546 w 4103"/>
                <a:gd name="T63" fmla="*/ 1353 h 1409"/>
                <a:gd name="T64" fmla="*/ 1714 w 4103"/>
                <a:gd name="T65" fmla="*/ 1286 h 1409"/>
                <a:gd name="T66" fmla="*/ 1761 w 4103"/>
                <a:gd name="T67" fmla="*/ 1328 h 1409"/>
                <a:gd name="T68" fmla="*/ 1976 w 4103"/>
                <a:gd name="T69" fmla="*/ 1346 h 1409"/>
                <a:gd name="T70" fmla="*/ 1842 w 4103"/>
                <a:gd name="T71" fmla="*/ 1270 h 1409"/>
                <a:gd name="T72" fmla="*/ 1887 w 4103"/>
                <a:gd name="T73" fmla="*/ 1270 h 1409"/>
                <a:gd name="T74" fmla="*/ 2110 w 4103"/>
                <a:gd name="T75" fmla="*/ 1348 h 1409"/>
                <a:gd name="T76" fmla="*/ 87 w 4103"/>
                <a:gd name="T77" fmla="*/ 1221 h 1409"/>
                <a:gd name="T78" fmla="*/ 5 w 4103"/>
                <a:gd name="T79" fmla="*/ 1271 h 1409"/>
                <a:gd name="T80" fmla="*/ 2343 w 4103"/>
                <a:gd name="T81" fmla="*/ 1322 h 1409"/>
                <a:gd name="T82" fmla="*/ 2378 w 4103"/>
                <a:gd name="T83" fmla="*/ 1249 h 1409"/>
                <a:gd name="T84" fmla="*/ 2528 w 4103"/>
                <a:gd name="T85" fmla="*/ 1221 h 1409"/>
                <a:gd name="T86" fmla="*/ 2832 w 4103"/>
                <a:gd name="T87" fmla="*/ 1192 h 1409"/>
                <a:gd name="T88" fmla="*/ 2709 w 4103"/>
                <a:gd name="T89" fmla="*/ 1348 h 1409"/>
                <a:gd name="T90" fmla="*/ 2963 w 4103"/>
                <a:gd name="T91" fmla="*/ 1216 h 1409"/>
                <a:gd name="T92" fmla="*/ 2966 w 4103"/>
                <a:gd name="T93" fmla="*/ 1195 h 1409"/>
                <a:gd name="T94" fmla="*/ 3072 w 4103"/>
                <a:gd name="T95" fmla="*/ 1348 h 1409"/>
                <a:gd name="T96" fmla="*/ 3168 w 4103"/>
                <a:gd name="T97" fmla="*/ 1335 h 1409"/>
                <a:gd name="T98" fmla="*/ 3246 w 4103"/>
                <a:gd name="T99" fmla="*/ 1220 h 1409"/>
                <a:gd name="T100" fmla="*/ 3457 w 4103"/>
                <a:gd name="T101" fmla="*/ 1348 h 1409"/>
                <a:gd name="T102" fmla="*/ 3509 w 4103"/>
                <a:gd name="T103" fmla="*/ 1194 h 1409"/>
                <a:gd name="T104" fmla="*/ 3513 w 4103"/>
                <a:gd name="T105" fmla="*/ 1168 h 1409"/>
                <a:gd name="T106" fmla="*/ 3601 w 4103"/>
                <a:gd name="T107" fmla="*/ 1196 h 1409"/>
                <a:gd name="T108" fmla="*/ 3656 w 4103"/>
                <a:gd name="T109" fmla="*/ 1317 h 1409"/>
                <a:gd name="T110" fmla="*/ 3687 w 4103"/>
                <a:gd name="T111" fmla="*/ 1406 h 1409"/>
                <a:gd name="T112" fmla="*/ 3987 w 4103"/>
                <a:gd name="T113" fmla="*/ 1145 h 1409"/>
                <a:gd name="T114" fmla="*/ 4072 w 4103"/>
                <a:gd name="T115" fmla="*/ 1129 h 1409"/>
                <a:gd name="T116" fmla="*/ 3978 w 4103"/>
                <a:gd name="T117" fmla="*/ 1225 h 140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103"/>
                <a:gd name="T178" fmla="*/ 0 h 1409"/>
                <a:gd name="T179" fmla="*/ 4103 w 4103"/>
                <a:gd name="T180" fmla="*/ 1409 h 140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103" h="1409">
                  <a:moveTo>
                    <a:pt x="2267" y="697"/>
                  </a:moveTo>
                  <a:cubicBezTo>
                    <a:pt x="2149" y="697"/>
                    <a:pt x="2149" y="697"/>
                    <a:pt x="2149" y="697"/>
                  </a:cubicBezTo>
                  <a:cubicBezTo>
                    <a:pt x="2168" y="619"/>
                    <a:pt x="2168" y="619"/>
                    <a:pt x="2168" y="619"/>
                  </a:cubicBezTo>
                  <a:cubicBezTo>
                    <a:pt x="1930" y="619"/>
                    <a:pt x="1930" y="619"/>
                    <a:pt x="1930" y="619"/>
                  </a:cubicBezTo>
                  <a:cubicBezTo>
                    <a:pt x="1911" y="697"/>
                    <a:pt x="1911" y="697"/>
                    <a:pt x="1911" y="697"/>
                  </a:cubicBezTo>
                  <a:cubicBezTo>
                    <a:pt x="1796" y="697"/>
                    <a:pt x="1796" y="697"/>
                    <a:pt x="1796" y="697"/>
                  </a:cubicBezTo>
                  <a:cubicBezTo>
                    <a:pt x="1796" y="681"/>
                    <a:pt x="1796" y="681"/>
                    <a:pt x="1796" y="681"/>
                  </a:cubicBezTo>
                  <a:cubicBezTo>
                    <a:pt x="1798" y="672"/>
                    <a:pt x="1799" y="663"/>
                    <a:pt x="1802" y="653"/>
                  </a:cubicBezTo>
                  <a:cubicBezTo>
                    <a:pt x="1823" y="569"/>
                    <a:pt x="1878" y="485"/>
                    <a:pt x="1974" y="485"/>
                  </a:cubicBezTo>
                  <a:cubicBezTo>
                    <a:pt x="2012" y="485"/>
                    <a:pt x="2050" y="499"/>
                    <a:pt x="2045" y="552"/>
                  </a:cubicBezTo>
                  <a:cubicBezTo>
                    <a:pt x="2186" y="552"/>
                    <a:pt x="2186" y="552"/>
                    <a:pt x="2186" y="552"/>
                  </a:cubicBezTo>
                  <a:cubicBezTo>
                    <a:pt x="2192" y="527"/>
                    <a:pt x="2201" y="486"/>
                    <a:pt x="2174" y="447"/>
                  </a:cubicBezTo>
                  <a:cubicBezTo>
                    <a:pt x="2145" y="406"/>
                    <a:pt x="2084" y="389"/>
                    <a:pt x="2005" y="389"/>
                  </a:cubicBezTo>
                  <a:cubicBezTo>
                    <a:pt x="1949" y="389"/>
                    <a:pt x="1867" y="398"/>
                    <a:pt x="1796" y="444"/>
                  </a:cubicBezTo>
                  <a:cubicBezTo>
                    <a:pt x="1796" y="18"/>
                    <a:pt x="1796" y="18"/>
                    <a:pt x="1796" y="18"/>
                  </a:cubicBezTo>
                  <a:cubicBezTo>
                    <a:pt x="2267" y="18"/>
                    <a:pt x="2267" y="18"/>
                    <a:pt x="2267" y="18"/>
                  </a:cubicBezTo>
                  <a:cubicBezTo>
                    <a:pt x="2267" y="697"/>
                    <a:pt x="2267" y="697"/>
                    <a:pt x="2267" y="697"/>
                  </a:cubicBezTo>
                  <a:cubicBezTo>
                    <a:pt x="2267" y="697"/>
                    <a:pt x="2267" y="697"/>
                    <a:pt x="2267" y="697"/>
                  </a:cubicBezTo>
                  <a:close/>
                  <a:moveTo>
                    <a:pt x="1989" y="812"/>
                  </a:moveTo>
                  <a:cubicBezTo>
                    <a:pt x="1962" y="817"/>
                    <a:pt x="1936" y="820"/>
                    <a:pt x="1910" y="820"/>
                  </a:cubicBezTo>
                  <a:cubicBezTo>
                    <a:pt x="1842" y="820"/>
                    <a:pt x="1795" y="788"/>
                    <a:pt x="1794" y="715"/>
                  </a:cubicBezTo>
                  <a:cubicBezTo>
                    <a:pt x="2014" y="715"/>
                    <a:pt x="2014" y="715"/>
                    <a:pt x="2014" y="715"/>
                  </a:cubicBezTo>
                  <a:cubicBezTo>
                    <a:pt x="1989" y="812"/>
                    <a:pt x="1989" y="812"/>
                    <a:pt x="1989" y="812"/>
                  </a:cubicBezTo>
                  <a:cubicBezTo>
                    <a:pt x="1989" y="812"/>
                    <a:pt x="1989" y="812"/>
                    <a:pt x="1989" y="812"/>
                  </a:cubicBezTo>
                  <a:close/>
                  <a:moveTo>
                    <a:pt x="1718" y="424"/>
                  </a:moveTo>
                  <a:cubicBezTo>
                    <a:pt x="1718" y="521"/>
                    <a:pt x="1718" y="521"/>
                    <a:pt x="1718" y="521"/>
                  </a:cubicBezTo>
                  <a:cubicBezTo>
                    <a:pt x="1685" y="567"/>
                    <a:pt x="1665" y="616"/>
                    <a:pt x="1655" y="656"/>
                  </a:cubicBezTo>
                  <a:cubicBezTo>
                    <a:pt x="1651" y="670"/>
                    <a:pt x="1649" y="684"/>
                    <a:pt x="1648" y="697"/>
                  </a:cubicBezTo>
                  <a:cubicBezTo>
                    <a:pt x="1578" y="697"/>
                    <a:pt x="1578" y="697"/>
                    <a:pt x="1578" y="697"/>
                  </a:cubicBezTo>
                  <a:cubicBezTo>
                    <a:pt x="1637" y="417"/>
                    <a:pt x="1637" y="417"/>
                    <a:pt x="1637" y="417"/>
                  </a:cubicBezTo>
                  <a:cubicBezTo>
                    <a:pt x="1438" y="416"/>
                    <a:pt x="1438" y="416"/>
                    <a:pt x="1438" y="416"/>
                  </a:cubicBezTo>
                  <a:cubicBezTo>
                    <a:pt x="1260" y="697"/>
                    <a:pt x="1260" y="697"/>
                    <a:pt x="1260" y="697"/>
                  </a:cubicBezTo>
                  <a:cubicBezTo>
                    <a:pt x="1247" y="697"/>
                    <a:pt x="1247" y="697"/>
                    <a:pt x="1247" y="697"/>
                  </a:cubicBezTo>
                  <a:cubicBezTo>
                    <a:pt x="1247" y="18"/>
                    <a:pt x="1247" y="18"/>
                    <a:pt x="1247" y="18"/>
                  </a:cubicBezTo>
                  <a:cubicBezTo>
                    <a:pt x="1718" y="18"/>
                    <a:pt x="1718" y="18"/>
                    <a:pt x="1718" y="18"/>
                  </a:cubicBezTo>
                  <a:cubicBezTo>
                    <a:pt x="1718" y="424"/>
                    <a:pt x="1718" y="424"/>
                    <a:pt x="1718" y="424"/>
                  </a:cubicBezTo>
                  <a:cubicBezTo>
                    <a:pt x="1718" y="424"/>
                    <a:pt x="1718" y="424"/>
                    <a:pt x="1718" y="424"/>
                  </a:cubicBezTo>
                  <a:close/>
                  <a:moveTo>
                    <a:pt x="1455" y="697"/>
                  </a:moveTo>
                  <a:cubicBezTo>
                    <a:pt x="1384" y="697"/>
                    <a:pt x="1384" y="697"/>
                    <a:pt x="1384" y="697"/>
                  </a:cubicBezTo>
                  <a:cubicBezTo>
                    <a:pt x="1491" y="529"/>
                    <a:pt x="1491" y="529"/>
                    <a:pt x="1491" y="529"/>
                  </a:cubicBezTo>
                  <a:cubicBezTo>
                    <a:pt x="1455" y="697"/>
                    <a:pt x="1455" y="697"/>
                    <a:pt x="1455" y="697"/>
                  </a:cubicBezTo>
                  <a:cubicBezTo>
                    <a:pt x="1455" y="697"/>
                    <a:pt x="1455" y="697"/>
                    <a:pt x="1455" y="697"/>
                  </a:cubicBezTo>
                  <a:close/>
                  <a:moveTo>
                    <a:pt x="1169" y="416"/>
                  </a:moveTo>
                  <a:cubicBezTo>
                    <a:pt x="1051" y="416"/>
                    <a:pt x="1051" y="416"/>
                    <a:pt x="1051" y="416"/>
                  </a:cubicBezTo>
                  <a:cubicBezTo>
                    <a:pt x="970" y="697"/>
                    <a:pt x="970" y="697"/>
                    <a:pt x="970" y="697"/>
                  </a:cubicBezTo>
                  <a:cubicBezTo>
                    <a:pt x="845" y="697"/>
                    <a:pt x="845" y="697"/>
                    <a:pt x="845" y="697"/>
                  </a:cubicBezTo>
                  <a:cubicBezTo>
                    <a:pt x="909" y="674"/>
                    <a:pt x="948" y="629"/>
                    <a:pt x="960" y="562"/>
                  </a:cubicBezTo>
                  <a:cubicBezTo>
                    <a:pt x="970" y="510"/>
                    <a:pt x="965" y="476"/>
                    <a:pt x="944" y="451"/>
                  </a:cubicBezTo>
                  <a:cubicBezTo>
                    <a:pt x="912" y="413"/>
                    <a:pt x="848" y="416"/>
                    <a:pt x="792" y="416"/>
                  </a:cubicBezTo>
                  <a:cubicBezTo>
                    <a:pt x="782" y="416"/>
                    <a:pt x="698" y="416"/>
                    <a:pt x="698" y="416"/>
                  </a:cubicBezTo>
                  <a:cubicBezTo>
                    <a:pt x="698" y="18"/>
                    <a:pt x="698" y="18"/>
                    <a:pt x="698" y="18"/>
                  </a:cubicBezTo>
                  <a:cubicBezTo>
                    <a:pt x="1169" y="18"/>
                    <a:pt x="1169" y="18"/>
                    <a:pt x="1169" y="18"/>
                  </a:cubicBezTo>
                  <a:cubicBezTo>
                    <a:pt x="1169" y="416"/>
                    <a:pt x="1169" y="416"/>
                    <a:pt x="1169" y="416"/>
                  </a:cubicBezTo>
                  <a:cubicBezTo>
                    <a:pt x="1169" y="416"/>
                    <a:pt x="1169" y="416"/>
                    <a:pt x="1169" y="416"/>
                  </a:cubicBezTo>
                  <a:close/>
                  <a:moveTo>
                    <a:pt x="1094" y="697"/>
                  </a:moveTo>
                  <a:cubicBezTo>
                    <a:pt x="1143" y="521"/>
                    <a:pt x="1143" y="521"/>
                    <a:pt x="1143" y="521"/>
                  </a:cubicBezTo>
                  <a:cubicBezTo>
                    <a:pt x="1145" y="697"/>
                    <a:pt x="1145" y="697"/>
                    <a:pt x="1145" y="697"/>
                  </a:cubicBezTo>
                  <a:cubicBezTo>
                    <a:pt x="1094" y="697"/>
                    <a:pt x="1094" y="697"/>
                    <a:pt x="1094" y="697"/>
                  </a:cubicBezTo>
                  <a:cubicBezTo>
                    <a:pt x="1094" y="697"/>
                    <a:pt x="1094" y="697"/>
                    <a:pt x="1094" y="697"/>
                  </a:cubicBezTo>
                  <a:close/>
                  <a:moveTo>
                    <a:pt x="751" y="630"/>
                  </a:moveTo>
                  <a:cubicBezTo>
                    <a:pt x="751" y="630"/>
                    <a:pt x="751" y="630"/>
                    <a:pt x="751" y="630"/>
                  </a:cubicBezTo>
                  <a:cubicBezTo>
                    <a:pt x="746" y="630"/>
                    <a:pt x="741" y="631"/>
                    <a:pt x="736" y="631"/>
                  </a:cubicBezTo>
                  <a:cubicBezTo>
                    <a:pt x="729" y="631"/>
                    <a:pt x="724" y="631"/>
                    <a:pt x="719" y="631"/>
                  </a:cubicBezTo>
                  <a:cubicBezTo>
                    <a:pt x="689" y="631"/>
                    <a:pt x="689" y="631"/>
                    <a:pt x="689" y="631"/>
                  </a:cubicBezTo>
                  <a:cubicBezTo>
                    <a:pt x="703" y="579"/>
                    <a:pt x="703" y="579"/>
                    <a:pt x="703" y="579"/>
                  </a:cubicBezTo>
                  <a:cubicBezTo>
                    <a:pt x="709" y="554"/>
                    <a:pt x="709" y="554"/>
                    <a:pt x="709" y="554"/>
                  </a:cubicBezTo>
                  <a:cubicBezTo>
                    <a:pt x="725" y="494"/>
                    <a:pt x="725" y="494"/>
                    <a:pt x="725" y="494"/>
                  </a:cubicBezTo>
                  <a:cubicBezTo>
                    <a:pt x="732" y="494"/>
                    <a:pt x="739" y="494"/>
                    <a:pt x="746" y="494"/>
                  </a:cubicBezTo>
                  <a:cubicBezTo>
                    <a:pt x="769" y="494"/>
                    <a:pt x="769" y="494"/>
                    <a:pt x="769" y="494"/>
                  </a:cubicBezTo>
                  <a:cubicBezTo>
                    <a:pt x="809" y="494"/>
                    <a:pt x="834" y="496"/>
                    <a:pt x="843" y="509"/>
                  </a:cubicBezTo>
                  <a:cubicBezTo>
                    <a:pt x="850" y="518"/>
                    <a:pt x="849" y="535"/>
                    <a:pt x="841" y="560"/>
                  </a:cubicBezTo>
                  <a:cubicBezTo>
                    <a:pt x="827" y="603"/>
                    <a:pt x="809" y="626"/>
                    <a:pt x="751" y="630"/>
                  </a:cubicBezTo>
                  <a:moveTo>
                    <a:pt x="620" y="441"/>
                  </a:moveTo>
                  <a:cubicBezTo>
                    <a:pt x="613" y="465"/>
                    <a:pt x="613" y="465"/>
                    <a:pt x="613" y="465"/>
                  </a:cubicBezTo>
                  <a:cubicBezTo>
                    <a:pt x="545" y="689"/>
                    <a:pt x="545" y="689"/>
                    <a:pt x="545" y="689"/>
                  </a:cubicBezTo>
                  <a:cubicBezTo>
                    <a:pt x="542" y="697"/>
                    <a:pt x="542" y="697"/>
                    <a:pt x="542" y="697"/>
                  </a:cubicBezTo>
                  <a:cubicBezTo>
                    <a:pt x="321" y="697"/>
                    <a:pt x="321" y="697"/>
                    <a:pt x="321" y="697"/>
                  </a:cubicBezTo>
                  <a:cubicBezTo>
                    <a:pt x="303" y="661"/>
                    <a:pt x="303" y="661"/>
                    <a:pt x="303" y="661"/>
                  </a:cubicBezTo>
                  <a:cubicBezTo>
                    <a:pt x="542" y="417"/>
                    <a:pt x="542" y="417"/>
                    <a:pt x="542" y="417"/>
                  </a:cubicBezTo>
                  <a:cubicBezTo>
                    <a:pt x="389" y="417"/>
                    <a:pt x="389" y="417"/>
                    <a:pt x="389" y="417"/>
                  </a:cubicBezTo>
                  <a:cubicBezTo>
                    <a:pt x="202" y="618"/>
                    <a:pt x="202" y="618"/>
                    <a:pt x="202" y="618"/>
                  </a:cubicBezTo>
                  <a:cubicBezTo>
                    <a:pt x="262" y="417"/>
                    <a:pt x="262" y="417"/>
                    <a:pt x="262" y="417"/>
                  </a:cubicBezTo>
                  <a:cubicBezTo>
                    <a:pt x="149" y="417"/>
                    <a:pt x="149" y="417"/>
                    <a:pt x="149" y="417"/>
                  </a:cubicBezTo>
                  <a:cubicBezTo>
                    <a:pt x="149" y="18"/>
                    <a:pt x="149" y="18"/>
                    <a:pt x="149" y="18"/>
                  </a:cubicBezTo>
                  <a:cubicBezTo>
                    <a:pt x="620" y="18"/>
                    <a:pt x="620" y="18"/>
                    <a:pt x="620" y="18"/>
                  </a:cubicBezTo>
                  <a:cubicBezTo>
                    <a:pt x="620" y="441"/>
                    <a:pt x="620" y="441"/>
                    <a:pt x="620" y="441"/>
                  </a:cubicBezTo>
                  <a:cubicBezTo>
                    <a:pt x="620" y="441"/>
                    <a:pt x="620" y="441"/>
                    <a:pt x="620" y="441"/>
                  </a:cubicBezTo>
                  <a:close/>
                  <a:moveTo>
                    <a:pt x="178" y="697"/>
                  </a:moveTo>
                  <a:cubicBezTo>
                    <a:pt x="179" y="695"/>
                    <a:pt x="179" y="695"/>
                    <a:pt x="179" y="695"/>
                  </a:cubicBezTo>
                  <a:cubicBezTo>
                    <a:pt x="180" y="697"/>
                    <a:pt x="180" y="697"/>
                    <a:pt x="180" y="697"/>
                  </a:cubicBezTo>
                  <a:cubicBezTo>
                    <a:pt x="178" y="697"/>
                    <a:pt x="178" y="697"/>
                    <a:pt x="178" y="697"/>
                  </a:cubicBezTo>
                  <a:cubicBezTo>
                    <a:pt x="178" y="697"/>
                    <a:pt x="178" y="697"/>
                    <a:pt x="178" y="697"/>
                  </a:cubicBezTo>
                  <a:close/>
                  <a:moveTo>
                    <a:pt x="1778" y="0"/>
                  </a:moveTo>
                  <a:cubicBezTo>
                    <a:pt x="1778" y="457"/>
                    <a:pt x="1778" y="457"/>
                    <a:pt x="1778" y="457"/>
                  </a:cubicBezTo>
                  <a:cubicBezTo>
                    <a:pt x="1763" y="469"/>
                    <a:pt x="1749" y="483"/>
                    <a:pt x="1736" y="498"/>
                  </a:cubicBezTo>
                  <a:cubicBezTo>
                    <a:pt x="1736" y="0"/>
                    <a:pt x="1736" y="0"/>
                    <a:pt x="1736" y="0"/>
                  </a:cubicBezTo>
                  <a:cubicBezTo>
                    <a:pt x="1229" y="0"/>
                    <a:pt x="1229" y="0"/>
                    <a:pt x="1229" y="0"/>
                  </a:cubicBezTo>
                  <a:cubicBezTo>
                    <a:pt x="1229" y="416"/>
                    <a:pt x="1229" y="416"/>
                    <a:pt x="1229" y="416"/>
                  </a:cubicBezTo>
                  <a:cubicBezTo>
                    <a:pt x="1187" y="416"/>
                    <a:pt x="1187" y="416"/>
                    <a:pt x="1187" y="416"/>
                  </a:cubicBezTo>
                  <a:cubicBezTo>
                    <a:pt x="1187" y="0"/>
                    <a:pt x="1187" y="0"/>
                    <a:pt x="1187" y="0"/>
                  </a:cubicBezTo>
                  <a:cubicBezTo>
                    <a:pt x="680" y="0"/>
                    <a:pt x="680" y="0"/>
                    <a:pt x="680" y="0"/>
                  </a:cubicBezTo>
                  <a:cubicBezTo>
                    <a:pt x="680" y="417"/>
                    <a:pt x="680" y="417"/>
                    <a:pt x="680" y="417"/>
                  </a:cubicBezTo>
                  <a:cubicBezTo>
                    <a:pt x="638" y="417"/>
                    <a:pt x="638" y="417"/>
                    <a:pt x="638" y="417"/>
                  </a:cubicBezTo>
                  <a:cubicBezTo>
                    <a:pt x="638" y="0"/>
                    <a:pt x="638" y="0"/>
                    <a:pt x="638" y="0"/>
                  </a:cubicBezTo>
                  <a:cubicBezTo>
                    <a:pt x="131" y="0"/>
                    <a:pt x="131" y="0"/>
                    <a:pt x="131" y="0"/>
                  </a:cubicBezTo>
                  <a:cubicBezTo>
                    <a:pt x="131" y="475"/>
                    <a:pt x="131" y="475"/>
                    <a:pt x="131" y="475"/>
                  </a:cubicBezTo>
                  <a:cubicBezTo>
                    <a:pt x="2" y="906"/>
                    <a:pt x="2" y="906"/>
                    <a:pt x="2" y="906"/>
                  </a:cubicBezTo>
                  <a:cubicBezTo>
                    <a:pt x="115" y="906"/>
                    <a:pt x="115" y="906"/>
                    <a:pt x="115" y="906"/>
                  </a:cubicBezTo>
                  <a:cubicBezTo>
                    <a:pt x="173" y="715"/>
                    <a:pt x="173" y="715"/>
                    <a:pt x="173" y="715"/>
                  </a:cubicBezTo>
                  <a:cubicBezTo>
                    <a:pt x="189" y="715"/>
                    <a:pt x="189" y="715"/>
                    <a:pt x="189" y="715"/>
                  </a:cubicBezTo>
                  <a:cubicBezTo>
                    <a:pt x="283" y="906"/>
                    <a:pt x="283" y="906"/>
                    <a:pt x="283" y="906"/>
                  </a:cubicBezTo>
                  <a:cubicBezTo>
                    <a:pt x="421" y="906"/>
                    <a:pt x="421" y="906"/>
                    <a:pt x="421" y="906"/>
                  </a:cubicBezTo>
                  <a:cubicBezTo>
                    <a:pt x="329" y="715"/>
                    <a:pt x="329" y="715"/>
                    <a:pt x="329" y="715"/>
                  </a:cubicBezTo>
                  <a:cubicBezTo>
                    <a:pt x="537" y="715"/>
                    <a:pt x="537" y="715"/>
                    <a:pt x="537" y="715"/>
                  </a:cubicBezTo>
                  <a:cubicBezTo>
                    <a:pt x="479" y="906"/>
                    <a:pt x="479" y="906"/>
                    <a:pt x="479" y="906"/>
                  </a:cubicBezTo>
                  <a:cubicBezTo>
                    <a:pt x="604" y="906"/>
                    <a:pt x="604" y="906"/>
                    <a:pt x="604" y="906"/>
                  </a:cubicBezTo>
                  <a:cubicBezTo>
                    <a:pt x="661" y="715"/>
                    <a:pt x="661" y="715"/>
                    <a:pt x="661" y="715"/>
                  </a:cubicBezTo>
                  <a:cubicBezTo>
                    <a:pt x="688" y="715"/>
                    <a:pt x="688" y="715"/>
                    <a:pt x="688" y="715"/>
                  </a:cubicBezTo>
                  <a:cubicBezTo>
                    <a:pt x="688" y="715"/>
                    <a:pt x="688" y="715"/>
                    <a:pt x="688" y="715"/>
                  </a:cubicBezTo>
                  <a:cubicBezTo>
                    <a:pt x="727" y="715"/>
                    <a:pt x="727" y="715"/>
                    <a:pt x="727" y="715"/>
                  </a:cubicBezTo>
                  <a:cubicBezTo>
                    <a:pt x="730" y="715"/>
                    <a:pt x="730" y="715"/>
                    <a:pt x="730" y="715"/>
                  </a:cubicBezTo>
                  <a:cubicBezTo>
                    <a:pt x="965" y="715"/>
                    <a:pt x="965" y="715"/>
                    <a:pt x="965" y="715"/>
                  </a:cubicBezTo>
                  <a:cubicBezTo>
                    <a:pt x="910" y="905"/>
                    <a:pt x="910" y="905"/>
                    <a:pt x="910" y="905"/>
                  </a:cubicBezTo>
                  <a:cubicBezTo>
                    <a:pt x="1035" y="905"/>
                    <a:pt x="1035" y="905"/>
                    <a:pt x="1035" y="905"/>
                  </a:cubicBezTo>
                  <a:cubicBezTo>
                    <a:pt x="1088" y="715"/>
                    <a:pt x="1088" y="715"/>
                    <a:pt x="1088" y="715"/>
                  </a:cubicBezTo>
                  <a:cubicBezTo>
                    <a:pt x="1145" y="715"/>
                    <a:pt x="1145" y="715"/>
                    <a:pt x="1145" y="715"/>
                  </a:cubicBezTo>
                  <a:cubicBezTo>
                    <a:pt x="1146" y="905"/>
                    <a:pt x="1146" y="905"/>
                    <a:pt x="1146" y="905"/>
                  </a:cubicBezTo>
                  <a:cubicBezTo>
                    <a:pt x="1252" y="905"/>
                    <a:pt x="1252" y="905"/>
                    <a:pt x="1252" y="905"/>
                  </a:cubicBezTo>
                  <a:cubicBezTo>
                    <a:pt x="1372" y="715"/>
                    <a:pt x="1372" y="715"/>
                    <a:pt x="1372" y="715"/>
                  </a:cubicBezTo>
                  <a:cubicBezTo>
                    <a:pt x="1451" y="715"/>
                    <a:pt x="1451" y="715"/>
                    <a:pt x="1451" y="715"/>
                  </a:cubicBezTo>
                  <a:cubicBezTo>
                    <a:pt x="1410" y="905"/>
                    <a:pt x="1410" y="905"/>
                    <a:pt x="1410" y="905"/>
                  </a:cubicBezTo>
                  <a:cubicBezTo>
                    <a:pt x="1534" y="905"/>
                    <a:pt x="1534" y="905"/>
                    <a:pt x="1534" y="905"/>
                  </a:cubicBezTo>
                  <a:cubicBezTo>
                    <a:pt x="1574" y="715"/>
                    <a:pt x="1574" y="715"/>
                    <a:pt x="1574" y="715"/>
                  </a:cubicBezTo>
                  <a:cubicBezTo>
                    <a:pt x="1645" y="715"/>
                    <a:pt x="1645" y="715"/>
                    <a:pt x="1645" y="715"/>
                  </a:cubicBezTo>
                  <a:cubicBezTo>
                    <a:pt x="1643" y="774"/>
                    <a:pt x="1658" y="827"/>
                    <a:pt x="1697" y="863"/>
                  </a:cubicBezTo>
                  <a:cubicBezTo>
                    <a:pt x="1745" y="907"/>
                    <a:pt x="1818" y="916"/>
                    <a:pt x="1872" y="916"/>
                  </a:cubicBezTo>
                  <a:cubicBezTo>
                    <a:pt x="1947" y="916"/>
                    <a:pt x="2024" y="905"/>
                    <a:pt x="2102" y="888"/>
                  </a:cubicBezTo>
                  <a:cubicBezTo>
                    <a:pt x="2145" y="715"/>
                    <a:pt x="2145" y="715"/>
                    <a:pt x="2145" y="715"/>
                  </a:cubicBezTo>
                  <a:cubicBezTo>
                    <a:pt x="2285" y="715"/>
                    <a:pt x="2285" y="715"/>
                    <a:pt x="2285" y="715"/>
                  </a:cubicBezTo>
                  <a:cubicBezTo>
                    <a:pt x="2285" y="0"/>
                    <a:pt x="2285" y="0"/>
                    <a:pt x="2285" y="0"/>
                  </a:cubicBezTo>
                  <a:cubicBezTo>
                    <a:pt x="1778" y="0"/>
                    <a:pt x="1778" y="0"/>
                    <a:pt x="1778" y="0"/>
                  </a:cubicBezTo>
                  <a:cubicBezTo>
                    <a:pt x="1778" y="0"/>
                    <a:pt x="1778" y="0"/>
                    <a:pt x="1778" y="0"/>
                  </a:cubicBezTo>
                  <a:close/>
                  <a:moveTo>
                    <a:pt x="222" y="1195"/>
                  </a:moveTo>
                  <a:cubicBezTo>
                    <a:pt x="203" y="1286"/>
                    <a:pt x="203" y="1286"/>
                    <a:pt x="203" y="1286"/>
                  </a:cubicBezTo>
                  <a:cubicBezTo>
                    <a:pt x="200" y="1299"/>
                    <a:pt x="196" y="1320"/>
                    <a:pt x="220" y="1320"/>
                  </a:cubicBezTo>
                  <a:cubicBezTo>
                    <a:pt x="249" y="1320"/>
                    <a:pt x="253" y="1298"/>
                    <a:pt x="259" y="1272"/>
                  </a:cubicBezTo>
                  <a:cubicBezTo>
                    <a:pt x="275" y="1195"/>
                    <a:pt x="275" y="1195"/>
                    <a:pt x="275" y="1195"/>
                  </a:cubicBezTo>
                  <a:cubicBezTo>
                    <a:pt x="321" y="1195"/>
                    <a:pt x="321" y="1195"/>
                    <a:pt x="321" y="1195"/>
                  </a:cubicBezTo>
                  <a:cubicBezTo>
                    <a:pt x="300" y="1296"/>
                    <a:pt x="300" y="1296"/>
                    <a:pt x="300" y="1296"/>
                  </a:cubicBezTo>
                  <a:cubicBezTo>
                    <a:pt x="294" y="1329"/>
                    <a:pt x="293" y="1333"/>
                    <a:pt x="292" y="1337"/>
                  </a:cubicBezTo>
                  <a:cubicBezTo>
                    <a:pt x="292" y="1341"/>
                    <a:pt x="291" y="1344"/>
                    <a:pt x="291" y="1348"/>
                  </a:cubicBezTo>
                  <a:cubicBezTo>
                    <a:pt x="247" y="1348"/>
                    <a:pt x="247" y="1348"/>
                    <a:pt x="247" y="1348"/>
                  </a:cubicBezTo>
                  <a:cubicBezTo>
                    <a:pt x="250" y="1328"/>
                    <a:pt x="250" y="1328"/>
                    <a:pt x="250" y="1328"/>
                  </a:cubicBezTo>
                  <a:cubicBezTo>
                    <a:pt x="244" y="1334"/>
                    <a:pt x="229" y="1352"/>
                    <a:pt x="200" y="1352"/>
                  </a:cubicBezTo>
                  <a:cubicBezTo>
                    <a:pt x="179" y="1352"/>
                    <a:pt x="164" y="1343"/>
                    <a:pt x="158" y="1331"/>
                  </a:cubicBezTo>
                  <a:cubicBezTo>
                    <a:pt x="151" y="1319"/>
                    <a:pt x="155" y="1297"/>
                    <a:pt x="157" y="1290"/>
                  </a:cubicBezTo>
                  <a:cubicBezTo>
                    <a:pt x="177" y="1195"/>
                    <a:pt x="177" y="1195"/>
                    <a:pt x="177" y="1195"/>
                  </a:cubicBezTo>
                  <a:cubicBezTo>
                    <a:pt x="222" y="1195"/>
                    <a:pt x="222" y="1195"/>
                    <a:pt x="222" y="1195"/>
                  </a:cubicBezTo>
                  <a:cubicBezTo>
                    <a:pt x="222" y="1195"/>
                    <a:pt x="222" y="1195"/>
                    <a:pt x="222" y="1195"/>
                  </a:cubicBezTo>
                  <a:close/>
                  <a:moveTo>
                    <a:pt x="514" y="1225"/>
                  </a:moveTo>
                  <a:cubicBezTo>
                    <a:pt x="550" y="1225"/>
                    <a:pt x="550" y="1225"/>
                    <a:pt x="550" y="1225"/>
                  </a:cubicBezTo>
                  <a:cubicBezTo>
                    <a:pt x="556" y="1196"/>
                    <a:pt x="556" y="1196"/>
                    <a:pt x="556" y="1196"/>
                  </a:cubicBezTo>
                  <a:cubicBezTo>
                    <a:pt x="520" y="1196"/>
                    <a:pt x="520" y="1196"/>
                    <a:pt x="520" y="1196"/>
                  </a:cubicBezTo>
                  <a:cubicBezTo>
                    <a:pt x="530" y="1149"/>
                    <a:pt x="530" y="1149"/>
                    <a:pt x="530" y="1149"/>
                  </a:cubicBezTo>
                  <a:cubicBezTo>
                    <a:pt x="482" y="1166"/>
                    <a:pt x="482" y="1166"/>
                    <a:pt x="482" y="1166"/>
                  </a:cubicBezTo>
                  <a:cubicBezTo>
                    <a:pt x="475" y="1196"/>
                    <a:pt x="475" y="1196"/>
                    <a:pt x="475" y="1196"/>
                  </a:cubicBezTo>
                  <a:cubicBezTo>
                    <a:pt x="414" y="1196"/>
                    <a:pt x="414" y="1196"/>
                    <a:pt x="414" y="1196"/>
                  </a:cubicBezTo>
                  <a:cubicBezTo>
                    <a:pt x="424" y="1149"/>
                    <a:pt x="424" y="1149"/>
                    <a:pt x="424" y="1149"/>
                  </a:cubicBezTo>
                  <a:cubicBezTo>
                    <a:pt x="376" y="1166"/>
                    <a:pt x="376" y="1166"/>
                    <a:pt x="376" y="1166"/>
                  </a:cubicBezTo>
                  <a:cubicBezTo>
                    <a:pt x="369" y="1196"/>
                    <a:pt x="369" y="1196"/>
                    <a:pt x="369" y="1196"/>
                  </a:cubicBezTo>
                  <a:cubicBezTo>
                    <a:pt x="340" y="1196"/>
                    <a:pt x="340" y="1196"/>
                    <a:pt x="340" y="1196"/>
                  </a:cubicBezTo>
                  <a:cubicBezTo>
                    <a:pt x="333" y="1225"/>
                    <a:pt x="333" y="1225"/>
                    <a:pt x="333" y="1225"/>
                  </a:cubicBezTo>
                  <a:cubicBezTo>
                    <a:pt x="363" y="1225"/>
                    <a:pt x="363" y="1225"/>
                    <a:pt x="363" y="1225"/>
                  </a:cubicBezTo>
                  <a:cubicBezTo>
                    <a:pt x="345" y="1310"/>
                    <a:pt x="345" y="1310"/>
                    <a:pt x="345" y="1310"/>
                  </a:cubicBezTo>
                  <a:cubicBezTo>
                    <a:pt x="342" y="1322"/>
                    <a:pt x="336" y="1351"/>
                    <a:pt x="382" y="1351"/>
                  </a:cubicBezTo>
                  <a:cubicBezTo>
                    <a:pt x="389" y="1351"/>
                    <a:pt x="402" y="1350"/>
                    <a:pt x="417" y="1346"/>
                  </a:cubicBezTo>
                  <a:cubicBezTo>
                    <a:pt x="424" y="1317"/>
                    <a:pt x="424" y="1317"/>
                    <a:pt x="424" y="1317"/>
                  </a:cubicBezTo>
                  <a:cubicBezTo>
                    <a:pt x="418" y="1317"/>
                    <a:pt x="415" y="1317"/>
                    <a:pt x="408" y="1317"/>
                  </a:cubicBezTo>
                  <a:cubicBezTo>
                    <a:pt x="388" y="1317"/>
                    <a:pt x="391" y="1309"/>
                    <a:pt x="393" y="1295"/>
                  </a:cubicBezTo>
                  <a:cubicBezTo>
                    <a:pt x="408" y="1225"/>
                    <a:pt x="408" y="1225"/>
                    <a:pt x="408" y="1225"/>
                  </a:cubicBezTo>
                  <a:cubicBezTo>
                    <a:pt x="469" y="1225"/>
                    <a:pt x="469" y="1225"/>
                    <a:pt x="469" y="1225"/>
                  </a:cubicBezTo>
                  <a:cubicBezTo>
                    <a:pt x="451" y="1310"/>
                    <a:pt x="451" y="1310"/>
                    <a:pt x="451" y="1310"/>
                  </a:cubicBezTo>
                  <a:cubicBezTo>
                    <a:pt x="448" y="1322"/>
                    <a:pt x="442" y="1351"/>
                    <a:pt x="488" y="1351"/>
                  </a:cubicBezTo>
                  <a:cubicBezTo>
                    <a:pt x="495" y="1351"/>
                    <a:pt x="508" y="1350"/>
                    <a:pt x="523" y="1346"/>
                  </a:cubicBezTo>
                  <a:cubicBezTo>
                    <a:pt x="530" y="1317"/>
                    <a:pt x="530" y="1317"/>
                    <a:pt x="530" y="1317"/>
                  </a:cubicBezTo>
                  <a:cubicBezTo>
                    <a:pt x="524" y="1317"/>
                    <a:pt x="521" y="1317"/>
                    <a:pt x="514" y="1317"/>
                  </a:cubicBezTo>
                  <a:cubicBezTo>
                    <a:pt x="494" y="1317"/>
                    <a:pt x="496" y="1309"/>
                    <a:pt x="499" y="1295"/>
                  </a:cubicBezTo>
                  <a:cubicBezTo>
                    <a:pt x="514" y="1225"/>
                    <a:pt x="514" y="1225"/>
                    <a:pt x="514" y="1225"/>
                  </a:cubicBezTo>
                  <a:cubicBezTo>
                    <a:pt x="514" y="1225"/>
                    <a:pt x="514" y="1225"/>
                    <a:pt x="514" y="1225"/>
                  </a:cubicBezTo>
                  <a:close/>
                  <a:moveTo>
                    <a:pt x="579" y="1194"/>
                  </a:moveTo>
                  <a:cubicBezTo>
                    <a:pt x="624" y="1194"/>
                    <a:pt x="624" y="1194"/>
                    <a:pt x="624" y="1194"/>
                  </a:cubicBezTo>
                  <a:cubicBezTo>
                    <a:pt x="591" y="1348"/>
                    <a:pt x="591" y="1348"/>
                    <a:pt x="591" y="1348"/>
                  </a:cubicBezTo>
                  <a:cubicBezTo>
                    <a:pt x="546" y="1348"/>
                    <a:pt x="546" y="1348"/>
                    <a:pt x="546" y="1348"/>
                  </a:cubicBezTo>
                  <a:cubicBezTo>
                    <a:pt x="579" y="1194"/>
                    <a:pt x="579" y="1194"/>
                    <a:pt x="579" y="1194"/>
                  </a:cubicBezTo>
                  <a:cubicBezTo>
                    <a:pt x="579" y="1194"/>
                    <a:pt x="579" y="1194"/>
                    <a:pt x="579" y="1194"/>
                  </a:cubicBezTo>
                  <a:close/>
                  <a:moveTo>
                    <a:pt x="591" y="1129"/>
                  </a:moveTo>
                  <a:cubicBezTo>
                    <a:pt x="640" y="1129"/>
                    <a:pt x="640" y="1129"/>
                    <a:pt x="640" y="1129"/>
                  </a:cubicBezTo>
                  <a:cubicBezTo>
                    <a:pt x="631" y="1168"/>
                    <a:pt x="631" y="1168"/>
                    <a:pt x="631" y="1168"/>
                  </a:cubicBezTo>
                  <a:cubicBezTo>
                    <a:pt x="583" y="1168"/>
                    <a:pt x="583" y="1168"/>
                    <a:pt x="583" y="1168"/>
                  </a:cubicBezTo>
                  <a:cubicBezTo>
                    <a:pt x="591" y="1129"/>
                    <a:pt x="591" y="1129"/>
                    <a:pt x="591" y="1129"/>
                  </a:cubicBezTo>
                  <a:cubicBezTo>
                    <a:pt x="591" y="1129"/>
                    <a:pt x="591" y="1129"/>
                    <a:pt x="591" y="1129"/>
                  </a:cubicBezTo>
                  <a:close/>
                  <a:moveTo>
                    <a:pt x="653" y="1222"/>
                  </a:moveTo>
                  <a:cubicBezTo>
                    <a:pt x="654" y="1221"/>
                    <a:pt x="657" y="1205"/>
                    <a:pt x="659" y="1194"/>
                  </a:cubicBezTo>
                  <a:cubicBezTo>
                    <a:pt x="702" y="1194"/>
                    <a:pt x="702" y="1194"/>
                    <a:pt x="702" y="1194"/>
                  </a:cubicBezTo>
                  <a:cubicBezTo>
                    <a:pt x="698" y="1217"/>
                    <a:pt x="698" y="1217"/>
                    <a:pt x="698" y="1217"/>
                  </a:cubicBezTo>
                  <a:cubicBezTo>
                    <a:pt x="704" y="1210"/>
                    <a:pt x="720" y="1191"/>
                    <a:pt x="753" y="1191"/>
                  </a:cubicBezTo>
                  <a:cubicBezTo>
                    <a:pt x="784" y="1191"/>
                    <a:pt x="793" y="1209"/>
                    <a:pt x="794" y="1220"/>
                  </a:cubicBezTo>
                  <a:cubicBezTo>
                    <a:pt x="796" y="1229"/>
                    <a:pt x="795" y="1236"/>
                    <a:pt x="789" y="1265"/>
                  </a:cubicBezTo>
                  <a:cubicBezTo>
                    <a:pt x="771" y="1348"/>
                    <a:pt x="771" y="1348"/>
                    <a:pt x="771" y="1348"/>
                  </a:cubicBezTo>
                  <a:cubicBezTo>
                    <a:pt x="725" y="1348"/>
                    <a:pt x="725" y="1348"/>
                    <a:pt x="725" y="1348"/>
                  </a:cubicBezTo>
                  <a:cubicBezTo>
                    <a:pt x="746" y="1253"/>
                    <a:pt x="746" y="1253"/>
                    <a:pt x="746" y="1253"/>
                  </a:cubicBezTo>
                  <a:cubicBezTo>
                    <a:pt x="747" y="1246"/>
                    <a:pt x="748" y="1241"/>
                    <a:pt x="746" y="1236"/>
                  </a:cubicBezTo>
                  <a:cubicBezTo>
                    <a:pt x="745" y="1230"/>
                    <a:pt x="739" y="1223"/>
                    <a:pt x="728" y="1223"/>
                  </a:cubicBezTo>
                  <a:cubicBezTo>
                    <a:pt x="718" y="1223"/>
                    <a:pt x="708" y="1227"/>
                    <a:pt x="702" y="1235"/>
                  </a:cubicBezTo>
                  <a:cubicBezTo>
                    <a:pt x="698" y="1239"/>
                    <a:pt x="694" y="1246"/>
                    <a:pt x="691" y="1258"/>
                  </a:cubicBezTo>
                  <a:cubicBezTo>
                    <a:pt x="672" y="1348"/>
                    <a:pt x="672" y="1348"/>
                    <a:pt x="672" y="1348"/>
                  </a:cubicBezTo>
                  <a:cubicBezTo>
                    <a:pt x="627" y="1348"/>
                    <a:pt x="627" y="1348"/>
                    <a:pt x="627" y="1348"/>
                  </a:cubicBezTo>
                  <a:cubicBezTo>
                    <a:pt x="653" y="1222"/>
                    <a:pt x="653" y="1222"/>
                    <a:pt x="653" y="1222"/>
                  </a:cubicBezTo>
                  <a:cubicBezTo>
                    <a:pt x="653" y="1222"/>
                    <a:pt x="653" y="1222"/>
                    <a:pt x="653" y="1222"/>
                  </a:cubicBezTo>
                  <a:close/>
                  <a:moveTo>
                    <a:pt x="985" y="1196"/>
                  </a:moveTo>
                  <a:cubicBezTo>
                    <a:pt x="981" y="1207"/>
                    <a:pt x="978" y="1218"/>
                    <a:pt x="975" y="1233"/>
                  </a:cubicBezTo>
                  <a:cubicBezTo>
                    <a:pt x="951" y="1346"/>
                    <a:pt x="951" y="1346"/>
                    <a:pt x="951" y="1346"/>
                  </a:cubicBezTo>
                  <a:cubicBezTo>
                    <a:pt x="939" y="1403"/>
                    <a:pt x="891" y="1409"/>
                    <a:pt x="861" y="1409"/>
                  </a:cubicBezTo>
                  <a:cubicBezTo>
                    <a:pt x="839" y="1409"/>
                    <a:pt x="797" y="1406"/>
                    <a:pt x="804" y="1359"/>
                  </a:cubicBezTo>
                  <a:cubicBezTo>
                    <a:pt x="847" y="1359"/>
                    <a:pt x="847" y="1359"/>
                    <a:pt x="847" y="1359"/>
                  </a:cubicBezTo>
                  <a:cubicBezTo>
                    <a:pt x="847" y="1362"/>
                    <a:pt x="847" y="1367"/>
                    <a:pt x="850" y="1372"/>
                  </a:cubicBezTo>
                  <a:cubicBezTo>
                    <a:pt x="852" y="1376"/>
                    <a:pt x="858" y="1380"/>
                    <a:pt x="869" y="1380"/>
                  </a:cubicBezTo>
                  <a:cubicBezTo>
                    <a:pt x="883" y="1380"/>
                    <a:pt x="896" y="1374"/>
                    <a:pt x="902" y="1360"/>
                  </a:cubicBezTo>
                  <a:cubicBezTo>
                    <a:pt x="905" y="1353"/>
                    <a:pt x="906" y="1347"/>
                    <a:pt x="912" y="1324"/>
                  </a:cubicBezTo>
                  <a:cubicBezTo>
                    <a:pt x="893" y="1343"/>
                    <a:pt x="877" y="1345"/>
                    <a:pt x="866" y="1345"/>
                  </a:cubicBezTo>
                  <a:cubicBezTo>
                    <a:pt x="822" y="1345"/>
                    <a:pt x="809" y="1307"/>
                    <a:pt x="817" y="1270"/>
                  </a:cubicBezTo>
                  <a:cubicBezTo>
                    <a:pt x="825" y="1231"/>
                    <a:pt x="855" y="1194"/>
                    <a:pt x="899" y="1194"/>
                  </a:cubicBezTo>
                  <a:cubicBezTo>
                    <a:pt x="927" y="1194"/>
                    <a:pt x="934" y="1209"/>
                    <a:pt x="937" y="1216"/>
                  </a:cubicBezTo>
                  <a:cubicBezTo>
                    <a:pt x="943" y="1196"/>
                    <a:pt x="943" y="1196"/>
                    <a:pt x="943" y="1196"/>
                  </a:cubicBezTo>
                  <a:cubicBezTo>
                    <a:pt x="985" y="1196"/>
                    <a:pt x="985" y="1196"/>
                    <a:pt x="985" y="1196"/>
                  </a:cubicBezTo>
                  <a:cubicBezTo>
                    <a:pt x="985" y="1196"/>
                    <a:pt x="985" y="1196"/>
                    <a:pt x="985" y="1196"/>
                  </a:cubicBezTo>
                  <a:close/>
                  <a:moveTo>
                    <a:pt x="883" y="1315"/>
                  </a:moveTo>
                  <a:cubicBezTo>
                    <a:pt x="914" y="1315"/>
                    <a:pt x="922" y="1277"/>
                    <a:pt x="924" y="1271"/>
                  </a:cubicBezTo>
                  <a:cubicBezTo>
                    <a:pt x="927" y="1253"/>
                    <a:pt x="930" y="1224"/>
                    <a:pt x="903" y="1224"/>
                  </a:cubicBezTo>
                  <a:cubicBezTo>
                    <a:pt x="886" y="1224"/>
                    <a:pt x="869" y="1237"/>
                    <a:pt x="862" y="1270"/>
                  </a:cubicBezTo>
                  <a:cubicBezTo>
                    <a:pt x="861" y="1277"/>
                    <a:pt x="853" y="1315"/>
                    <a:pt x="883" y="1315"/>
                  </a:cubicBezTo>
                  <a:moveTo>
                    <a:pt x="1164" y="1346"/>
                  </a:moveTo>
                  <a:cubicBezTo>
                    <a:pt x="1149" y="1350"/>
                    <a:pt x="1136" y="1351"/>
                    <a:pt x="1129" y="1351"/>
                  </a:cubicBezTo>
                  <a:cubicBezTo>
                    <a:pt x="1083" y="1351"/>
                    <a:pt x="1089" y="1322"/>
                    <a:pt x="1092" y="1310"/>
                  </a:cubicBezTo>
                  <a:cubicBezTo>
                    <a:pt x="1110" y="1225"/>
                    <a:pt x="1110" y="1225"/>
                    <a:pt x="1110" y="1225"/>
                  </a:cubicBezTo>
                  <a:cubicBezTo>
                    <a:pt x="1080" y="1225"/>
                    <a:pt x="1080" y="1225"/>
                    <a:pt x="1080" y="1225"/>
                  </a:cubicBezTo>
                  <a:cubicBezTo>
                    <a:pt x="1087" y="1196"/>
                    <a:pt x="1087" y="1196"/>
                    <a:pt x="1087" y="1196"/>
                  </a:cubicBezTo>
                  <a:cubicBezTo>
                    <a:pt x="1116" y="1196"/>
                    <a:pt x="1116" y="1196"/>
                    <a:pt x="1116" y="1196"/>
                  </a:cubicBezTo>
                  <a:cubicBezTo>
                    <a:pt x="1123" y="1166"/>
                    <a:pt x="1123" y="1166"/>
                    <a:pt x="1123" y="1166"/>
                  </a:cubicBezTo>
                  <a:cubicBezTo>
                    <a:pt x="1171" y="1149"/>
                    <a:pt x="1171" y="1149"/>
                    <a:pt x="1171" y="1149"/>
                  </a:cubicBezTo>
                  <a:cubicBezTo>
                    <a:pt x="1161" y="1196"/>
                    <a:pt x="1161" y="1196"/>
                    <a:pt x="1161" y="1196"/>
                  </a:cubicBezTo>
                  <a:cubicBezTo>
                    <a:pt x="1198" y="1196"/>
                    <a:pt x="1198" y="1196"/>
                    <a:pt x="1198" y="1196"/>
                  </a:cubicBezTo>
                  <a:cubicBezTo>
                    <a:pt x="1191" y="1225"/>
                    <a:pt x="1191" y="1225"/>
                    <a:pt x="1191" y="1225"/>
                  </a:cubicBezTo>
                  <a:cubicBezTo>
                    <a:pt x="1155" y="1225"/>
                    <a:pt x="1155" y="1225"/>
                    <a:pt x="1155" y="1225"/>
                  </a:cubicBezTo>
                  <a:cubicBezTo>
                    <a:pt x="1140" y="1295"/>
                    <a:pt x="1140" y="1295"/>
                    <a:pt x="1140" y="1295"/>
                  </a:cubicBezTo>
                  <a:cubicBezTo>
                    <a:pt x="1137" y="1309"/>
                    <a:pt x="1135" y="1317"/>
                    <a:pt x="1155" y="1317"/>
                  </a:cubicBezTo>
                  <a:cubicBezTo>
                    <a:pt x="1162" y="1317"/>
                    <a:pt x="1165" y="1317"/>
                    <a:pt x="1171" y="1317"/>
                  </a:cubicBezTo>
                  <a:cubicBezTo>
                    <a:pt x="1164" y="1346"/>
                    <a:pt x="1164" y="1346"/>
                    <a:pt x="1164" y="1346"/>
                  </a:cubicBezTo>
                  <a:cubicBezTo>
                    <a:pt x="1164" y="1346"/>
                    <a:pt x="1164" y="1346"/>
                    <a:pt x="1164" y="1346"/>
                  </a:cubicBezTo>
                  <a:close/>
                  <a:moveTo>
                    <a:pt x="1235" y="1129"/>
                  </a:moveTo>
                  <a:cubicBezTo>
                    <a:pt x="1280" y="1129"/>
                    <a:pt x="1280" y="1129"/>
                    <a:pt x="1280" y="1129"/>
                  </a:cubicBezTo>
                  <a:cubicBezTo>
                    <a:pt x="1261" y="1216"/>
                    <a:pt x="1261" y="1216"/>
                    <a:pt x="1261" y="1216"/>
                  </a:cubicBezTo>
                  <a:cubicBezTo>
                    <a:pt x="1268" y="1208"/>
                    <a:pt x="1283" y="1193"/>
                    <a:pt x="1311" y="1193"/>
                  </a:cubicBezTo>
                  <a:cubicBezTo>
                    <a:pt x="1334" y="1193"/>
                    <a:pt x="1346" y="1204"/>
                    <a:pt x="1351" y="1214"/>
                  </a:cubicBezTo>
                  <a:cubicBezTo>
                    <a:pt x="1355" y="1221"/>
                    <a:pt x="1356" y="1235"/>
                    <a:pt x="1352" y="1255"/>
                  </a:cubicBezTo>
                  <a:cubicBezTo>
                    <a:pt x="1332" y="1348"/>
                    <a:pt x="1332" y="1348"/>
                    <a:pt x="1332" y="1348"/>
                  </a:cubicBezTo>
                  <a:cubicBezTo>
                    <a:pt x="1288" y="1348"/>
                    <a:pt x="1288" y="1348"/>
                    <a:pt x="1288" y="1348"/>
                  </a:cubicBezTo>
                  <a:cubicBezTo>
                    <a:pt x="1307" y="1256"/>
                    <a:pt x="1307" y="1256"/>
                    <a:pt x="1307" y="1256"/>
                  </a:cubicBezTo>
                  <a:cubicBezTo>
                    <a:pt x="1309" y="1248"/>
                    <a:pt x="1314" y="1223"/>
                    <a:pt x="1289" y="1223"/>
                  </a:cubicBezTo>
                  <a:cubicBezTo>
                    <a:pt x="1276" y="1223"/>
                    <a:pt x="1259" y="1230"/>
                    <a:pt x="1253" y="1254"/>
                  </a:cubicBezTo>
                  <a:cubicBezTo>
                    <a:pt x="1234" y="1348"/>
                    <a:pt x="1234" y="1348"/>
                    <a:pt x="1234" y="1348"/>
                  </a:cubicBezTo>
                  <a:cubicBezTo>
                    <a:pt x="1189" y="1348"/>
                    <a:pt x="1189" y="1348"/>
                    <a:pt x="1189" y="1348"/>
                  </a:cubicBezTo>
                  <a:cubicBezTo>
                    <a:pt x="1235" y="1129"/>
                    <a:pt x="1235" y="1129"/>
                    <a:pt x="1235" y="1129"/>
                  </a:cubicBezTo>
                  <a:cubicBezTo>
                    <a:pt x="1235" y="1129"/>
                    <a:pt x="1235" y="1129"/>
                    <a:pt x="1235" y="1129"/>
                  </a:cubicBezTo>
                  <a:close/>
                  <a:moveTo>
                    <a:pt x="1387" y="1232"/>
                  </a:moveTo>
                  <a:cubicBezTo>
                    <a:pt x="1389" y="1225"/>
                    <a:pt x="1392" y="1203"/>
                    <a:pt x="1393" y="1194"/>
                  </a:cubicBezTo>
                  <a:cubicBezTo>
                    <a:pt x="1435" y="1194"/>
                    <a:pt x="1435" y="1194"/>
                    <a:pt x="1435" y="1194"/>
                  </a:cubicBezTo>
                  <a:cubicBezTo>
                    <a:pt x="1430" y="1223"/>
                    <a:pt x="1430" y="1223"/>
                    <a:pt x="1430" y="1223"/>
                  </a:cubicBezTo>
                  <a:cubicBezTo>
                    <a:pt x="1438" y="1211"/>
                    <a:pt x="1452" y="1192"/>
                    <a:pt x="1489" y="1194"/>
                  </a:cubicBezTo>
                  <a:cubicBezTo>
                    <a:pt x="1480" y="1234"/>
                    <a:pt x="1480" y="1234"/>
                    <a:pt x="1480" y="1234"/>
                  </a:cubicBezTo>
                  <a:cubicBezTo>
                    <a:pt x="1435" y="1230"/>
                    <a:pt x="1428" y="1253"/>
                    <a:pt x="1424" y="1273"/>
                  </a:cubicBezTo>
                  <a:cubicBezTo>
                    <a:pt x="1408" y="1348"/>
                    <a:pt x="1408" y="1348"/>
                    <a:pt x="1408" y="1348"/>
                  </a:cubicBezTo>
                  <a:cubicBezTo>
                    <a:pt x="1363" y="1348"/>
                    <a:pt x="1363" y="1348"/>
                    <a:pt x="1363" y="1348"/>
                  </a:cubicBezTo>
                  <a:cubicBezTo>
                    <a:pt x="1387" y="1232"/>
                    <a:pt x="1387" y="1232"/>
                    <a:pt x="1387" y="1232"/>
                  </a:cubicBezTo>
                  <a:cubicBezTo>
                    <a:pt x="1387" y="1232"/>
                    <a:pt x="1387" y="1232"/>
                    <a:pt x="1387" y="1232"/>
                  </a:cubicBezTo>
                  <a:close/>
                  <a:moveTo>
                    <a:pt x="1582" y="1191"/>
                  </a:moveTo>
                  <a:cubicBezTo>
                    <a:pt x="1637" y="1191"/>
                    <a:pt x="1654" y="1229"/>
                    <a:pt x="1644" y="1271"/>
                  </a:cubicBezTo>
                  <a:cubicBezTo>
                    <a:pt x="1635" y="1315"/>
                    <a:pt x="1602" y="1353"/>
                    <a:pt x="1546" y="1353"/>
                  </a:cubicBezTo>
                  <a:cubicBezTo>
                    <a:pt x="1503" y="1353"/>
                    <a:pt x="1474" y="1326"/>
                    <a:pt x="1485" y="1273"/>
                  </a:cubicBezTo>
                  <a:cubicBezTo>
                    <a:pt x="1493" y="1236"/>
                    <a:pt x="1521" y="1191"/>
                    <a:pt x="1582" y="1191"/>
                  </a:cubicBezTo>
                  <a:moveTo>
                    <a:pt x="1555" y="1322"/>
                  </a:moveTo>
                  <a:cubicBezTo>
                    <a:pt x="1574" y="1322"/>
                    <a:pt x="1590" y="1310"/>
                    <a:pt x="1599" y="1270"/>
                  </a:cubicBezTo>
                  <a:cubicBezTo>
                    <a:pt x="1603" y="1250"/>
                    <a:pt x="1605" y="1221"/>
                    <a:pt x="1575" y="1221"/>
                  </a:cubicBezTo>
                  <a:cubicBezTo>
                    <a:pt x="1543" y="1221"/>
                    <a:pt x="1534" y="1259"/>
                    <a:pt x="1531" y="1273"/>
                  </a:cubicBezTo>
                  <a:cubicBezTo>
                    <a:pt x="1524" y="1307"/>
                    <a:pt x="1532" y="1322"/>
                    <a:pt x="1555" y="1322"/>
                  </a:cubicBezTo>
                  <a:moveTo>
                    <a:pt x="1734" y="1195"/>
                  </a:moveTo>
                  <a:cubicBezTo>
                    <a:pt x="1714" y="1286"/>
                    <a:pt x="1714" y="1286"/>
                    <a:pt x="1714" y="1286"/>
                  </a:cubicBezTo>
                  <a:cubicBezTo>
                    <a:pt x="1711" y="1299"/>
                    <a:pt x="1707" y="1320"/>
                    <a:pt x="1731" y="1320"/>
                  </a:cubicBezTo>
                  <a:cubicBezTo>
                    <a:pt x="1760" y="1320"/>
                    <a:pt x="1765" y="1298"/>
                    <a:pt x="1770" y="1272"/>
                  </a:cubicBezTo>
                  <a:cubicBezTo>
                    <a:pt x="1786" y="1195"/>
                    <a:pt x="1786" y="1195"/>
                    <a:pt x="1786" y="1195"/>
                  </a:cubicBezTo>
                  <a:cubicBezTo>
                    <a:pt x="1833" y="1195"/>
                    <a:pt x="1833" y="1195"/>
                    <a:pt x="1833" y="1195"/>
                  </a:cubicBezTo>
                  <a:cubicBezTo>
                    <a:pt x="1811" y="1296"/>
                    <a:pt x="1811" y="1296"/>
                    <a:pt x="1811" y="1296"/>
                  </a:cubicBezTo>
                  <a:cubicBezTo>
                    <a:pt x="1805" y="1329"/>
                    <a:pt x="1804" y="1333"/>
                    <a:pt x="1804" y="1337"/>
                  </a:cubicBezTo>
                  <a:cubicBezTo>
                    <a:pt x="1803" y="1341"/>
                    <a:pt x="1802" y="1344"/>
                    <a:pt x="1802" y="1348"/>
                  </a:cubicBezTo>
                  <a:cubicBezTo>
                    <a:pt x="1758" y="1348"/>
                    <a:pt x="1758" y="1348"/>
                    <a:pt x="1758" y="1348"/>
                  </a:cubicBezTo>
                  <a:cubicBezTo>
                    <a:pt x="1761" y="1328"/>
                    <a:pt x="1761" y="1328"/>
                    <a:pt x="1761" y="1328"/>
                  </a:cubicBezTo>
                  <a:cubicBezTo>
                    <a:pt x="1756" y="1334"/>
                    <a:pt x="1740" y="1352"/>
                    <a:pt x="1711" y="1352"/>
                  </a:cubicBezTo>
                  <a:cubicBezTo>
                    <a:pt x="1690" y="1352"/>
                    <a:pt x="1675" y="1343"/>
                    <a:pt x="1669" y="1331"/>
                  </a:cubicBezTo>
                  <a:cubicBezTo>
                    <a:pt x="1662" y="1319"/>
                    <a:pt x="1666" y="1297"/>
                    <a:pt x="1668" y="1290"/>
                  </a:cubicBezTo>
                  <a:cubicBezTo>
                    <a:pt x="1688" y="1195"/>
                    <a:pt x="1688" y="1195"/>
                    <a:pt x="1688" y="1195"/>
                  </a:cubicBezTo>
                  <a:cubicBezTo>
                    <a:pt x="1734" y="1195"/>
                    <a:pt x="1734" y="1195"/>
                    <a:pt x="1734" y="1195"/>
                  </a:cubicBezTo>
                  <a:cubicBezTo>
                    <a:pt x="1734" y="1195"/>
                    <a:pt x="1734" y="1195"/>
                    <a:pt x="1734" y="1195"/>
                  </a:cubicBezTo>
                  <a:close/>
                  <a:moveTo>
                    <a:pt x="2010" y="1196"/>
                  </a:moveTo>
                  <a:cubicBezTo>
                    <a:pt x="2006" y="1207"/>
                    <a:pt x="2003" y="1218"/>
                    <a:pt x="2000" y="1233"/>
                  </a:cubicBezTo>
                  <a:cubicBezTo>
                    <a:pt x="1976" y="1346"/>
                    <a:pt x="1976" y="1346"/>
                    <a:pt x="1976" y="1346"/>
                  </a:cubicBezTo>
                  <a:cubicBezTo>
                    <a:pt x="1964" y="1403"/>
                    <a:pt x="1915" y="1409"/>
                    <a:pt x="1886" y="1409"/>
                  </a:cubicBezTo>
                  <a:cubicBezTo>
                    <a:pt x="1864" y="1409"/>
                    <a:pt x="1822" y="1406"/>
                    <a:pt x="1829" y="1359"/>
                  </a:cubicBezTo>
                  <a:cubicBezTo>
                    <a:pt x="1872" y="1359"/>
                    <a:pt x="1872" y="1359"/>
                    <a:pt x="1872" y="1359"/>
                  </a:cubicBezTo>
                  <a:cubicBezTo>
                    <a:pt x="1872" y="1362"/>
                    <a:pt x="1871" y="1367"/>
                    <a:pt x="1874" y="1372"/>
                  </a:cubicBezTo>
                  <a:cubicBezTo>
                    <a:pt x="1877" y="1376"/>
                    <a:pt x="1883" y="1380"/>
                    <a:pt x="1894" y="1380"/>
                  </a:cubicBezTo>
                  <a:cubicBezTo>
                    <a:pt x="1908" y="1380"/>
                    <a:pt x="1921" y="1374"/>
                    <a:pt x="1926" y="1360"/>
                  </a:cubicBezTo>
                  <a:cubicBezTo>
                    <a:pt x="1930" y="1353"/>
                    <a:pt x="1931" y="1347"/>
                    <a:pt x="1937" y="1324"/>
                  </a:cubicBezTo>
                  <a:cubicBezTo>
                    <a:pt x="1918" y="1343"/>
                    <a:pt x="1901" y="1345"/>
                    <a:pt x="1891" y="1345"/>
                  </a:cubicBezTo>
                  <a:cubicBezTo>
                    <a:pt x="1847" y="1345"/>
                    <a:pt x="1834" y="1307"/>
                    <a:pt x="1842" y="1270"/>
                  </a:cubicBezTo>
                  <a:cubicBezTo>
                    <a:pt x="1850" y="1231"/>
                    <a:pt x="1880" y="1194"/>
                    <a:pt x="1924" y="1194"/>
                  </a:cubicBezTo>
                  <a:cubicBezTo>
                    <a:pt x="1952" y="1194"/>
                    <a:pt x="1959" y="1209"/>
                    <a:pt x="1962" y="1216"/>
                  </a:cubicBezTo>
                  <a:cubicBezTo>
                    <a:pt x="1968" y="1196"/>
                    <a:pt x="1968" y="1196"/>
                    <a:pt x="1968" y="1196"/>
                  </a:cubicBezTo>
                  <a:cubicBezTo>
                    <a:pt x="2010" y="1196"/>
                    <a:pt x="2010" y="1196"/>
                    <a:pt x="2010" y="1196"/>
                  </a:cubicBezTo>
                  <a:cubicBezTo>
                    <a:pt x="2010" y="1196"/>
                    <a:pt x="2010" y="1196"/>
                    <a:pt x="2010" y="1196"/>
                  </a:cubicBezTo>
                  <a:close/>
                  <a:moveTo>
                    <a:pt x="1908" y="1315"/>
                  </a:moveTo>
                  <a:cubicBezTo>
                    <a:pt x="1939" y="1315"/>
                    <a:pt x="1947" y="1277"/>
                    <a:pt x="1948" y="1271"/>
                  </a:cubicBezTo>
                  <a:cubicBezTo>
                    <a:pt x="1952" y="1253"/>
                    <a:pt x="1955" y="1224"/>
                    <a:pt x="1928" y="1224"/>
                  </a:cubicBezTo>
                  <a:cubicBezTo>
                    <a:pt x="1911" y="1224"/>
                    <a:pt x="1894" y="1237"/>
                    <a:pt x="1887" y="1270"/>
                  </a:cubicBezTo>
                  <a:cubicBezTo>
                    <a:pt x="1885" y="1277"/>
                    <a:pt x="1878" y="1315"/>
                    <a:pt x="1908" y="1315"/>
                  </a:cubicBezTo>
                  <a:moveTo>
                    <a:pt x="2058" y="1129"/>
                  </a:moveTo>
                  <a:cubicBezTo>
                    <a:pt x="2102" y="1129"/>
                    <a:pt x="2102" y="1129"/>
                    <a:pt x="2102" y="1129"/>
                  </a:cubicBezTo>
                  <a:cubicBezTo>
                    <a:pt x="2084" y="1216"/>
                    <a:pt x="2084" y="1216"/>
                    <a:pt x="2084" y="1216"/>
                  </a:cubicBezTo>
                  <a:cubicBezTo>
                    <a:pt x="2091" y="1208"/>
                    <a:pt x="2105" y="1193"/>
                    <a:pt x="2133" y="1193"/>
                  </a:cubicBezTo>
                  <a:cubicBezTo>
                    <a:pt x="2156" y="1193"/>
                    <a:pt x="2168" y="1204"/>
                    <a:pt x="2174" y="1214"/>
                  </a:cubicBezTo>
                  <a:cubicBezTo>
                    <a:pt x="2177" y="1221"/>
                    <a:pt x="2179" y="1235"/>
                    <a:pt x="2175" y="1255"/>
                  </a:cubicBezTo>
                  <a:cubicBezTo>
                    <a:pt x="2155" y="1348"/>
                    <a:pt x="2155" y="1348"/>
                    <a:pt x="2155" y="1348"/>
                  </a:cubicBezTo>
                  <a:cubicBezTo>
                    <a:pt x="2110" y="1348"/>
                    <a:pt x="2110" y="1348"/>
                    <a:pt x="2110" y="1348"/>
                  </a:cubicBezTo>
                  <a:cubicBezTo>
                    <a:pt x="2130" y="1256"/>
                    <a:pt x="2130" y="1256"/>
                    <a:pt x="2130" y="1256"/>
                  </a:cubicBezTo>
                  <a:cubicBezTo>
                    <a:pt x="2131" y="1248"/>
                    <a:pt x="2137" y="1223"/>
                    <a:pt x="2112" y="1223"/>
                  </a:cubicBezTo>
                  <a:cubicBezTo>
                    <a:pt x="2099" y="1223"/>
                    <a:pt x="2081" y="1230"/>
                    <a:pt x="2076" y="1254"/>
                  </a:cubicBezTo>
                  <a:cubicBezTo>
                    <a:pt x="2057" y="1348"/>
                    <a:pt x="2057" y="1348"/>
                    <a:pt x="2057" y="1348"/>
                  </a:cubicBezTo>
                  <a:cubicBezTo>
                    <a:pt x="2012" y="1348"/>
                    <a:pt x="2012" y="1348"/>
                    <a:pt x="2012" y="1348"/>
                  </a:cubicBezTo>
                  <a:cubicBezTo>
                    <a:pt x="2058" y="1129"/>
                    <a:pt x="2058" y="1129"/>
                    <a:pt x="2058" y="1129"/>
                  </a:cubicBezTo>
                  <a:cubicBezTo>
                    <a:pt x="2058" y="1129"/>
                    <a:pt x="2058" y="1129"/>
                    <a:pt x="2058" y="1129"/>
                  </a:cubicBezTo>
                  <a:close/>
                  <a:moveTo>
                    <a:pt x="100" y="1249"/>
                  </a:moveTo>
                  <a:cubicBezTo>
                    <a:pt x="101" y="1244"/>
                    <a:pt x="104" y="1221"/>
                    <a:pt x="87" y="1221"/>
                  </a:cubicBezTo>
                  <a:cubicBezTo>
                    <a:pt x="66" y="1221"/>
                    <a:pt x="56" y="1253"/>
                    <a:pt x="53" y="1270"/>
                  </a:cubicBezTo>
                  <a:cubicBezTo>
                    <a:pt x="51" y="1278"/>
                    <a:pt x="46" y="1306"/>
                    <a:pt x="54" y="1317"/>
                  </a:cubicBezTo>
                  <a:cubicBezTo>
                    <a:pt x="57" y="1321"/>
                    <a:pt x="61" y="1322"/>
                    <a:pt x="65" y="1322"/>
                  </a:cubicBezTo>
                  <a:cubicBezTo>
                    <a:pt x="70" y="1322"/>
                    <a:pt x="84" y="1320"/>
                    <a:pt x="92" y="1292"/>
                  </a:cubicBezTo>
                  <a:cubicBezTo>
                    <a:pt x="136" y="1292"/>
                    <a:pt x="136" y="1292"/>
                    <a:pt x="136" y="1292"/>
                  </a:cubicBezTo>
                  <a:cubicBezTo>
                    <a:pt x="133" y="1304"/>
                    <a:pt x="128" y="1323"/>
                    <a:pt x="107" y="1337"/>
                  </a:cubicBezTo>
                  <a:cubicBezTo>
                    <a:pt x="94" y="1347"/>
                    <a:pt x="79" y="1352"/>
                    <a:pt x="60" y="1352"/>
                  </a:cubicBezTo>
                  <a:cubicBezTo>
                    <a:pt x="40" y="1352"/>
                    <a:pt x="23" y="1347"/>
                    <a:pt x="12" y="1331"/>
                  </a:cubicBezTo>
                  <a:cubicBezTo>
                    <a:pt x="2" y="1316"/>
                    <a:pt x="0" y="1296"/>
                    <a:pt x="5" y="1271"/>
                  </a:cubicBezTo>
                  <a:cubicBezTo>
                    <a:pt x="20" y="1201"/>
                    <a:pt x="74" y="1192"/>
                    <a:pt x="94" y="1192"/>
                  </a:cubicBezTo>
                  <a:cubicBezTo>
                    <a:pt x="122" y="1192"/>
                    <a:pt x="153" y="1207"/>
                    <a:pt x="144" y="1249"/>
                  </a:cubicBezTo>
                  <a:cubicBezTo>
                    <a:pt x="100" y="1249"/>
                    <a:pt x="100" y="1249"/>
                    <a:pt x="100" y="1249"/>
                  </a:cubicBezTo>
                  <a:cubicBezTo>
                    <a:pt x="100" y="1249"/>
                    <a:pt x="100" y="1249"/>
                    <a:pt x="100" y="1249"/>
                  </a:cubicBezTo>
                  <a:close/>
                  <a:moveTo>
                    <a:pt x="2378" y="1249"/>
                  </a:moveTo>
                  <a:cubicBezTo>
                    <a:pt x="2379" y="1244"/>
                    <a:pt x="2382" y="1221"/>
                    <a:pt x="2365" y="1221"/>
                  </a:cubicBezTo>
                  <a:cubicBezTo>
                    <a:pt x="2344" y="1221"/>
                    <a:pt x="2335" y="1253"/>
                    <a:pt x="2331" y="1270"/>
                  </a:cubicBezTo>
                  <a:cubicBezTo>
                    <a:pt x="2329" y="1278"/>
                    <a:pt x="2324" y="1306"/>
                    <a:pt x="2332" y="1317"/>
                  </a:cubicBezTo>
                  <a:cubicBezTo>
                    <a:pt x="2335" y="1321"/>
                    <a:pt x="2340" y="1322"/>
                    <a:pt x="2343" y="1322"/>
                  </a:cubicBezTo>
                  <a:cubicBezTo>
                    <a:pt x="2348" y="1322"/>
                    <a:pt x="2362" y="1320"/>
                    <a:pt x="2370" y="1292"/>
                  </a:cubicBezTo>
                  <a:cubicBezTo>
                    <a:pt x="2414" y="1292"/>
                    <a:pt x="2414" y="1292"/>
                    <a:pt x="2414" y="1292"/>
                  </a:cubicBezTo>
                  <a:cubicBezTo>
                    <a:pt x="2411" y="1304"/>
                    <a:pt x="2406" y="1323"/>
                    <a:pt x="2385" y="1337"/>
                  </a:cubicBezTo>
                  <a:cubicBezTo>
                    <a:pt x="2372" y="1347"/>
                    <a:pt x="2357" y="1352"/>
                    <a:pt x="2338" y="1352"/>
                  </a:cubicBezTo>
                  <a:cubicBezTo>
                    <a:pt x="2318" y="1352"/>
                    <a:pt x="2301" y="1347"/>
                    <a:pt x="2290" y="1331"/>
                  </a:cubicBezTo>
                  <a:cubicBezTo>
                    <a:pt x="2280" y="1316"/>
                    <a:pt x="2278" y="1296"/>
                    <a:pt x="2284" y="1271"/>
                  </a:cubicBezTo>
                  <a:cubicBezTo>
                    <a:pt x="2299" y="1201"/>
                    <a:pt x="2352" y="1192"/>
                    <a:pt x="2372" y="1192"/>
                  </a:cubicBezTo>
                  <a:cubicBezTo>
                    <a:pt x="2401" y="1192"/>
                    <a:pt x="2431" y="1207"/>
                    <a:pt x="2423" y="1249"/>
                  </a:cubicBezTo>
                  <a:cubicBezTo>
                    <a:pt x="2378" y="1249"/>
                    <a:pt x="2378" y="1249"/>
                    <a:pt x="2378" y="1249"/>
                  </a:cubicBezTo>
                  <a:cubicBezTo>
                    <a:pt x="2378" y="1249"/>
                    <a:pt x="2378" y="1249"/>
                    <a:pt x="2378" y="1249"/>
                  </a:cubicBezTo>
                  <a:close/>
                  <a:moveTo>
                    <a:pt x="2534" y="1191"/>
                  </a:moveTo>
                  <a:cubicBezTo>
                    <a:pt x="2589" y="1191"/>
                    <a:pt x="2606" y="1229"/>
                    <a:pt x="2597" y="1271"/>
                  </a:cubicBezTo>
                  <a:cubicBezTo>
                    <a:pt x="2587" y="1315"/>
                    <a:pt x="2554" y="1353"/>
                    <a:pt x="2498" y="1353"/>
                  </a:cubicBezTo>
                  <a:cubicBezTo>
                    <a:pt x="2454" y="1353"/>
                    <a:pt x="2426" y="1326"/>
                    <a:pt x="2437" y="1273"/>
                  </a:cubicBezTo>
                  <a:cubicBezTo>
                    <a:pt x="2445" y="1236"/>
                    <a:pt x="2474" y="1191"/>
                    <a:pt x="2534" y="1191"/>
                  </a:cubicBezTo>
                  <a:moveTo>
                    <a:pt x="2507" y="1322"/>
                  </a:moveTo>
                  <a:cubicBezTo>
                    <a:pt x="2527" y="1322"/>
                    <a:pt x="2542" y="1310"/>
                    <a:pt x="2551" y="1270"/>
                  </a:cubicBezTo>
                  <a:cubicBezTo>
                    <a:pt x="2555" y="1250"/>
                    <a:pt x="2557" y="1221"/>
                    <a:pt x="2528" y="1221"/>
                  </a:cubicBezTo>
                  <a:cubicBezTo>
                    <a:pt x="2495" y="1221"/>
                    <a:pt x="2486" y="1259"/>
                    <a:pt x="2484" y="1273"/>
                  </a:cubicBezTo>
                  <a:cubicBezTo>
                    <a:pt x="2476" y="1307"/>
                    <a:pt x="2484" y="1322"/>
                    <a:pt x="2507" y="1322"/>
                  </a:cubicBezTo>
                  <a:moveTo>
                    <a:pt x="2637" y="1223"/>
                  </a:moveTo>
                  <a:cubicBezTo>
                    <a:pt x="2639" y="1214"/>
                    <a:pt x="2640" y="1205"/>
                    <a:pt x="2641" y="1195"/>
                  </a:cubicBezTo>
                  <a:cubicBezTo>
                    <a:pt x="2685" y="1195"/>
                    <a:pt x="2685" y="1195"/>
                    <a:pt x="2685" y="1195"/>
                  </a:cubicBezTo>
                  <a:cubicBezTo>
                    <a:pt x="2682" y="1214"/>
                    <a:pt x="2682" y="1214"/>
                    <a:pt x="2682" y="1214"/>
                  </a:cubicBezTo>
                  <a:cubicBezTo>
                    <a:pt x="2688" y="1208"/>
                    <a:pt x="2704" y="1192"/>
                    <a:pt x="2734" y="1192"/>
                  </a:cubicBezTo>
                  <a:cubicBezTo>
                    <a:pt x="2769" y="1192"/>
                    <a:pt x="2775" y="1213"/>
                    <a:pt x="2776" y="1220"/>
                  </a:cubicBezTo>
                  <a:cubicBezTo>
                    <a:pt x="2795" y="1196"/>
                    <a:pt x="2816" y="1192"/>
                    <a:pt x="2832" y="1192"/>
                  </a:cubicBezTo>
                  <a:cubicBezTo>
                    <a:pt x="2862" y="1192"/>
                    <a:pt x="2871" y="1210"/>
                    <a:pt x="2873" y="1216"/>
                  </a:cubicBezTo>
                  <a:cubicBezTo>
                    <a:pt x="2878" y="1230"/>
                    <a:pt x="2874" y="1248"/>
                    <a:pt x="2871" y="1261"/>
                  </a:cubicBezTo>
                  <a:cubicBezTo>
                    <a:pt x="2853" y="1348"/>
                    <a:pt x="2853" y="1348"/>
                    <a:pt x="2853" y="1348"/>
                  </a:cubicBezTo>
                  <a:cubicBezTo>
                    <a:pt x="2807" y="1348"/>
                    <a:pt x="2807" y="1348"/>
                    <a:pt x="2807" y="1348"/>
                  </a:cubicBezTo>
                  <a:cubicBezTo>
                    <a:pt x="2827" y="1258"/>
                    <a:pt x="2827" y="1258"/>
                    <a:pt x="2827" y="1258"/>
                  </a:cubicBezTo>
                  <a:cubicBezTo>
                    <a:pt x="2830" y="1242"/>
                    <a:pt x="2832" y="1223"/>
                    <a:pt x="2808" y="1223"/>
                  </a:cubicBezTo>
                  <a:cubicBezTo>
                    <a:pt x="2781" y="1223"/>
                    <a:pt x="2775" y="1249"/>
                    <a:pt x="2771" y="1271"/>
                  </a:cubicBezTo>
                  <a:cubicBezTo>
                    <a:pt x="2754" y="1348"/>
                    <a:pt x="2754" y="1348"/>
                    <a:pt x="2754" y="1348"/>
                  </a:cubicBezTo>
                  <a:cubicBezTo>
                    <a:pt x="2709" y="1348"/>
                    <a:pt x="2709" y="1348"/>
                    <a:pt x="2709" y="1348"/>
                  </a:cubicBezTo>
                  <a:cubicBezTo>
                    <a:pt x="2728" y="1257"/>
                    <a:pt x="2728" y="1257"/>
                    <a:pt x="2728" y="1257"/>
                  </a:cubicBezTo>
                  <a:cubicBezTo>
                    <a:pt x="2731" y="1245"/>
                    <a:pt x="2735" y="1223"/>
                    <a:pt x="2710" y="1223"/>
                  </a:cubicBezTo>
                  <a:cubicBezTo>
                    <a:pt x="2682" y="1223"/>
                    <a:pt x="2677" y="1248"/>
                    <a:pt x="2674" y="1258"/>
                  </a:cubicBezTo>
                  <a:cubicBezTo>
                    <a:pt x="2655" y="1348"/>
                    <a:pt x="2655" y="1348"/>
                    <a:pt x="2655" y="1348"/>
                  </a:cubicBezTo>
                  <a:cubicBezTo>
                    <a:pt x="2610" y="1348"/>
                    <a:pt x="2610" y="1348"/>
                    <a:pt x="2610" y="1348"/>
                  </a:cubicBezTo>
                  <a:cubicBezTo>
                    <a:pt x="2637" y="1223"/>
                    <a:pt x="2637" y="1223"/>
                    <a:pt x="2637" y="1223"/>
                  </a:cubicBezTo>
                  <a:cubicBezTo>
                    <a:pt x="2637" y="1223"/>
                    <a:pt x="2637" y="1223"/>
                    <a:pt x="2637" y="1223"/>
                  </a:cubicBezTo>
                  <a:close/>
                  <a:moveTo>
                    <a:pt x="2966" y="1195"/>
                  </a:moveTo>
                  <a:cubicBezTo>
                    <a:pt x="2963" y="1216"/>
                    <a:pt x="2963" y="1216"/>
                    <a:pt x="2963" y="1216"/>
                  </a:cubicBezTo>
                  <a:cubicBezTo>
                    <a:pt x="2982" y="1192"/>
                    <a:pt x="3008" y="1192"/>
                    <a:pt x="3015" y="1192"/>
                  </a:cubicBezTo>
                  <a:cubicBezTo>
                    <a:pt x="3054" y="1192"/>
                    <a:pt x="3072" y="1221"/>
                    <a:pt x="3062" y="1268"/>
                  </a:cubicBezTo>
                  <a:cubicBezTo>
                    <a:pt x="3053" y="1312"/>
                    <a:pt x="3022" y="1350"/>
                    <a:pt x="2978" y="1350"/>
                  </a:cubicBezTo>
                  <a:cubicBezTo>
                    <a:pt x="2950" y="1350"/>
                    <a:pt x="2942" y="1335"/>
                    <a:pt x="2939" y="1330"/>
                  </a:cubicBezTo>
                  <a:cubicBezTo>
                    <a:pt x="2923" y="1407"/>
                    <a:pt x="2923" y="1407"/>
                    <a:pt x="2923" y="1407"/>
                  </a:cubicBezTo>
                  <a:cubicBezTo>
                    <a:pt x="2877" y="1407"/>
                    <a:pt x="2877" y="1407"/>
                    <a:pt x="2877" y="1407"/>
                  </a:cubicBezTo>
                  <a:cubicBezTo>
                    <a:pt x="2922" y="1195"/>
                    <a:pt x="2922" y="1195"/>
                    <a:pt x="2922" y="1195"/>
                  </a:cubicBezTo>
                  <a:cubicBezTo>
                    <a:pt x="2966" y="1195"/>
                    <a:pt x="2966" y="1195"/>
                    <a:pt x="2966" y="1195"/>
                  </a:cubicBezTo>
                  <a:cubicBezTo>
                    <a:pt x="2966" y="1195"/>
                    <a:pt x="2966" y="1195"/>
                    <a:pt x="2966" y="1195"/>
                  </a:cubicBezTo>
                  <a:close/>
                  <a:moveTo>
                    <a:pt x="3017" y="1270"/>
                  </a:moveTo>
                  <a:cubicBezTo>
                    <a:pt x="3020" y="1252"/>
                    <a:pt x="3022" y="1221"/>
                    <a:pt x="2996" y="1221"/>
                  </a:cubicBezTo>
                  <a:cubicBezTo>
                    <a:pt x="2981" y="1221"/>
                    <a:pt x="2959" y="1232"/>
                    <a:pt x="2950" y="1273"/>
                  </a:cubicBezTo>
                  <a:cubicBezTo>
                    <a:pt x="2947" y="1282"/>
                    <a:pt x="2940" y="1321"/>
                    <a:pt x="2973" y="1321"/>
                  </a:cubicBezTo>
                  <a:cubicBezTo>
                    <a:pt x="2994" y="1321"/>
                    <a:pt x="3010" y="1300"/>
                    <a:pt x="3017" y="1270"/>
                  </a:cubicBezTo>
                  <a:moveTo>
                    <a:pt x="3119" y="1129"/>
                  </a:moveTo>
                  <a:cubicBezTo>
                    <a:pt x="3164" y="1129"/>
                    <a:pt x="3164" y="1129"/>
                    <a:pt x="3164" y="1129"/>
                  </a:cubicBezTo>
                  <a:cubicBezTo>
                    <a:pt x="3117" y="1348"/>
                    <a:pt x="3117" y="1348"/>
                    <a:pt x="3117" y="1348"/>
                  </a:cubicBezTo>
                  <a:cubicBezTo>
                    <a:pt x="3072" y="1348"/>
                    <a:pt x="3072" y="1348"/>
                    <a:pt x="3072" y="1348"/>
                  </a:cubicBezTo>
                  <a:cubicBezTo>
                    <a:pt x="3119" y="1129"/>
                    <a:pt x="3119" y="1129"/>
                    <a:pt x="3119" y="1129"/>
                  </a:cubicBezTo>
                  <a:cubicBezTo>
                    <a:pt x="3119" y="1129"/>
                    <a:pt x="3119" y="1129"/>
                    <a:pt x="3119" y="1129"/>
                  </a:cubicBezTo>
                  <a:close/>
                  <a:moveTo>
                    <a:pt x="3202" y="1283"/>
                  </a:moveTo>
                  <a:cubicBezTo>
                    <a:pt x="3200" y="1293"/>
                    <a:pt x="3193" y="1324"/>
                    <a:pt x="3225" y="1324"/>
                  </a:cubicBezTo>
                  <a:cubicBezTo>
                    <a:pt x="3236" y="1324"/>
                    <a:pt x="3248" y="1319"/>
                    <a:pt x="3256" y="1303"/>
                  </a:cubicBezTo>
                  <a:cubicBezTo>
                    <a:pt x="3297" y="1303"/>
                    <a:pt x="3297" y="1303"/>
                    <a:pt x="3297" y="1303"/>
                  </a:cubicBezTo>
                  <a:cubicBezTo>
                    <a:pt x="3295" y="1310"/>
                    <a:pt x="3291" y="1323"/>
                    <a:pt x="3275" y="1336"/>
                  </a:cubicBezTo>
                  <a:cubicBezTo>
                    <a:pt x="3261" y="1348"/>
                    <a:pt x="3240" y="1354"/>
                    <a:pt x="3218" y="1354"/>
                  </a:cubicBezTo>
                  <a:cubicBezTo>
                    <a:pt x="3205" y="1354"/>
                    <a:pt x="3180" y="1351"/>
                    <a:pt x="3168" y="1335"/>
                  </a:cubicBezTo>
                  <a:cubicBezTo>
                    <a:pt x="3157" y="1320"/>
                    <a:pt x="3155" y="1299"/>
                    <a:pt x="3161" y="1275"/>
                  </a:cubicBezTo>
                  <a:cubicBezTo>
                    <a:pt x="3166" y="1250"/>
                    <a:pt x="3178" y="1220"/>
                    <a:pt x="3208" y="1202"/>
                  </a:cubicBezTo>
                  <a:cubicBezTo>
                    <a:pt x="3222" y="1194"/>
                    <a:pt x="3237" y="1190"/>
                    <a:pt x="3254" y="1190"/>
                  </a:cubicBezTo>
                  <a:cubicBezTo>
                    <a:pt x="3276" y="1190"/>
                    <a:pt x="3300" y="1198"/>
                    <a:pt x="3308" y="1227"/>
                  </a:cubicBezTo>
                  <a:cubicBezTo>
                    <a:pt x="3314" y="1248"/>
                    <a:pt x="3309" y="1270"/>
                    <a:pt x="3305" y="1283"/>
                  </a:cubicBezTo>
                  <a:cubicBezTo>
                    <a:pt x="3202" y="1283"/>
                    <a:pt x="3202" y="1283"/>
                    <a:pt x="3202" y="1283"/>
                  </a:cubicBezTo>
                  <a:cubicBezTo>
                    <a:pt x="3202" y="1283"/>
                    <a:pt x="3202" y="1283"/>
                    <a:pt x="3202" y="1283"/>
                  </a:cubicBezTo>
                  <a:close/>
                  <a:moveTo>
                    <a:pt x="3265" y="1254"/>
                  </a:moveTo>
                  <a:cubicBezTo>
                    <a:pt x="3267" y="1248"/>
                    <a:pt x="3272" y="1220"/>
                    <a:pt x="3246" y="1220"/>
                  </a:cubicBezTo>
                  <a:cubicBezTo>
                    <a:pt x="3226" y="1220"/>
                    <a:pt x="3214" y="1236"/>
                    <a:pt x="3210" y="1254"/>
                  </a:cubicBezTo>
                  <a:cubicBezTo>
                    <a:pt x="3265" y="1254"/>
                    <a:pt x="3265" y="1254"/>
                    <a:pt x="3265" y="1254"/>
                  </a:cubicBezTo>
                  <a:cubicBezTo>
                    <a:pt x="3265" y="1254"/>
                    <a:pt x="3265" y="1254"/>
                    <a:pt x="3265" y="1254"/>
                  </a:cubicBezTo>
                  <a:close/>
                  <a:moveTo>
                    <a:pt x="3383" y="1195"/>
                  </a:moveTo>
                  <a:cubicBezTo>
                    <a:pt x="3401" y="1245"/>
                    <a:pt x="3401" y="1245"/>
                    <a:pt x="3401" y="1245"/>
                  </a:cubicBezTo>
                  <a:cubicBezTo>
                    <a:pt x="3442" y="1195"/>
                    <a:pt x="3442" y="1195"/>
                    <a:pt x="3442" y="1195"/>
                  </a:cubicBezTo>
                  <a:cubicBezTo>
                    <a:pt x="3488" y="1195"/>
                    <a:pt x="3488" y="1195"/>
                    <a:pt x="3488" y="1195"/>
                  </a:cubicBezTo>
                  <a:cubicBezTo>
                    <a:pt x="3423" y="1269"/>
                    <a:pt x="3423" y="1269"/>
                    <a:pt x="3423" y="1269"/>
                  </a:cubicBezTo>
                  <a:cubicBezTo>
                    <a:pt x="3457" y="1348"/>
                    <a:pt x="3457" y="1348"/>
                    <a:pt x="3457" y="1348"/>
                  </a:cubicBezTo>
                  <a:cubicBezTo>
                    <a:pt x="3404" y="1348"/>
                    <a:pt x="3404" y="1348"/>
                    <a:pt x="3404" y="1348"/>
                  </a:cubicBezTo>
                  <a:cubicBezTo>
                    <a:pt x="3385" y="1292"/>
                    <a:pt x="3385" y="1292"/>
                    <a:pt x="3385" y="1292"/>
                  </a:cubicBezTo>
                  <a:cubicBezTo>
                    <a:pt x="3342" y="1348"/>
                    <a:pt x="3342" y="1348"/>
                    <a:pt x="3342" y="1348"/>
                  </a:cubicBezTo>
                  <a:cubicBezTo>
                    <a:pt x="3295" y="1348"/>
                    <a:pt x="3295" y="1348"/>
                    <a:pt x="3295" y="1348"/>
                  </a:cubicBezTo>
                  <a:cubicBezTo>
                    <a:pt x="3364" y="1266"/>
                    <a:pt x="3364" y="1266"/>
                    <a:pt x="3364" y="1266"/>
                  </a:cubicBezTo>
                  <a:cubicBezTo>
                    <a:pt x="3329" y="1195"/>
                    <a:pt x="3329" y="1195"/>
                    <a:pt x="3329" y="1195"/>
                  </a:cubicBezTo>
                  <a:cubicBezTo>
                    <a:pt x="3383" y="1195"/>
                    <a:pt x="3383" y="1195"/>
                    <a:pt x="3383" y="1195"/>
                  </a:cubicBezTo>
                  <a:cubicBezTo>
                    <a:pt x="3383" y="1195"/>
                    <a:pt x="3383" y="1195"/>
                    <a:pt x="3383" y="1195"/>
                  </a:cubicBezTo>
                  <a:close/>
                  <a:moveTo>
                    <a:pt x="3509" y="1194"/>
                  </a:moveTo>
                  <a:cubicBezTo>
                    <a:pt x="3554" y="1194"/>
                    <a:pt x="3554" y="1194"/>
                    <a:pt x="3554" y="1194"/>
                  </a:cubicBezTo>
                  <a:cubicBezTo>
                    <a:pt x="3521" y="1348"/>
                    <a:pt x="3521" y="1348"/>
                    <a:pt x="3521" y="1348"/>
                  </a:cubicBezTo>
                  <a:cubicBezTo>
                    <a:pt x="3476" y="1348"/>
                    <a:pt x="3476" y="1348"/>
                    <a:pt x="3476" y="1348"/>
                  </a:cubicBezTo>
                  <a:cubicBezTo>
                    <a:pt x="3509" y="1194"/>
                    <a:pt x="3509" y="1194"/>
                    <a:pt x="3509" y="1194"/>
                  </a:cubicBezTo>
                  <a:cubicBezTo>
                    <a:pt x="3509" y="1194"/>
                    <a:pt x="3509" y="1194"/>
                    <a:pt x="3509" y="1194"/>
                  </a:cubicBezTo>
                  <a:close/>
                  <a:moveTo>
                    <a:pt x="3521" y="1129"/>
                  </a:moveTo>
                  <a:cubicBezTo>
                    <a:pt x="3569" y="1129"/>
                    <a:pt x="3569" y="1129"/>
                    <a:pt x="3569" y="1129"/>
                  </a:cubicBezTo>
                  <a:cubicBezTo>
                    <a:pt x="3561" y="1168"/>
                    <a:pt x="3561" y="1168"/>
                    <a:pt x="3561" y="1168"/>
                  </a:cubicBezTo>
                  <a:cubicBezTo>
                    <a:pt x="3513" y="1168"/>
                    <a:pt x="3513" y="1168"/>
                    <a:pt x="3513" y="1168"/>
                  </a:cubicBezTo>
                  <a:cubicBezTo>
                    <a:pt x="3521" y="1129"/>
                    <a:pt x="3521" y="1129"/>
                    <a:pt x="3521" y="1129"/>
                  </a:cubicBezTo>
                  <a:cubicBezTo>
                    <a:pt x="3521" y="1129"/>
                    <a:pt x="3521" y="1129"/>
                    <a:pt x="3521" y="1129"/>
                  </a:cubicBezTo>
                  <a:close/>
                  <a:moveTo>
                    <a:pt x="3649" y="1346"/>
                  </a:moveTo>
                  <a:cubicBezTo>
                    <a:pt x="3634" y="1350"/>
                    <a:pt x="3621" y="1351"/>
                    <a:pt x="3614" y="1351"/>
                  </a:cubicBezTo>
                  <a:cubicBezTo>
                    <a:pt x="3568" y="1351"/>
                    <a:pt x="3575" y="1322"/>
                    <a:pt x="3577" y="1310"/>
                  </a:cubicBezTo>
                  <a:cubicBezTo>
                    <a:pt x="3595" y="1225"/>
                    <a:pt x="3595" y="1225"/>
                    <a:pt x="3595" y="1225"/>
                  </a:cubicBezTo>
                  <a:cubicBezTo>
                    <a:pt x="3565" y="1225"/>
                    <a:pt x="3565" y="1225"/>
                    <a:pt x="3565" y="1225"/>
                  </a:cubicBezTo>
                  <a:cubicBezTo>
                    <a:pt x="3572" y="1196"/>
                    <a:pt x="3572" y="1196"/>
                    <a:pt x="3572" y="1196"/>
                  </a:cubicBezTo>
                  <a:cubicBezTo>
                    <a:pt x="3601" y="1196"/>
                    <a:pt x="3601" y="1196"/>
                    <a:pt x="3601" y="1196"/>
                  </a:cubicBezTo>
                  <a:cubicBezTo>
                    <a:pt x="3608" y="1166"/>
                    <a:pt x="3608" y="1166"/>
                    <a:pt x="3608" y="1166"/>
                  </a:cubicBezTo>
                  <a:cubicBezTo>
                    <a:pt x="3656" y="1149"/>
                    <a:pt x="3656" y="1149"/>
                    <a:pt x="3656" y="1149"/>
                  </a:cubicBezTo>
                  <a:cubicBezTo>
                    <a:pt x="3646" y="1196"/>
                    <a:pt x="3646" y="1196"/>
                    <a:pt x="3646" y="1196"/>
                  </a:cubicBezTo>
                  <a:cubicBezTo>
                    <a:pt x="3682" y="1196"/>
                    <a:pt x="3682" y="1196"/>
                    <a:pt x="3682" y="1196"/>
                  </a:cubicBezTo>
                  <a:cubicBezTo>
                    <a:pt x="3676" y="1225"/>
                    <a:pt x="3676" y="1225"/>
                    <a:pt x="3676" y="1225"/>
                  </a:cubicBezTo>
                  <a:cubicBezTo>
                    <a:pt x="3640" y="1225"/>
                    <a:pt x="3640" y="1225"/>
                    <a:pt x="3640" y="1225"/>
                  </a:cubicBezTo>
                  <a:cubicBezTo>
                    <a:pt x="3625" y="1295"/>
                    <a:pt x="3625" y="1295"/>
                    <a:pt x="3625" y="1295"/>
                  </a:cubicBezTo>
                  <a:cubicBezTo>
                    <a:pt x="3622" y="1309"/>
                    <a:pt x="3620" y="1317"/>
                    <a:pt x="3640" y="1317"/>
                  </a:cubicBezTo>
                  <a:cubicBezTo>
                    <a:pt x="3647" y="1317"/>
                    <a:pt x="3650" y="1317"/>
                    <a:pt x="3656" y="1317"/>
                  </a:cubicBezTo>
                  <a:cubicBezTo>
                    <a:pt x="3649" y="1346"/>
                    <a:pt x="3649" y="1346"/>
                    <a:pt x="3649" y="1346"/>
                  </a:cubicBezTo>
                  <a:cubicBezTo>
                    <a:pt x="3649" y="1346"/>
                    <a:pt x="3649" y="1346"/>
                    <a:pt x="3649" y="1346"/>
                  </a:cubicBezTo>
                  <a:close/>
                  <a:moveTo>
                    <a:pt x="3741" y="1195"/>
                  </a:moveTo>
                  <a:cubicBezTo>
                    <a:pt x="3752" y="1301"/>
                    <a:pt x="3752" y="1301"/>
                    <a:pt x="3752" y="1301"/>
                  </a:cubicBezTo>
                  <a:cubicBezTo>
                    <a:pt x="3809" y="1195"/>
                    <a:pt x="3809" y="1195"/>
                    <a:pt x="3809" y="1195"/>
                  </a:cubicBezTo>
                  <a:cubicBezTo>
                    <a:pt x="3854" y="1195"/>
                    <a:pt x="3854" y="1195"/>
                    <a:pt x="3854" y="1195"/>
                  </a:cubicBezTo>
                  <a:cubicBezTo>
                    <a:pt x="3764" y="1345"/>
                    <a:pt x="3764" y="1345"/>
                    <a:pt x="3764" y="1345"/>
                  </a:cubicBezTo>
                  <a:cubicBezTo>
                    <a:pt x="3732" y="1406"/>
                    <a:pt x="3732" y="1406"/>
                    <a:pt x="3732" y="1406"/>
                  </a:cubicBezTo>
                  <a:cubicBezTo>
                    <a:pt x="3687" y="1406"/>
                    <a:pt x="3687" y="1406"/>
                    <a:pt x="3687" y="1406"/>
                  </a:cubicBezTo>
                  <a:cubicBezTo>
                    <a:pt x="3719" y="1348"/>
                    <a:pt x="3719" y="1348"/>
                    <a:pt x="3719" y="1348"/>
                  </a:cubicBezTo>
                  <a:cubicBezTo>
                    <a:pt x="3693" y="1195"/>
                    <a:pt x="3693" y="1195"/>
                    <a:pt x="3693" y="1195"/>
                  </a:cubicBezTo>
                  <a:cubicBezTo>
                    <a:pt x="3741" y="1195"/>
                    <a:pt x="3741" y="1195"/>
                    <a:pt x="3741" y="1195"/>
                  </a:cubicBezTo>
                  <a:cubicBezTo>
                    <a:pt x="3741" y="1195"/>
                    <a:pt x="3741" y="1195"/>
                    <a:pt x="3741" y="1195"/>
                  </a:cubicBezTo>
                  <a:close/>
                  <a:moveTo>
                    <a:pt x="3933" y="1145"/>
                  </a:moveTo>
                  <a:cubicBezTo>
                    <a:pt x="3899" y="1145"/>
                    <a:pt x="3899" y="1145"/>
                    <a:pt x="3899" y="1145"/>
                  </a:cubicBezTo>
                  <a:cubicBezTo>
                    <a:pt x="3902" y="1129"/>
                    <a:pt x="3902" y="1129"/>
                    <a:pt x="3902" y="1129"/>
                  </a:cubicBezTo>
                  <a:cubicBezTo>
                    <a:pt x="3990" y="1129"/>
                    <a:pt x="3990" y="1129"/>
                    <a:pt x="3990" y="1129"/>
                  </a:cubicBezTo>
                  <a:cubicBezTo>
                    <a:pt x="3987" y="1145"/>
                    <a:pt x="3987" y="1145"/>
                    <a:pt x="3987" y="1145"/>
                  </a:cubicBezTo>
                  <a:cubicBezTo>
                    <a:pt x="3953" y="1145"/>
                    <a:pt x="3953" y="1145"/>
                    <a:pt x="3953" y="1145"/>
                  </a:cubicBezTo>
                  <a:cubicBezTo>
                    <a:pt x="3936" y="1225"/>
                    <a:pt x="3936" y="1225"/>
                    <a:pt x="3936" y="1225"/>
                  </a:cubicBezTo>
                  <a:cubicBezTo>
                    <a:pt x="3916" y="1225"/>
                    <a:pt x="3916" y="1225"/>
                    <a:pt x="3916" y="1225"/>
                  </a:cubicBezTo>
                  <a:cubicBezTo>
                    <a:pt x="3933" y="1145"/>
                    <a:pt x="3933" y="1145"/>
                    <a:pt x="3933" y="1145"/>
                  </a:cubicBezTo>
                  <a:cubicBezTo>
                    <a:pt x="3933" y="1145"/>
                    <a:pt x="3933" y="1145"/>
                    <a:pt x="3933" y="1145"/>
                  </a:cubicBezTo>
                  <a:close/>
                  <a:moveTo>
                    <a:pt x="3999" y="1129"/>
                  </a:moveTo>
                  <a:cubicBezTo>
                    <a:pt x="4031" y="1129"/>
                    <a:pt x="4031" y="1129"/>
                    <a:pt x="4031" y="1129"/>
                  </a:cubicBezTo>
                  <a:cubicBezTo>
                    <a:pt x="4036" y="1200"/>
                    <a:pt x="4036" y="1200"/>
                    <a:pt x="4036" y="1200"/>
                  </a:cubicBezTo>
                  <a:cubicBezTo>
                    <a:pt x="4072" y="1129"/>
                    <a:pt x="4072" y="1129"/>
                    <a:pt x="4072" y="1129"/>
                  </a:cubicBezTo>
                  <a:cubicBezTo>
                    <a:pt x="4103" y="1129"/>
                    <a:pt x="4103" y="1129"/>
                    <a:pt x="4103" y="1129"/>
                  </a:cubicBezTo>
                  <a:cubicBezTo>
                    <a:pt x="4083" y="1225"/>
                    <a:pt x="4083" y="1225"/>
                    <a:pt x="4083" y="1225"/>
                  </a:cubicBezTo>
                  <a:cubicBezTo>
                    <a:pt x="4063" y="1225"/>
                    <a:pt x="4063" y="1225"/>
                    <a:pt x="4063" y="1225"/>
                  </a:cubicBezTo>
                  <a:cubicBezTo>
                    <a:pt x="4080" y="1143"/>
                    <a:pt x="4080" y="1143"/>
                    <a:pt x="4080" y="1143"/>
                  </a:cubicBezTo>
                  <a:cubicBezTo>
                    <a:pt x="4038" y="1225"/>
                    <a:pt x="4038" y="1225"/>
                    <a:pt x="4038" y="1225"/>
                  </a:cubicBezTo>
                  <a:cubicBezTo>
                    <a:pt x="4021" y="1225"/>
                    <a:pt x="4021" y="1225"/>
                    <a:pt x="4021" y="1225"/>
                  </a:cubicBezTo>
                  <a:cubicBezTo>
                    <a:pt x="4014" y="1143"/>
                    <a:pt x="4014" y="1143"/>
                    <a:pt x="4014" y="1143"/>
                  </a:cubicBezTo>
                  <a:cubicBezTo>
                    <a:pt x="3997" y="1225"/>
                    <a:pt x="3997" y="1225"/>
                    <a:pt x="3997" y="1225"/>
                  </a:cubicBezTo>
                  <a:cubicBezTo>
                    <a:pt x="3978" y="1225"/>
                    <a:pt x="3978" y="1225"/>
                    <a:pt x="3978" y="1225"/>
                  </a:cubicBezTo>
                  <a:cubicBezTo>
                    <a:pt x="3999" y="1129"/>
                    <a:pt x="3999" y="1129"/>
                    <a:pt x="3999" y="1129"/>
                  </a:cubicBezTo>
                  <a:cubicBezTo>
                    <a:pt x="3999" y="1129"/>
                    <a:pt x="3999" y="1129"/>
                    <a:pt x="3999" y="1129"/>
                  </a:cubicBezTo>
                  <a:close/>
                </a:path>
              </a:pathLst>
            </a:custGeom>
            <a:solidFill>
              <a:schemeClr val="bg1"/>
            </a:solidFill>
            <a:ln w="9525">
              <a:noFill/>
              <a:round/>
              <a:headEnd/>
              <a:tailEnd/>
            </a:ln>
          </p:spPr>
          <p:txBody>
            <a:bodyPr/>
            <a:lstStyle/>
            <a:p>
              <a:endParaRPr lang="en-GB" dirty="0"/>
            </a:p>
          </p:txBody>
        </p:sp>
        <p:sp>
          <p:nvSpPr>
            <p:cNvPr id="17" name="Freeform 9"/>
            <p:cNvSpPr>
              <a:spLocks noEditPoints="1"/>
            </p:cNvSpPr>
            <p:nvPr userDrawn="1"/>
          </p:nvSpPr>
          <p:spPr bwMode="gray">
            <a:xfrm>
              <a:off x="68" y="0"/>
              <a:ext cx="1723" cy="964"/>
            </a:xfrm>
            <a:custGeom>
              <a:avLst/>
              <a:gdLst>
                <a:gd name="T0" fmla="*/ 231 w 2268"/>
                <a:gd name="T1" fmla="*/ 327 h 1269"/>
                <a:gd name="T2" fmla="*/ 0 w 2268"/>
                <a:gd name="T3" fmla="*/ 327 h 1269"/>
                <a:gd name="T4" fmla="*/ 0 w 2268"/>
                <a:gd name="T5" fmla="*/ 0 h 1269"/>
                <a:gd name="T6" fmla="*/ 231 w 2268"/>
                <a:gd name="T7" fmla="*/ 0 h 1269"/>
                <a:gd name="T8" fmla="*/ 231 w 2268"/>
                <a:gd name="T9" fmla="*/ 327 h 1269"/>
                <a:gd name="T10" fmla="*/ 2268 w 2268"/>
                <a:gd name="T11" fmla="*/ 0 h 1269"/>
                <a:gd name="T12" fmla="*/ 2036 w 2268"/>
                <a:gd name="T13" fmla="*/ 0 h 1269"/>
                <a:gd name="T14" fmla="*/ 2036 w 2268"/>
                <a:gd name="T15" fmla="*/ 327 h 1269"/>
                <a:gd name="T16" fmla="*/ 2268 w 2268"/>
                <a:gd name="T17" fmla="*/ 327 h 1269"/>
                <a:gd name="T18" fmla="*/ 2268 w 2268"/>
                <a:gd name="T19" fmla="*/ 0 h 1269"/>
                <a:gd name="T20" fmla="*/ 231 w 2268"/>
                <a:gd name="T21" fmla="*/ 942 h 1269"/>
                <a:gd name="T22" fmla="*/ 0 w 2268"/>
                <a:gd name="T23" fmla="*/ 942 h 1269"/>
                <a:gd name="T24" fmla="*/ 0 w 2268"/>
                <a:gd name="T25" fmla="*/ 1269 h 1269"/>
                <a:gd name="T26" fmla="*/ 231 w 2268"/>
                <a:gd name="T27" fmla="*/ 1269 h 1269"/>
                <a:gd name="T28" fmla="*/ 231 w 2268"/>
                <a:gd name="T29" fmla="*/ 942 h 1269"/>
                <a:gd name="T30" fmla="*/ 2268 w 2268"/>
                <a:gd name="T31" fmla="*/ 942 h 1269"/>
                <a:gd name="T32" fmla="*/ 2036 w 2268"/>
                <a:gd name="T33" fmla="*/ 942 h 1269"/>
                <a:gd name="T34" fmla="*/ 2036 w 2268"/>
                <a:gd name="T35" fmla="*/ 1269 h 1269"/>
                <a:gd name="T36" fmla="*/ 2268 w 2268"/>
                <a:gd name="T37" fmla="*/ 1269 h 1269"/>
                <a:gd name="T38" fmla="*/ 2268 w 2268"/>
                <a:gd name="T39" fmla="*/ 942 h 126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268"/>
                <a:gd name="T61" fmla="*/ 0 h 1269"/>
                <a:gd name="T62" fmla="*/ 2268 w 2268"/>
                <a:gd name="T63" fmla="*/ 1269 h 126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268" h="1269">
                  <a:moveTo>
                    <a:pt x="231" y="327"/>
                  </a:moveTo>
                  <a:lnTo>
                    <a:pt x="0" y="327"/>
                  </a:lnTo>
                  <a:lnTo>
                    <a:pt x="0" y="0"/>
                  </a:lnTo>
                  <a:lnTo>
                    <a:pt x="231" y="0"/>
                  </a:lnTo>
                  <a:lnTo>
                    <a:pt x="231" y="327"/>
                  </a:lnTo>
                  <a:close/>
                  <a:moveTo>
                    <a:pt x="2268" y="0"/>
                  </a:moveTo>
                  <a:lnTo>
                    <a:pt x="2036" y="0"/>
                  </a:lnTo>
                  <a:lnTo>
                    <a:pt x="2036" y="327"/>
                  </a:lnTo>
                  <a:lnTo>
                    <a:pt x="2268" y="327"/>
                  </a:lnTo>
                  <a:lnTo>
                    <a:pt x="2268" y="0"/>
                  </a:lnTo>
                  <a:close/>
                  <a:moveTo>
                    <a:pt x="231" y="942"/>
                  </a:moveTo>
                  <a:lnTo>
                    <a:pt x="0" y="942"/>
                  </a:lnTo>
                  <a:lnTo>
                    <a:pt x="0" y="1269"/>
                  </a:lnTo>
                  <a:lnTo>
                    <a:pt x="231" y="1269"/>
                  </a:lnTo>
                  <a:lnTo>
                    <a:pt x="231" y="942"/>
                  </a:lnTo>
                  <a:close/>
                  <a:moveTo>
                    <a:pt x="2268" y="942"/>
                  </a:moveTo>
                  <a:lnTo>
                    <a:pt x="2036" y="942"/>
                  </a:lnTo>
                  <a:lnTo>
                    <a:pt x="2036" y="1269"/>
                  </a:lnTo>
                  <a:lnTo>
                    <a:pt x="2268" y="1269"/>
                  </a:lnTo>
                  <a:lnTo>
                    <a:pt x="2268" y="942"/>
                  </a:lnTo>
                  <a:close/>
                </a:path>
              </a:pathLst>
            </a:custGeom>
            <a:noFill/>
            <a:ln w="9525">
              <a:noFill/>
              <a:round/>
              <a:headEnd/>
              <a:tailEnd/>
            </a:ln>
          </p:spPr>
          <p:txBody>
            <a:bodyPr/>
            <a:lstStyle/>
            <a:p>
              <a:endParaRPr lang="en-GB" dirty="0"/>
            </a:p>
          </p:txBody>
        </p:sp>
      </p:grpSp>
      <p:sp>
        <p:nvSpPr>
          <p:cNvPr id="8" name="Text Placeholder 4"/>
          <p:cNvSpPr>
            <a:spLocks noGrp="1"/>
          </p:cNvSpPr>
          <p:nvPr>
            <p:ph type="body" sz="quarter" idx="10"/>
          </p:nvPr>
        </p:nvSpPr>
        <p:spPr bwMode="gray">
          <a:xfrm>
            <a:off x="252049" y="3686630"/>
            <a:ext cx="3646714" cy="2406196"/>
          </a:xfrm>
          <a:prstGeom prst="rect">
            <a:avLst/>
          </a:prstGeom>
          <a:noFill/>
          <a:ln w="9525">
            <a:noFill/>
            <a:miter lim="800000"/>
            <a:headEnd/>
            <a:tailEnd/>
          </a:ln>
        </p:spPr>
        <p:txBody>
          <a:bodyPr anchor="b">
            <a:normAutofit/>
          </a:bodyPr>
          <a:lstStyle>
            <a:lvl1pPr>
              <a:defRPr lang="en-US" sz="900" b="0" dirty="0" smtClean="0">
                <a:solidFill>
                  <a:schemeClr val="tx1"/>
                </a:solidFill>
                <a:latin typeface="+mn-lt"/>
                <a:ea typeface="+mn-ea"/>
                <a:cs typeface="+mn-cs"/>
              </a:defRPr>
            </a:lvl1pPr>
          </a:lstStyle>
          <a:p>
            <a:pPr lvl="0"/>
            <a:r>
              <a:rPr lang="en-US" dirty="0"/>
              <a:t>Click to edit Master text styles</a:t>
            </a:r>
          </a:p>
        </p:txBody>
      </p:sp>
    </p:spTree>
    <p:extLst>
      <p:ext uri="{BB962C8B-B14F-4D97-AF65-F5344CB8AC3E}">
        <p14:creationId xmlns:p14="http://schemas.microsoft.com/office/powerpoint/2010/main" val="8668486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No Key Issues Box Full Page">
    <p:spTree>
      <p:nvGrpSpPr>
        <p:cNvPr id="1" name=""/>
        <p:cNvGrpSpPr/>
        <p:nvPr/>
      </p:nvGrpSpPr>
      <p:grpSpPr>
        <a:xfrm>
          <a:off x="0" y="0"/>
          <a:ext cx="0" cy="0"/>
          <a:chOff x="0" y="0"/>
          <a:chExt cx="0" cy="0"/>
        </a:xfrm>
      </p:grpSpPr>
      <p:sp>
        <p:nvSpPr>
          <p:cNvPr id="6" name="Title 5"/>
          <p:cNvSpPr>
            <a:spLocks noGrp="1"/>
          </p:cNvSpPr>
          <p:nvPr>
            <p:ph type="title"/>
          </p:nvPr>
        </p:nvSpPr>
        <p:spPr bwMode="gray"/>
        <p:txBody>
          <a:bodyPr/>
          <a:lstStyle/>
          <a:p>
            <a:pPr lvl="0"/>
            <a:r>
              <a:rPr lang="en-US"/>
              <a:t>Click to edit Master title style</a:t>
            </a:r>
            <a:endParaRPr lang="en-GB" dirty="0"/>
          </a:p>
        </p:txBody>
      </p:sp>
      <p:sp>
        <p:nvSpPr>
          <p:cNvPr id="24" name="Line 33"/>
          <p:cNvSpPr>
            <a:spLocks noChangeShapeType="1"/>
          </p:cNvSpPr>
          <p:nvPr/>
        </p:nvSpPr>
        <p:spPr bwMode="gray">
          <a:xfrm>
            <a:off x="0" y="6381328"/>
            <a:ext cx="9136674" cy="0"/>
          </a:xfrm>
          <a:prstGeom prst="line">
            <a:avLst/>
          </a:prstGeom>
          <a:noFill/>
          <a:ln w="6350">
            <a:solidFill>
              <a:srgbClr val="97989A"/>
            </a:solidFill>
            <a:miter lim="800000"/>
            <a:headEnd/>
            <a:tailEnd/>
          </a:ln>
        </p:spPr>
        <p:txBody>
          <a:bodyPr/>
          <a:lstStyle/>
          <a:p>
            <a:endParaRPr lang="en-GB" sz="1662" dirty="0"/>
          </a:p>
        </p:txBody>
      </p:sp>
      <p:sp>
        <p:nvSpPr>
          <p:cNvPr id="28" name="Text Placeholder 27"/>
          <p:cNvSpPr>
            <a:spLocks noGrp="1"/>
          </p:cNvSpPr>
          <p:nvPr>
            <p:ph type="body" sz="quarter" idx="14"/>
          </p:nvPr>
        </p:nvSpPr>
        <p:spPr bwMode="gray">
          <a:xfrm>
            <a:off x="251520" y="1196975"/>
            <a:ext cx="8640434" cy="48958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Line 31"/>
          <p:cNvSpPr>
            <a:spLocks noChangeShapeType="1"/>
          </p:cNvSpPr>
          <p:nvPr/>
        </p:nvSpPr>
        <p:spPr bwMode="gray">
          <a:xfrm>
            <a:off x="0" y="906463"/>
            <a:ext cx="9136674" cy="0"/>
          </a:xfrm>
          <a:prstGeom prst="line">
            <a:avLst/>
          </a:prstGeom>
          <a:noFill/>
          <a:ln w="6350">
            <a:solidFill>
              <a:srgbClr val="97989A"/>
            </a:solidFill>
            <a:miter lim="800000"/>
            <a:headEnd/>
            <a:tailEnd/>
          </a:ln>
        </p:spPr>
        <p:txBody>
          <a:bodyPr/>
          <a:lstStyle/>
          <a:p>
            <a:endParaRPr lang="en-GB" sz="1662" dirty="0"/>
          </a:p>
        </p:txBody>
      </p:sp>
    </p:spTree>
    <p:extLst>
      <p:ext uri="{BB962C8B-B14F-4D97-AF65-F5344CB8AC3E}">
        <p14:creationId xmlns:p14="http://schemas.microsoft.com/office/powerpoint/2010/main" val="16909204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pic>
        <p:nvPicPr>
          <p:cNvPr id="9" name="Picture 8" descr="C:\Users\linhbui\Desktop\1280x800_financial-life-style-wallpaper.jpg"/>
          <p:cNvPicPr>
            <a:picLocks noChangeAspect="1" noChangeArrowheads="1"/>
          </p:cNvPicPr>
          <p:nvPr/>
        </p:nvPicPr>
        <p:blipFill>
          <a:blip r:embed="rId2" cstate="print"/>
          <a:srcRect l="5706"/>
          <a:stretch>
            <a:fillRect/>
          </a:stretch>
        </p:blipFill>
        <p:spPr bwMode="auto">
          <a:xfrm>
            <a:off x="0" y="0"/>
            <a:ext cx="9340755" cy="6858000"/>
          </a:xfrm>
          <a:prstGeom prst="rect">
            <a:avLst/>
          </a:prstGeom>
          <a:noFill/>
        </p:spPr>
      </p:pic>
      <p:sp>
        <p:nvSpPr>
          <p:cNvPr id="7" name="Freeform 12"/>
          <p:cNvSpPr>
            <a:spLocks noChangeAspect="1"/>
          </p:cNvSpPr>
          <p:nvPr/>
        </p:nvSpPr>
        <p:spPr bwMode="gray">
          <a:xfrm>
            <a:off x="0" y="0"/>
            <a:ext cx="4835525" cy="5395913"/>
          </a:xfrm>
          <a:custGeom>
            <a:avLst/>
            <a:gdLst/>
            <a:ahLst/>
            <a:cxnLst>
              <a:cxn ang="0">
                <a:pos x="24671" y="0"/>
              </a:cxn>
              <a:cxn ang="0">
                <a:pos x="0" y="0"/>
              </a:cxn>
              <a:cxn ang="0">
                <a:pos x="0" y="27539"/>
              </a:cxn>
              <a:cxn ang="0">
                <a:pos x="16529" y="27539"/>
              </a:cxn>
              <a:cxn ang="0">
                <a:pos x="24671" y="0"/>
              </a:cxn>
            </a:cxnLst>
            <a:rect l="0" t="0" r="r" b="b"/>
            <a:pathLst>
              <a:path w="24671" h="27539">
                <a:moveTo>
                  <a:pt x="24671" y="0"/>
                </a:moveTo>
                <a:lnTo>
                  <a:pt x="0" y="0"/>
                </a:lnTo>
                <a:lnTo>
                  <a:pt x="0" y="27539"/>
                </a:lnTo>
                <a:lnTo>
                  <a:pt x="16529" y="27539"/>
                </a:lnTo>
                <a:lnTo>
                  <a:pt x="24671"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2" name="Title 1"/>
          <p:cNvSpPr>
            <a:spLocks noGrp="1"/>
          </p:cNvSpPr>
          <p:nvPr>
            <p:ph type="ctrTitle"/>
          </p:nvPr>
        </p:nvSpPr>
        <p:spPr bwMode="gray">
          <a:xfrm>
            <a:off x="323528" y="1556792"/>
            <a:ext cx="3456384" cy="2016224"/>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defRPr lang="en-GB" sz="3000" b="1" kern="1200" noProof="0" dirty="0">
                <a:solidFill>
                  <a:schemeClr val="bg1"/>
                </a:solidFill>
                <a:latin typeface="Arial"/>
                <a:ea typeface="+mj-ea"/>
                <a:cs typeface="Arial" pitchFamily="34" charset="0"/>
              </a:defRPr>
            </a:lvl1pPr>
            <a:lvl2pPr>
              <a:defRPr lang="en-GB" sz="3000" b="1" kern="1200" noProof="0" dirty="0">
                <a:solidFill>
                  <a:schemeClr val="bg1"/>
                </a:solidFill>
                <a:latin typeface="Arial" pitchFamily="34" charset="0"/>
                <a:ea typeface="+mj-ea"/>
                <a:cs typeface="Arial" pitchFamily="34" charset="0"/>
              </a:defRPr>
            </a:lvl2pPr>
            <a:lvl3pPr>
              <a:defRPr lang="en-GB" sz="3000" b="1" kern="1200" noProof="0" dirty="0">
                <a:solidFill>
                  <a:schemeClr val="bg1"/>
                </a:solidFill>
                <a:latin typeface="Arial" pitchFamily="34" charset="0"/>
                <a:ea typeface="+mj-ea"/>
                <a:cs typeface="Arial" pitchFamily="34" charset="0"/>
              </a:defRPr>
            </a:lvl3pPr>
            <a:lvl4pPr>
              <a:defRPr lang="en-GB" sz="3000" b="1" kern="1200" noProof="0" dirty="0">
                <a:solidFill>
                  <a:schemeClr val="bg1"/>
                </a:solidFill>
                <a:latin typeface="Arial" pitchFamily="34" charset="0"/>
                <a:ea typeface="+mj-ea"/>
                <a:cs typeface="Arial" pitchFamily="34" charset="0"/>
              </a:defRPr>
            </a:lvl4pPr>
            <a:lvl5pPr>
              <a:defRPr lang="en-GB" sz="3000" b="1" kern="1200" noProof="0" dirty="0">
                <a:solidFill>
                  <a:schemeClr val="bg1"/>
                </a:solidFill>
                <a:latin typeface="Arial" pitchFamily="34" charset="0"/>
                <a:ea typeface="+mj-ea"/>
                <a:cs typeface="Arial" pitchFamily="34" charset="0"/>
              </a:defRPr>
            </a:lvl5pPr>
            <a:lvl6pPr>
              <a:defRPr lang="en-GB" sz="3000" b="1" kern="1200" noProof="0" dirty="0">
                <a:solidFill>
                  <a:schemeClr val="bg1"/>
                </a:solidFill>
                <a:latin typeface="Arial" pitchFamily="34" charset="0"/>
                <a:ea typeface="+mj-ea"/>
                <a:cs typeface="Arial" pitchFamily="34" charset="0"/>
              </a:defRPr>
            </a:lvl6pPr>
            <a:lvl7pPr>
              <a:defRPr lang="en-GB" sz="3000" b="1" kern="1200" noProof="0" dirty="0">
                <a:solidFill>
                  <a:schemeClr val="bg1"/>
                </a:solidFill>
                <a:latin typeface="Arial" pitchFamily="34" charset="0"/>
                <a:ea typeface="+mj-ea"/>
                <a:cs typeface="Arial" pitchFamily="34" charset="0"/>
              </a:defRPr>
            </a:lvl7pPr>
            <a:lvl8pPr>
              <a:defRPr lang="en-GB" sz="3000" b="1" kern="1200" noProof="0" dirty="0">
                <a:solidFill>
                  <a:schemeClr val="bg1"/>
                </a:solidFill>
                <a:latin typeface="Arial" pitchFamily="34" charset="0"/>
                <a:ea typeface="+mj-ea"/>
                <a:cs typeface="Arial" pitchFamily="34" charset="0"/>
              </a:defRPr>
            </a:lvl8pPr>
            <a:lvl9pPr>
              <a:defRPr lang="en-GB" sz="3000" b="1" kern="1200" noProof="0" dirty="0">
                <a:solidFill>
                  <a:schemeClr val="bg1"/>
                </a:solidFill>
                <a:latin typeface="Arial" pitchFamily="34" charset="0"/>
                <a:ea typeface="+mj-ea"/>
                <a:cs typeface="Arial" pitchFamily="34" charset="0"/>
              </a:defRPr>
            </a:lvl9pPr>
          </a:lstStyle>
          <a:p>
            <a:pPr lvl="0" algn="l" defTabSz="914400" rtl="0" eaLnBrk="1" fontAlgn="base" latinLnBrk="0" hangingPunct="1">
              <a:spcBef>
                <a:spcPct val="40000"/>
              </a:spcBef>
              <a:spcAft>
                <a:spcPct val="0"/>
              </a:spcAft>
              <a:buNone/>
            </a:pPr>
            <a:r>
              <a:rPr lang="en-US" noProof="0" dirty="0"/>
              <a:t>Click to edit Master title style</a:t>
            </a:r>
            <a:endParaRPr lang="en-GB" noProof="0" dirty="0"/>
          </a:p>
        </p:txBody>
      </p:sp>
      <p:sp>
        <p:nvSpPr>
          <p:cNvPr id="3" name="Subtitle 2"/>
          <p:cNvSpPr>
            <a:spLocks noGrp="1"/>
          </p:cNvSpPr>
          <p:nvPr>
            <p:ph type="subTitle" idx="1"/>
          </p:nvPr>
        </p:nvSpPr>
        <p:spPr bwMode="gray">
          <a:xfrm>
            <a:off x="323528" y="3789040"/>
            <a:ext cx="3024336" cy="1080120"/>
          </a:xfrm>
          <a:prstGeom prst="rect">
            <a:avLst/>
          </a:prstGeom>
          <a:noFill/>
          <a:ln w="9525">
            <a:noFill/>
            <a:miter lim="800000"/>
            <a:headEnd/>
            <a:tailEnd/>
          </a:ln>
        </p:spPr>
        <p:txBody>
          <a:bodyPr vert="horz" wrap="square" lIns="0" tIns="0" rIns="0" bIns="0" numCol="1" rtlCol="0" anchor="t" anchorCtr="0" compatLnSpc="1">
            <a:prstTxWarp prst="textNoShape">
              <a:avLst/>
            </a:prstTxWarp>
            <a:normAutofit/>
          </a:bodyPr>
          <a:lstStyle>
            <a:lvl1pPr marL="0" indent="0" algn="l">
              <a:buNone/>
              <a:defRPr lang="en-GB" sz="1200" b="0" kern="1200" noProof="0" dirty="0">
                <a:solidFill>
                  <a:schemeClr val="bg1"/>
                </a:solidFill>
                <a:latin typeface="Arial"/>
                <a:ea typeface="+mn-ea"/>
                <a:cs typeface="Arial" pitchFamily="34" charset="0"/>
              </a:defRPr>
            </a:lvl1pPr>
            <a:lvl2pPr marL="0" indent="0" algn="ctr">
              <a:buNone/>
              <a:defRPr lang="en-GB" sz="1200" b="0" kern="1200" noProof="0" dirty="0">
                <a:solidFill>
                  <a:schemeClr val="bg1"/>
                </a:solidFill>
                <a:latin typeface="Arial" pitchFamily="34" charset="0"/>
                <a:ea typeface="+mn-ea"/>
                <a:cs typeface="Arial" pitchFamily="34" charset="0"/>
              </a:defRPr>
            </a:lvl2pPr>
            <a:lvl3pPr marL="1371600" indent="-1371600" algn="ctr">
              <a:buNone/>
              <a:defRPr lang="en-GB" sz="1200" b="0" kern="1200" noProof="0" dirty="0">
                <a:solidFill>
                  <a:schemeClr val="bg1"/>
                </a:solidFill>
                <a:latin typeface="Arial" pitchFamily="34" charset="0"/>
                <a:ea typeface="+mn-ea"/>
                <a:cs typeface="Arial" pitchFamily="34" charset="0"/>
              </a:defRPr>
            </a:lvl3pPr>
            <a:lvl4pPr marL="1371600" indent="0" algn="ctr">
              <a:buNone/>
              <a:defRPr lang="en-GB" sz="1200" b="0" kern="1200" noProof="0" dirty="0">
                <a:solidFill>
                  <a:schemeClr val="bg1"/>
                </a:solidFill>
                <a:latin typeface="Arial" pitchFamily="34" charset="0"/>
                <a:ea typeface="+mn-ea"/>
                <a:cs typeface="Arial" pitchFamily="34" charset="0"/>
              </a:defRPr>
            </a:lvl4pPr>
            <a:lvl5pPr marL="1828800" indent="0" algn="ctr">
              <a:buNone/>
              <a:defRPr lang="en-GB" sz="1200" b="0" kern="1200" noProof="0" dirty="0">
                <a:solidFill>
                  <a:schemeClr val="bg1"/>
                </a:solidFill>
                <a:latin typeface="Arial" pitchFamily="34" charset="0"/>
                <a:ea typeface="+mn-ea"/>
                <a:cs typeface="Arial" pitchFamily="34" charset="0"/>
              </a:defRPr>
            </a:lvl5pPr>
            <a:lvl6pPr marL="2286000" indent="0" algn="ctr">
              <a:buNone/>
              <a:defRPr lang="en-GB" sz="1200" b="0" kern="1200" noProof="0" dirty="0">
                <a:solidFill>
                  <a:schemeClr val="bg1"/>
                </a:solidFill>
                <a:latin typeface="Arial" pitchFamily="34" charset="0"/>
                <a:ea typeface="+mn-ea"/>
                <a:cs typeface="Arial" pitchFamily="34" charset="0"/>
              </a:defRPr>
            </a:lvl6pPr>
            <a:lvl7pPr marL="2743200" indent="0" algn="ctr">
              <a:buNone/>
              <a:defRPr lang="en-GB" sz="1200" b="0" kern="1200" noProof="0" dirty="0">
                <a:solidFill>
                  <a:schemeClr val="bg1"/>
                </a:solidFill>
                <a:latin typeface="Arial" pitchFamily="34" charset="0"/>
                <a:ea typeface="+mn-ea"/>
                <a:cs typeface="Arial" pitchFamily="34" charset="0"/>
              </a:defRPr>
            </a:lvl7pPr>
            <a:lvl8pPr marL="3200400" indent="0" algn="ctr">
              <a:buNone/>
              <a:defRPr lang="en-GB" sz="1200" b="0" kern="1200" noProof="0" dirty="0">
                <a:solidFill>
                  <a:schemeClr val="bg1"/>
                </a:solidFill>
                <a:latin typeface="Arial" pitchFamily="34" charset="0"/>
                <a:ea typeface="+mn-ea"/>
                <a:cs typeface="Arial" pitchFamily="34" charset="0"/>
              </a:defRPr>
            </a:lvl8pPr>
            <a:lvl9pPr marL="3657600" indent="0" algn="ctr">
              <a:buNone/>
              <a:defRPr lang="en-GB" sz="1200" b="0" kern="1200" noProof="0" dirty="0">
                <a:solidFill>
                  <a:schemeClr val="bg1"/>
                </a:solidFill>
                <a:latin typeface="Arial" pitchFamily="34" charset="0"/>
                <a:ea typeface="+mn-ea"/>
                <a:cs typeface="Arial" pitchFamily="34" charset="0"/>
              </a:defRPr>
            </a:lvl9pPr>
          </a:lstStyle>
          <a:p>
            <a:pPr marL="0" lvl="0" indent="0" algn="l" defTabSz="914400" rtl="0" eaLnBrk="1" fontAlgn="base" latinLnBrk="0" hangingPunct="1">
              <a:lnSpc>
                <a:spcPct val="110000"/>
              </a:lnSpc>
              <a:spcBef>
                <a:spcPct val="40000"/>
              </a:spcBef>
              <a:spcAft>
                <a:spcPct val="0"/>
              </a:spcAft>
              <a:buFont typeface="Arial" pitchFamily="34" charset="0"/>
              <a:buNone/>
            </a:pPr>
            <a:r>
              <a:rPr lang="en-US" noProof="0" dirty="0"/>
              <a:t>Click to edit Master subtitle style</a:t>
            </a:r>
            <a:endParaRPr lang="en-GB" noProof="0" dirty="0"/>
          </a:p>
        </p:txBody>
      </p:sp>
      <p:grpSp>
        <p:nvGrpSpPr>
          <p:cNvPr id="4" name="Group 11"/>
          <p:cNvGrpSpPr>
            <a:grpSpLocks noChangeAspect="1"/>
          </p:cNvGrpSpPr>
          <p:nvPr/>
        </p:nvGrpSpPr>
        <p:grpSpPr>
          <a:xfrm>
            <a:off x="156156" y="38101"/>
            <a:ext cx="2129844" cy="1257299"/>
            <a:chOff x="-2592388" y="0"/>
            <a:chExt cx="2592388" cy="1530350"/>
          </a:xfrm>
          <a:solidFill>
            <a:schemeClr val="bg1"/>
          </a:solidFill>
        </p:grpSpPr>
        <p:sp>
          <p:nvSpPr>
            <p:cNvPr id="13" name="Freeform 14"/>
            <p:cNvSpPr>
              <a:spLocks noEditPoints="1"/>
            </p:cNvSpPr>
            <p:nvPr userDrawn="1"/>
          </p:nvSpPr>
          <p:spPr bwMode="auto">
            <a:xfrm>
              <a:off x="-2384425" y="393700"/>
              <a:ext cx="2119313" cy="776288"/>
            </a:xfrm>
            <a:custGeom>
              <a:avLst/>
              <a:gdLst/>
              <a:ahLst/>
              <a:cxnLst>
                <a:cxn ang="0">
                  <a:pos x="2851" y="1035"/>
                </a:cxn>
                <a:cxn ang="0">
                  <a:pos x="3588" y="28"/>
                </a:cxn>
                <a:cxn ang="0">
                  <a:pos x="2718" y="826"/>
                </a:cxn>
                <a:cxn ang="0">
                  <a:pos x="1973" y="28"/>
                </a:cxn>
                <a:cxn ang="0">
                  <a:pos x="1663" y="659"/>
                </a:cxn>
                <a:cxn ang="0">
                  <a:pos x="1850" y="28"/>
                </a:cxn>
                <a:cxn ang="0">
                  <a:pos x="1165" y="1000"/>
                </a:cxn>
                <a:cxn ang="0">
                  <a:pos x="1334" y="806"/>
                </a:cxn>
                <a:cxn ang="0">
                  <a:pos x="479" y="1047"/>
                </a:cxn>
                <a:cxn ang="0">
                  <a:pos x="980" y="699"/>
                </a:cxn>
                <a:cxn ang="0">
                  <a:pos x="2747" y="0"/>
                </a:cxn>
                <a:cxn ang="0">
                  <a:pos x="1009" y="0"/>
                </a:cxn>
                <a:cxn ang="0">
                  <a:pos x="665" y="1435"/>
                </a:cxn>
                <a:cxn ang="0">
                  <a:pos x="1150" y="1133"/>
                </a:cxn>
                <a:cxn ang="0">
                  <a:pos x="1980" y="1434"/>
                </a:cxn>
                <a:cxn ang="0">
                  <a:pos x="2963" y="1451"/>
                </a:cxn>
                <a:cxn ang="0">
                  <a:pos x="348" y="2092"/>
                </a:cxn>
                <a:cxn ang="0">
                  <a:pos x="395" y="2104"/>
                </a:cxn>
                <a:cxn ang="0">
                  <a:pos x="880" y="1895"/>
                </a:cxn>
                <a:cxn ang="0">
                  <a:pos x="584" y="1895"/>
                </a:cxn>
                <a:cxn ang="0">
                  <a:pos x="645" y="2088"/>
                </a:cxn>
                <a:cxn ang="0">
                  <a:pos x="813" y="2088"/>
                </a:cxn>
                <a:cxn ang="0">
                  <a:pos x="935" y="1790"/>
                </a:cxn>
                <a:cxn ang="0">
                  <a:pos x="1104" y="1929"/>
                </a:cxn>
                <a:cxn ang="0">
                  <a:pos x="1151" y="1938"/>
                </a:cxn>
                <a:cxn ang="0">
                  <a:pos x="1504" y="2134"/>
                </a:cxn>
                <a:cxn ang="0">
                  <a:pos x="1370" y="2132"/>
                </a:cxn>
                <a:cxn ang="0">
                  <a:pos x="1428" y="1940"/>
                </a:cxn>
                <a:cxn ang="0">
                  <a:pos x="1719" y="1895"/>
                </a:cxn>
                <a:cxn ang="0">
                  <a:pos x="1803" y="2052"/>
                </a:cxn>
                <a:cxn ang="0">
                  <a:pos x="2137" y="1923"/>
                </a:cxn>
                <a:cxn ang="0">
                  <a:pos x="1881" y="2136"/>
                </a:cxn>
                <a:cxn ang="0">
                  <a:pos x="2253" y="2017"/>
                </a:cxn>
                <a:cxn ang="0">
                  <a:pos x="2503" y="1888"/>
                </a:cxn>
                <a:cxn ang="0">
                  <a:pos x="2740" y="2092"/>
                </a:cxn>
                <a:cxn ang="0">
                  <a:pos x="2787" y="2104"/>
                </a:cxn>
                <a:cxn ang="0">
                  <a:pos x="3126" y="2134"/>
                </a:cxn>
                <a:cxn ang="0">
                  <a:pos x="2992" y="2132"/>
                </a:cxn>
                <a:cxn ang="0">
                  <a:pos x="3051" y="1940"/>
                </a:cxn>
                <a:cxn ang="0">
                  <a:pos x="3441" y="1989"/>
                </a:cxn>
                <a:cxn ang="0">
                  <a:pos x="3257" y="1790"/>
                </a:cxn>
                <a:cxn ang="0">
                  <a:pos x="168" y="2120"/>
                </a:cxn>
                <a:cxn ang="0">
                  <a:pos x="3742" y="1935"/>
                </a:cxn>
                <a:cxn ang="0">
                  <a:pos x="3624" y="2110"/>
                </a:cxn>
                <a:cxn ang="0">
                  <a:pos x="3857" y="2017"/>
                </a:cxn>
                <a:cxn ang="0">
                  <a:pos x="4180" y="1894"/>
                </a:cxn>
                <a:cxn ang="0">
                  <a:pos x="4515" y="2136"/>
                </a:cxn>
                <a:cxn ang="0">
                  <a:pos x="4289" y="1939"/>
                </a:cxn>
                <a:cxn ang="0">
                  <a:pos x="4846" y="2010"/>
                </a:cxn>
                <a:cxn ang="0">
                  <a:pos x="4741" y="1935"/>
                </a:cxn>
                <a:cxn ang="0">
                  <a:pos x="4936" y="1789"/>
                </a:cxn>
                <a:cxn ang="0">
                  <a:pos x="5002" y="2021"/>
                </a:cxn>
                <a:cxn ang="0">
                  <a:pos x="5080" y="1988"/>
                </a:cxn>
                <a:cxn ang="0">
                  <a:pos x="5388" y="2136"/>
                </a:cxn>
                <a:cxn ang="0">
                  <a:pos x="5625" y="1893"/>
                </a:cxn>
                <a:cxn ang="0">
                  <a:pos x="5573" y="1790"/>
                </a:cxn>
                <a:cxn ang="0">
                  <a:pos x="5710" y="1848"/>
                </a:cxn>
                <a:cxn ang="0">
                  <a:pos x="5786" y="2086"/>
                </a:cxn>
                <a:cxn ang="0">
                  <a:pos x="5835" y="2229"/>
                </a:cxn>
              </a:cxnLst>
              <a:rect l="0" t="0" r="r" b="b"/>
              <a:pathLst>
                <a:path w="6099" h="2232">
                  <a:moveTo>
                    <a:pt x="3588" y="1105"/>
                  </a:moveTo>
                  <a:cubicBezTo>
                    <a:pt x="3401" y="1105"/>
                    <a:pt x="3401" y="1105"/>
                    <a:pt x="3401" y="1105"/>
                  </a:cubicBezTo>
                  <a:cubicBezTo>
                    <a:pt x="3431" y="981"/>
                    <a:pt x="3431" y="981"/>
                    <a:pt x="3431" y="981"/>
                  </a:cubicBezTo>
                  <a:cubicBezTo>
                    <a:pt x="3055" y="981"/>
                    <a:pt x="3055" y="981"/>
                    <a:pt x="3055" y="981"/>
                  </a:cubicBezTo>
                  <a:cubicBezTo>
                    <a:pt x="3024" y="1105"/>
                    <a:pt x="3024" y="1105"/>
                    <a:pt x="3024" y="1105"/>
                  </a:cubicBezTo>
                  <a:cubicBezTo>
                    <a:pt x="2843" y="1105"/>
                    <a:pt x="2843" y="1105"/>
                    <a:pt x="2843" y="1105"/>
                  </a:cubicBezTo>
                  <a:cubicBezTo>
                    <a:pt x="2843" y="1079"/>
                    <a:pt x="2843" y="1079"/>
                    <a:pt x="2843" y="1079"/>
                  </a:cubicBezTo>
                  <a:cubicBezTo>
                    <a:pt x="2845" y="1065"/>
                    <a:pt x="2848" y="1051"/>
                    <a:pt x="2851" y="1035"/>
                  </a:cubicBezTo>
                  <a:cubicBezTo>
                    <a:pt x="2884" y="901"/>
                    <a:pt x="2972" y="769"/>
                    <a:pt x="3124" y="769"/>
                  </a:cubicBezTo>
                  <a:cubicBezTo>
                    <a:pt x="3185" y="769"/>
                    <a:pt x="3244" y="792"/>
                    <a:pt x="3236" y="875"/>
                  </a:cubicBezTo>
                  <a:cubicBezTo>
                    <a:pt x="3460" y="875"/>
                    <a:pt x="3460" y="875"/>
                    <a:pt x="3460" y="875"/>
                  </a:cubicBezTo>
                  <a:cubicBezTo>
                    <a:pt x="3469" y="836"/>
                    <a:pt x="3484" y="770"/>
                    <a:pt x="3441" y="709"/>
                  </a:cubicBezTo>
                  <a:cubicBezTo>
                    <a:pt x="3394" y="643"/>
                    <a:pt x="3298" y="616"/>
                    <a:pt x="3173" y="616"/>
                  </a:cubicBezTo>
                  <a:cubicBezTo>
                    <a:pt x="3084" y="616"/>
                    <a:pt x="2955" y="631"/>
                    <a:pt x="2843" y="704"/>
                  </a:cubicBezTo>
                  <a:cubicBezTo>
                    <a:pt x="2843" y="28"/>
                    <a:pt x="2843" y="28"/>
                    <a:pt x="2843" y="28"/>
                  </a:cubicBezTo>
                  <a:cubicBezTo>
                    <a:pt x="3588" y="28"/>
                    <a:pt x="3588" y="28"/>
                    <a:pt x="3588" y="28"/>
                  </a:cubicBezTo>
                  <a:lnTo>
                    <a:pt x="3588" y="1105"/>
                  </a:lnTo>
                  <a:close/>
                  <a:moveTo>
                    <a:pt x="3148" y="1287"/>
                  </a:moveTo>
                  <a:cubicBezTo>
                    <a:pt x="3106" y="1294"/>
                    <a:pt x="3063" y="1300"/>
                    <a:pt x="3023" y="1300"/>
                  </a:cubicBezTo>
                  <a:cubicBezTo>
                    <a:pt x="2915" y="1300"/>
                    <a:pt x="2840" y="1250"/>
                    <a:pt x="2839" y="1133"/>
                  </a:cubicBezTo>
                  <a:cubicBezTo>
                    <a:pt x="3186" y="1133"/>
                    <a:pt x="3186" y="1133"/>
                    <a:pt x="3186" y="1133"/>
                  </a:cubicBezTo>
                  <a:lnTo>
                    <a:pt x="3148" y="1287"/>
                  </a:lnTo>
                  <a:close/>
                  <a:moveTo>
                    <a:pt x="2718" y="672"/>
                  </a:moveTo>
                  <a:cubicBezTo>
                    <a:pt x="2718" y="826"/>
                    <a:pt x="2718" y="826"/>
                    <a:pt x="2718" y="826"/>
                  </a:cubicBezTo>
                  <a:cubicBezTo>
                    <a:pt x="2666" y="898"/>
                    <a:pt x="2634" y="976"/>
                    <a:pt x="2619" y="1040"/>
                  </a:cubicBezTo>
                  <a:cubicBezTo>
                    <a:pt x="2613" y="1061"/>
                    <a:pt x="2609" y="1083"/>
                    <a:pt x="2607" y="1105"/>
                  </a:cubicBezTo>
                  <a:cubicBezTo>
                    <a:pt x="2497" y="1105"/>
                    <a:pt x="2497" y="1105"/>
                    <a:pt x="2497" y="1105"/>
                  </a:cubicBezTo>
                  <a:cubicBezTo>
                    <a:pt x="2591" y="660"/>
                    <a:pt x="2591" y="660"/>
                    <a:pt x="2591" y="660"/>
                  </a:cubicBezTo>
                  <a:cubicBezTo>
                    <a:pt x="2276" y="660"/>
                    <a:pt x="2276" y="660"/>
                    <a:pt x="2276" y="660"/>
                  </a:cubicBezTo>
                  <a:cubicBezTo>
                    <a:pt x="1993" y="1105"/>
                    <a:pt x="1993" y="1105"/>
                    <a:pt x="1993" y="1105"/>
                  </a:cubicBezTo>
                  <a:cubicBezTo>
                    <a:pt x="1973" y="1105"/>
                    <a:pt x="1973" y="1105"/>
                    <a:pt x="1973" y="1105"/>
                  </a:cubicBezTo>
                  <a:cubicBezTo>
                    <a:pt x="1973" y="28"/>
                    <a:pt x="1973" y="28"/>
                    <a:pt x="1973" y="28"/>
                  </a:cubicBezTo>
                  <a:cubicBezTo>
                    <a:pt x="2718" y="28"/>
                    <a:pt x="2718" y="28"/>
                    <a:pt x="2718" y="28"/>
                  </a:cubicBezTo>
                  <a:lnTo>
                    <a:pt x="2718" y="672"/>
                  </a:lnTo>
                  <a:close/>
                  <a:moveTo>
                    <a:pt x="2302" y="1105"/>
                  </a:moveTo>
                  <a:cubicBezTo>
                    <a:pt x="2190" y="1105"/>
                    <a:pt x="2190" y="1105"/>
                    <a:pt x="2190" y="1105"/>
                  </a:cubicBezTo>
                  <a:cubicBezTo>
                    <a:pt x="2360" y="838"/>
                    <a:pt x="2360" y="838"/>
                    <a:pt x="2360" y="838"/>
                  </a:cubicBezTo>
                  <a:lnTo>
                    <a:pt x="2302" y="1105"/>
                  </a:lnTo>
                  <a:close/>
                  <a:moveTo>
                    <a:pt x="1850" y="659"/>
                  </a:moveTo>
                  <a:cubicBezTo>
                    <a:pt x="1663" y="659"/>
                    <a:pt x="1663" y="659"/>
                    <a:pt x="1663" y="659"/>
                  </a:cubicBezTo>
                  <a:cubicBezTo>
                    <a:pt x="1535" y="1105"/>
                    <a:pt x="1535" y="1105"/>
                    <a:pt x="1535" y="1105"/>
                  </a:cubicBezTo>
                  <a:cubicBezTo>
                    <a:pt x="1337" y="1105"/>
                    <a:pt x="1337" y="1105"/>
                    <a:pt x="1337" y="1105"/>
                  </a:cubicBezTo>
                  <a:cubicBezTo>
                    <a:pt x="1438" y="1068"/>
                    <a:pt x="1499" y="996"/>
                    <a:pt x="1518" y="890"/>
                  </a:cubicBezTo>
                  <a:cubicBezTo>
                    <a:pt x="1534" y="809"/>
                    <a:pt x="1527" y="755"/>
                    <a:pt x="1493" y="714"/>
                  </a:cubicBezTo>
                  <a:cubicBezTo>
                    <a:pt x="1443" y="654"/>
                    <a:pt x="1342" y="659"/>
                    <a:pt x="1253" y="659"/>
                  </a:cubicBezTo>
                  <a:cubicBezTo>
                    <a:pt x="1237" y="659"/>
                    <a:pt x="1105" y="659"/>
                    <a:pt x="1105" y="659"/>
                  </a:cubicBezTo>
                  <a:cubicBezTo>
                    <a:pt x="1105" y="28"/>
                    <a:pt x="1105" y="28"/>
                    <a:pt x="1105" y="28"/>
                  </a:cubicBezTo>
                  <a:cubicBezTo>
                    <a:pt x="1850" y="28"/>
                    <a:pt x="1850" y="28"/>
                    <a:pt x="1850" y="28"/>
                  </a:cubicBezTo>
                  <a:lnTo>
                    <a:pt x="1850" y="659"/>
                  </a:lnTo>
                  <a:close/>
                  <a:moveTo>
                    <a:pt x="1730" y="1105"/>
                  </a:moveTo>
                  <a:cubicBezTo>
                    <a:pt x="1809" y="826"/>
                    <a:pt x="1809" y="826"/>
                    <a:pt x="1809" y="826"/>
                  </a:cubicBezTo>
                  <a:cubicBezTo>
                    <a:pt x="1812" y="1105"/>
                    <a:pt x="1812" y="1105"/>
                    <a:pt x="1812" y="1105"/>
                  </a:cubicBezTo>
                  <a:lnTo>
                    <a:pt x="1730" y="1105"/>
                  </a:lnTo>
                  <a:close/>
                  <a:moveTo>
                    <a:pt x="1188" y="999"/>
                  </a:moveTo>
                  <a:cubicBezTo>
                    <a:pt x="1187" y="999"/>
                    <a:pt x="1187" y="999"/>
                    <a:pt x="1187" y="999"/>
                  </a:cubicBezTo>
                  <a:cubicBezTo>
                    <a:pt x="1180" y="999"/>
                    <a:pt x="1173" y="1000"/>
                    <a:pt x="1165" y="1000"/>
                  </a:cubicBezTo>
                  <a:cubicBezTo>
                    <a:pt x="1154" y="1000"/>
                    <a:pt x="1145" y="1000"/>
                    <a:pt x="1137" y="1000"/>
                  </a:cubicBezTo>
                  <a:cubicBezTo>
                    <a:pt x="1089" y="1000"/>
                    <a:pt x="1089" y="1000"/>
                    <a:pt x="1089" y="1000"/>
                  </a:cubicBezTo>
                  <a:cubicBezTo>
                    <a:pt x="1111" y="918"/>
                    <a:pt x="1111" y="918"/>
                    <a:pt x="1111" y="918"/>
                  </a:cubicBezTo>
                  <a:cubicBezTo>
                    <a:pt x="1122" y="878"/>
                    <a:pt x="1122" y="878"/>
                    <a:pt x="1122" y="878"/>
                  </a:cubicBezTo>
                  <a:cubicBezTo>
                    <a:pt x="1147" y="783"/>
                    <a:pt x="1147" y="783"/>
                    <a:pt x="1147" y="783"/>
                  </a:cubicBezTo>
                  <a:cubicBezTo>
                    <a:pt x="1158" y="783"/>
                    <a:pt x="1169" y="782"/>
                    <a:pt x="1179" y="782"/>
                  </a:cubicBezTo>
                  <a:cubicBezTo>
                    <a:pt x="1216" y="782"/>
                    <a:pt x="1216" y="782"/>
                    <a:pt x="1216" y="782"/>
                  </a:cubicBezTo>
                  <a:cubicBezTo>
                    <a:pt x="1279" y="782"/>
                    <a:pt x="1319" y="786"/>
                    <a:pt x="1334" y="806"/>
                  </a:cubicBezTo>
                  <a:cubicBezTo>
                    <a:pt x="1345" y="822"/>
                    <a:pt x="1343" y="848"/>
                    <a:pt x="1330" y="888"/>
                  </a:cubicBezTo>
                  <a:cubicBezTo>
                    <a:pt x="1308" y="957"/>
                    <a:pt x="1279" y="992"/>
                    <a:pt x="1188" y="999"/>
                  </a:cubicBezTo>
                  <a:moveTo>
                    <a:pt x="980" y="699"/>
                  </a:moveTo>
                  <a:cubicBezTo>
                    <a:pt x="969" y="737"/>
                    <a:pt x="969" y="737"/>
                    <a:pt x="969" y="737"/>
                  </a:cubicBezTo>
                  <a:cubicBezTo>
                    <a:pt x="862" y="1092"/>
                    <a:pt x="862" y="1092"/>
                    <a:pt x="862" y="1092"/>
                  </a:cubicBezTo>
                  <a:cubicBezTo>
                    <a:pt x="858" y="1105"/>
                    <a:pt x="858" y="1105"/>
                    <a:pt x="858" y="1105"/>
                  </a:cubicBezTo>
                  <a:cubicBezTo>
                    <a:pt x="507" y="1105"/>
                    <a:pt x="507" y="1105"/>
                    <a:pt x="507" y="1105"/>
                  </a:cubicBezTo>
                  <a:cubicBezTo>
                    <a:pt x="479" y="1047"/>
                    <a:pt x="479" y="1047"/>
                    <a:pt x="479" y="1047"/>
                  </a:cubicBezTo>
                  <a:cubicBezTo>
                    <a:pt x="858" y="660"/>
                    <a:pt x="858" y="660"/>
                    <a:pt x="858" y="660"/>
                  </a:cubicBezTo>
                  <a:cubicBezTo>
                    <a:pt x="615" y="660"/>
                    <a:pt x="615" y="660"/>
                    <a:pt x="615" y="660"/>
                  </a:cubicBezTo>
                  <a:cubicBezTo>
                    <a:pt x="319" y="979"/>
                    <a:pt x="319" y="979"/>
                    <a:pt x="319" y="979"/>
                  </a:cubicBezTo>
                  <a:cubicBezTo>
                    <a:pt x="415" y="660"/>
                    <a:pt x="415" y="660"/>
                    <a:pt x="415" y="660"/>
                  </a:cubicBezTo>
                  <a:cubicBezTo>
                    <a:pt x="235" y="660"/>
                    <a:pt x="235" y="660"/>
                    <a:pt x="235" y="660"/>
                  </a:cubicBezTo>
                  <a:cubicBezTo>
                    <a:pt x="235" y="28"/>
                    <a:pt x="235" y="28"/>
                    <a:pt x="235" y="28"/>
                  </a:cubicBezTo>
                  <a:cubicBezTo>
                    <a:pt x="980" y="28"/>
                    <a:pt x="980" y="28"/>
                    <a:pt x="980" y="28"/>
                  </a:cubicBezTo>
                  <a:lnTo>
                    <a:pt x="980" y="699"/>
                  </a:lnTo>
                  <a:close/>
                  <a:moveTo>
                    <a:pt x="281" y="1105"/>
                  </a:moveTo>
                  <a:cubicBezTo>
                    <a:pt x="282" y="1101"/>
                    <a:pt x="282" y="1101"/>
                    <a:pt x="282" y="1101"/>
                  </a:cubicBezTo>
                  <a:cubicBezTo>
                    <a:pt x="285" y="1105"/>
                    <a:pt x="285" y="1105"/>
                    <a:pt x="285" y="1105"/>
                  </a:cubicBezTo>
                  <a:lnTo>
                    <a:pt x="281" y="1105"/>
                  </a:lnTo>
                  <a:close/>
                  <a:moveTo>
                    <a:pt x="2814" y="0"/>
                  </a:moveTo>
                  <a:cubicBezTo>
                    <a:pt x="2814" y="724"/>
                    <a:pt x="2814" y="724"/>
                    <a:pt x="2814" y="724"/>
                  </a:cubicBezTo>
                  <a:cubicBezTo>
                    <a:pt x="2789" y="744"/>
                    <a:pt x="2767" y="765"/>
                    <a:pt x="2747" y="788"/>
                  </a:cubicBezTo>
                  <a:cubicBezTo>
                    <a:pt x="2747" y="0"/>
                    <a:pt x="2747" y="0"/>
                    <a:pt x="2747" y="0"/>
                  </a:cubicBezTo>
                  <a:cubicBezTo>
                    <a:pt x="1945" y="0"/>
                    <a:pt x="1945" y="0"/>
                    <a:pt x="1945" y="0"/>
                  </a:cubicBezTo>
                  <a:cubicBezTo>
                    <a:pt x="1945" y="659"/>
                    <a:pt x="1945" y="659"/>
                    <a:pt x="1945" y="659"/>
                  </a:cubicBezTo>
                  <a:cubicBezTo>
                    <a:pt x="1878" y="659"/>
                    <a:pt x="1878" y="659"/>
                    <a:pt x="1878" y="659"/>
                  </a:cubicBezTo>
                  <a:cubicBezTo>
                    <a:pt x="1878" y="0"/>
                    <a:pt x="1878" y="0"/>
                    <a:pt x="1878" y="0"/>
                  </a:cubicBezTo>
                  <a:cubicBezTo>
                    <a:pt x="1076" y="0"/>
                    <a:pt x="1076" y="0"/>
                    <a:pt x="1076" y="0"/>
                  </a:cubicBezTo>
                  <a:cubicBezTo>
                    <a:pt x="1076" y="660"/>
                    <a:pt x="1076" y="660"/>
                    <a:pt x="1076" y="660"/>
                  </a:cubicBezTo>
                  <a:cubicBezTo>
                    <a:pt x="1009" y="660"/>
                    <a:pt x="1009" y="660"/>
                    <a:pt x="1009" y="660"/>
                  </a:cubicBezTo>
                  <a:cubicBezTo>
                    <a:pt x="1009" y="0"/>
                    <a:pt x="1009" y="0"/>
                    <a:pt x="1009" y="0"/>
                  </a:cubicBezTo>
                  <a:cubicBezTo>
                    <a:pt x="207" y="0"/>
                    <a:pt x="207" y="0"/>
                    <a:pt x="207" y="0"/>
                  </a:cubicBezTo>
                  <a:cubicBezTo>
                    <a:pt x="207" y="753"/>
                    <a:pt x="207" y="753"/>
                    <a:pt x="207" y="753"/>
                  </a:cubicBezTo>
                  <a:cubicBezTo>
                    <a:pt x="2" y="1435"/>
                    <a:pt x="2" y="1435"/>
                    <a:pt x="2" y="1435"/>
                  </a:cubicBezTo>
                  <a:cubicBezTo>
                    <a:pt x="182" y="1435"/>
                    <a:pt x="182" y="1435"/>
                    <a:pt x="182" y="1435"/>
                  </a:cubicBezTo>
                  <a:cubicBezTo>
                    <a:pt x="273" y="1133"/>
                    <a:pt x="273" y="1133"/>
                    <a:pt x="273" y="1133"/>
                  </a:cubicBezTo>
                  <a:cubicBezTo>
                    <a:pt x="299" y="1133"/>
                    <a:pt x="299" y="1133"/>
                    <a:pt x="299" y="1133"/>
                  </a:cubicBezTo>
                  <a:cubicBezTo>
                    <a:pt x="448" y="1435"/>
                    <a:pt x="448" y="1435"/>
                    <a:pt x="448" y="1435"/>
                  </a:cubicBezTo>
                  <a:cubicBezTo>
                    <a:pt x="665" y="1435"/>
                    <a:pt x="665" y="1435"/>
                    <a:pt x="665" y="1435"/>
                  </a:cubicBezTo>
                  <a:cubicBezTo>
                    <a:pt x="520" y="1133"/>
                    <a:pt x="520" y="1133"/>
                    <a:pt x="520" y="1133"/>
                  </a:cubicBezTo>
                  <a:cubicBezTo>
                    <a:pt x="849" y="1133"/>
                    <a:pt x="849" y="1133"/>
                    <a:pt x="849" y="1133"/>
                  </a:cubicBezTo>
                  <a:cubicBezTo>
                    <a:pt x="758" y="1435"/>
                    <a:pt x="758" y="1435"/>
                    <a:pt x="758" y="1435"/>
                  </a:cubicBezTo>
                  <a:cubicBezTo>
                    <a:pt x="955" y="1435"/>
                    <a:pt x="955" y="1435"/>
                    <a:pt x="955" y="1435"/>
                  </a:cubicBezTo>
                  <a:cubicBezTo>
                    <a:pt x="1045" y="1134"/>
                    <a:pt x="1045" y="1134"/>
                    <a:pt x="1045" y="1134"/>
                  </a:cubicBezTo>
                  <a:cubicBezTo>
                    <a:pt x="1088" y="1134"/>
                    <a:pt x="1088" y="1134"/>
                    <a:pt x="1088" y="1134"/>
                  </a:cubicBezTo>
                  <a:cubicBezTo>
                    <a:pt x="1088" y="1133"/>
                    <a:pt x="1088" y="1133"/>
                    <a:pt x="1088" y="1133"/>
                  </a:cubicBezTo>
                  <a:cubicBezTo>
                    <a:pt x="1150" y="1133"/>
                    <a:pt x="1150" y="1133"/>
                    <a:pt x="1150" y="1133"/>
                  </a:cubicBezTo>
                  <a:cubicBezTo>
                    <a:pt x="1155" y="1133"/>
                    <a:pt x="1155" y="1133"/>
                    <a:pt x="1155" y="1133"/>
                  </a:cubicBezTo>
                  <a:cubicBezTo>
                    <a:pt x="1527" y="1133"/>
                    <a:pt x="1527" y="1133"/>
                    <a:pt x="1527" y="1133"/>
                  </a:cubicBezTo>
                  <a:cubicBezTo>
                    <a:pt x="1440" y="1434"/>
                    <a:pt x="1440" y="1434"/>
                    <a:pt x="1440" y="1434"/>
                  </a:cubicBezTo>
                  <a:cubicBezTo>
                    <a:pt x="1638" y="1434"/>
                    <a:pt x="1638" y="1434"/>
                    <a:pt x="1638" y="1434"/>
                  </a:cubicBezTo>
                  <a:cubicBezTo>
                    <a:pt x="1722" y="1133"/>
                    <a:pt x="1722" y="1133"/>
                    <a:pt x="1722" y="1133"/>
                  </a:cubicBezTo>
                  <a:cubicBezTo>
                    <a:pt x="1812" y="1133"/>
                    <a:pt x="1812" y="1133"/>
                    <a:pt x="1812" y="1133"/>
                  </a:cubicBezTo>
                  <a:cubicBezTo>
                    <a:pt x="1814" y="1434"/>
                    <a:pt x="1814" y="1434"/>
                    <a:pt x="1814" y="1434"/>
                  </a:cubicBezTo>
                  <a:cubicBezTo>
                    <a:pt x="1980" y="1434"/>
                    <a:pt x="1980" y="1434"/>
                    <a:pt x="1980" y="1434"/>
                  </a:cubicBezTo>
                  <a:cubicBezTo>
                    <a:pt x="2171" y="1133"/>
                    <a:pt x="2171" y="1133"/>
                    <a:pt x="2171" y="1133"/>
                  </a:cubicBezTo>
                  <a:cubicBezTo>
                    <a:pt x="2296" y="1133"/>
                    <a:pt x="2296" y="1133"/>
                    <a:pt x="2296" y="1133"/>
                  </a:cubicBezTo>
                  <a:cubicBezTo>
                    <a:pt x="2232" y="1434"/>
                    <a:pt x="2232" y="1434"/>
                    <a:pt x="2232" y="1434"/>
                  </a:cubicBezTo>
                  <a:cubicBezTo>
                    <a:pt x="2427" y="1434"/>
                    <a:pt x="2427" y="1434"/>
                    <a:pt x="2427" y="1434"/>
                  </a:cubicBezTo>
                  <a:cubicBezTo>
                    <a:pt x="2491" y="1133"/>
                    <a:pt x="2491" y="1133"/>
                    <a:pt x="2491" y="1133"/>
                  </a:cubicBezTo>
                  <a:cubicBezTo>
                    <a:pt x="2604" y="1133"/>
                    <a:pt x="2604" y="1133"/>
                    <a:pt x="2604" y="1133"/>
                  </a:cubicBezTo>
                  <a:cubicBezTo>
                    <a:pt x="2599" y="1226"/>
                    <a:pt x="2623" y="1311"/>
                    <a:pt x="2685" y="1368"/>
                  </a:cubicBezTo>
                  <a:cubicBezTo>
                    <a:pt x="2761" y="1438"/>
                    <a:pt x="2877" y="1451"/>
                    <a:pt x="2963" y="1451"/>
                  </a:cubicBezTo>
                  <a:cubicBezTo>
                    <a:pt x="3081" y="1451"/>
                    <a:pt x="3203" y="1434"/>
                    <a:pt x="3326" y="1407"/>
                  </a:cubicBezTo>
                  <a:cubicBezTo>
                    <a:pt x="3394" y="1133"/>
                    <a:pt x="3394" y="1133"/>
                    <a:pt x="3394" y="1133"/>
                  </a:cubicBezTo>
                  <a:cubicBezTo>
                    <a:pt x="3617" y="1133"/>
                    <a:pt x="3617" y="1133"/>
                    <a:pt x="3617" y="1133"/>
                  </a:cubicBezTo>
                  <a:cubicBezTo>
                    <a:pt x="3617" y="0"/>
                    <a:pt x="3617" y="0"/>
                    <a:pt x="3617" y="0"/>
                  </a:cubicBezTo>
                  <a:lnTo>
                    <a:pt x="2814" y="0"/>
                  </a:lnTo>
                  <a:close/>
                  <a:moveTo>
                    <a:pt x="351" y="1894"/>
                  </a:moveTo>
                  <a:cubicBezTo>
                    <a:pt x="321" y="2038"/>
                    <a:pt x="321" y="2038"/>
                    <a:pt x="321" y="2038"/>
                  </a:cubicBezTo>
                  <a:cubicBezTo>
                    <a:pt x="316" y="2060"/>
                    <a:pt x="309" y="2092"/>
                    <a:pt x="348" y="2092"/>
                  </a:cubicBezTo>
                  <a:cubicBezTo>
                    <a:pt x="393" y="2092"/>
                    <a:pt x="400" y="2058"/>
                    <a:pt x="409" y="2016"/>
                  </a:cubicBezTo>
                  <a:cubicBezTo>
                    <a:pt x="435" y="1894"/>
                    <a:pt x="435" y="1894"/>
                    <a:pt x="435" y="1894"/>
                  </a:cubicBezTo>
                  <a:cubicBezTo>
                    <a:pt x="508" y="1894"/>
                    <a:pt x="508" y="1894"/>
                    <a:pt x="508" y="1894"/>
                  </a:cubicBezTo>
                  <a:cubicBezTo>
                    <a:pt x="474" y="2053"/>
                    <a:pt x="474" y="2053"/>
                    <a:pt x="474" y="2053"/>
                  </a:cubicBezTo>
                  <a:cubicBezTo>
                    <a:pt x="464" y="2106"/>
                    <a:pt x="463" y="2112"/>
                    <a:pt x="462" y="2118"/>
                  </a:cubicBezTo>
                  <a:cubicBezTo>
                    <a:pt x="461" y="2125"/>
                    <a:pt x="460" y="2130"/>
                    <a:pt x="460" y="2136"/>
                  </a:cubicBezTo>
                  <a:cubicBezTo>
                    <a:pt x="391" y="2136"/>
                    <a:pt x="391" y="2136"/>
                    <a:pt x="391" y="2136"/>
                  </a:cubicBezTo>
                  <a:cubicBezTo>
                    <a:pt x="395" y="2104"/>
                    <a:pt x="395" y="2104"/>
                    <a:pt x="395" y="2104"/>
                  </a:cubicBezTo>
                  <a:cubicBezTo>
                    <a:pt x="386" y="2115"/>
                    <a:pt x="362" y="2143"/>
                    <a:pt x="315" y="2143"/>
                  </a:cubicBezTo>
                  <a:cubicBezTo>
                    <a:pt x="283" y="2143"/>
                    <a:pt x="259" y="2128"/>
                    <a:pt x="250" y="2110"/>
                  </a:cubicBezTo>
                  <a:cubicBezTo>
                    <a:pt x="238" y="2090"/>
                    <a:pt x="245" y="2056"/>
                    <a:pt x="248" y="2045"/>
                  </a:cubicBezTo>
                  <a:cubicBezTo>
                    <a:pt x="279" y="1894"/>
                    <a:pt x="279" y="1894"/>
                    <a:pt x="279" y="1894"/>
                  </a:cubicBezTo>
                  <a:lnTo>
                    <a:pt x="351" y="1894"/>
                  </a:lnTo>
                  <a:close/>
                  <a:moveTo>
                    <a:pt x="812" y="1942"/>
                  </a:moveTo>
                  <a:cubicBezTo>
                    <a:pt x="870" y="1942"/>
                    <a:pt x="870" y="1942"/>
                    <a:pt x="870" y="1942"/>
                  </a:cubicBezTo>
                  <a:cubicBezTo>
                    <a:pt x="880" y="1895"/>
                    <a:pt x="880" y="1895"/>
                    <a:pt x="880" y="1895"/>
                  </a:cubicBezTo>
                  <a:cubicBezTo>
                    <a:pt x="822" y="1895"/>
                    <a:pt x="822" y="1895"/>
                    <a:pt x="822" y="1895"/>
                  </a:cubicBezTo>
                  <a:cubicBezTo>
                    <a:pt x="838" y="1822"/>
                    <a:pt x="838" y="1822"/>
                    <a:pt x="838" y="1822"/>
                  </a:cubicBezTo>
                  <a:cubicBezTo>
                    <a:pt x="762" y="1848"/>
                    <a:pt x="762" y="1848"/>
                    <a:pt x="762" y="1848"/>
                  </a:cubicBezTo>
                  <a:cubicBezTo>
                    <a:pt x="752" y="1895"/>
                    <a:pt x="752" y="1895"/>
                    <a:pt x="752" y="1895"/>
                  </a:cubicBezTo>
                  <a:cubicBezTo>
                    <a:pt x="654" y="1895"/>
                    <a:pt x="654" y="1895"/>
                    <a:pt x="654" y="1895"/>
                  </a:cubicBezTo>
                  <a:cubicBezTo>
                    <a:pt x="670" y="1822"/>
                    <a:pt x="670" y="1822"/>
                    <a:pt x="670" y="1822"/>
                  </a:cubicBezTo>
                  <a:cubicBezTo>
                    <a:pt x="594" y="1848"/>
                    <a:pt x="594" y="1848"/>
                    <a:pt x="594" y="1848"/>
                  </a:cubicBezTo>
                  <a:cubicBezTo>
                    <a:pt x="584" y="1895"/>
                    <a:pt x="584" y="1895"/>
                    <a:pt x="584" y="1895"/>
                  </a:cubicBezTo>
                  <a:cubicBezTo>
                    <a:pt x="537" y="1895"/>
                    <a:pt x="537" y="1895"/>
                    <a:pt x="537" y="1895"/>
                  </a:cubicBezTo>
                  <a:cubicBezTo>
                    <a:pt x="527" y="1942"/>
                    <a:pt x="527" y="1942"/>
                    <a:pt x="527" y="1942"/>
                  </a:cubicBezTo>
                  <a:cubicBezTo>
                    <a:pt x="574" y="1942"/>
                    <a:pt x="574" y="1942"/>
                    <a:pt x="574" y="1942"/>
                  </a:cubicBezTo>
                  <a:cubicBezTo>
                    <a:pt x="545" y="2075"/>
                    <a:pt x="545" y="2075"/>
                    <a:pt x="545" y="2075"/>
                  </a:cubicBezTo>
                  <a:cubicBezTo>
                    <a:pt x="541" y="2095"/>
                    <a:pt x="531" y="2141"/>
                    <a:pt x="603" y="2141"/>
                  </a:cubicBezTo>
                  <a:cubicBezTo>
                    <a:pt x="615" y="2141"/>
                    <a:pt x="636" y="2139"/>
                    <a:pt x="660" y="2133"/>
                  </a:cubicBezTo>
                  <a:cubicBezTo>
                    <a:pt x="670" y="2086"/>
                    <a:pt x="670" y="2086"/>
                    <a:pt x="670" y="2086"/>
                  </a:cubicBezTo>
                  <a:cubicBezTo>
                    <a:pt x="661" y="2087"/>
                    <a:pt x="656" y="2088"/>
                    <a:pt x="645" y="2088"/>
                  </a:cubicBezTo>
                  <a:cubicBezTo>
                    <a:pt x="614" y="2088"/>
                    <a:pt x="617" y="2074"/>
                    <a:pt x="621" y="2052"/>
                  </a:cubicBezTo>
                  <a:cubicBezTo>
                    <a:pt x="645" y="1942"/>
                    <a:pt x="645" y="1942"/>
                    <a:pt x="645" y="1942"/>
                  </a:cubicBezTo>
                  <a:cubicBezTo>
                    <a:pt x="741" y="1942"/>
                    <a:pt x="741" y="1942"/>
                    <a:pt x="741" y="1942"/>
                  </a:cubicBezTo>
                  <a:cubicBezTo>
                    <a:pt x="713" y="2075"/>
                    <a:pt x="713" y="2075"/>
                    <a:pt x="713" y="2075"/>
                  </a:cubicBezTo>
                  <a:cubicBezTo>
                    <a:pt x="709" y="2095"/>
                    <a:pt x="699" y="2141"/>
                    <a:pt x="771" y="2141"/>
                  </a:cubicBezTo>
                  <a:cubicBezTo>
                    <a:pt x="782" y="2141"/>
                    <a:pt x="804" y="2139"/>
                    <a:pt x="828" y="2133"/>
                  </a:cubicBezTo>
                  <a:cubicBezTo>
                    <a:pt x="838" y="2086"/>
                    <a:pt x="838" y="2086"/>
                    <a:pt x="838" y="2086"/>
                  </a:cubicBezTo>
                  <a:cubicBezTo>
                    <a:pt x="829" y="2087"/>
                    <a:pt x="824" y="2088"/>
                    <a:pt x="813" y="2088"/>
                  </a:cubicBezTo>
                  <a:cubicBezTo>
                    <a:pt x="781" y="2088"/>
                    <a:pt x="785" y="2074"/>
                    <a:pt x="788" y="2052"/>
                  </a:cubicBezTo>
                  <a:lnTo>
                    <a:pt x="812" y="1942"/>
                  </a:lnTo>
                  <a:close/>
                  <a:moveTo>
                    <a:pt x="916" y="1893"/>
                  </a:moveTo>
                  <a:cubicBezTo>
                    <a:pt x="987" y="1893"/>
                    <a:pt x="987" y="1893"/>
                    <a:pt x="987" y="1893"/>
                  </a:cubicBezTo>
                  <a:cubicBezTo>
                    <a:pt x="935" y="2136"/>
                    <a:pt x="935" y="2136"/>
                    <a:pt x="935" y="2136"/>
                  </a:cubicBezTo>
                  <a:cubicBezTo>
                    <a:pt x="864" y="2136"/>
                    <a:pt x="864" y="2136"/>
                    <a:pt x="864" y="2136"/>
                  </a:cubicBezTo>
                  <a:lnTo>
                    <a:pt x="916" y="1893"/>
                  </a:lnTo>
                  <a:close/>
                  <a:moveTo>
                    <a:pt x="935" y="1790"/>
                  </a:moveTo>
                  <a:cubicBezTo>
                    <a:pt x="1011" y="1790"/>
                    <a:pt x="1011" y="1790"/>
                    <a:pt x="1011" y="1790"/>
                  </a:cubicBezTo>
                  <a:cubicBezTo>
                    <a:pt x="998" y="1851"/>
                    <a:pt x="998" y="1851"/>
                    <a:pt x="998" y="1851"/>
                  </a:cubicBezTo>
                  <a:cubicBezTo>
                    <a:pt x="922" y="1851"/>
                    <a:pt x="922" y="1851"/>
                    <a:pt x="922" y="1851"/>
                  </a:cubicBezTo>
                  <a:lnTo>
                    <a:pt x="935" y="1790"/>
                  </a:lnTo>
                  <a:close/>
                  <a:moveTo>
                    <a:pt x="1034" y="1937"/>
                  </a:moveTo>
                  <a:cubicBezTo>
                    <a:pt x="1034" y="1936"/>
                    <a:pt x="1040" y="1909"/>
                    <a:pt x="1042" y="1893"/>
                  </a:cubicBezTo>
                  <a:cubicBezTo>
                    <a:pt x="1110" y="1893"/>
                    <a:pt x="1110" y="1893"/>
                    <a:pt x="1110" y="1893"/>
                  </a:cubicBezTo>
                  <a:cubicBezTo>
                    <a:pt x="1104" y="1929"/>
                    <a:pt x="1104" y="1929"/>
                    <a:pt x="1104" y="1929"/>
                  </a:cubicBezTo>
                  <a:cubicBezTo>
                    <a:pt x="1113" y="1918"/>
                    <a:pt x="1139" y="1887"/>
                    <a:pt x="1192" y="1887"/>
                  </a:cubicBezTo>
                  <a:cubicBezTo>
                    <a:pt x="1239" y="1887"/>
                    <a:pt x="1254" y="1916"/>
                    <a:pt x="1256" y="1933"/>
                  </a:cubicBezTo>
                  <a:cubicBezTo>
                    <a:pt x="1259" y="1948"/>
                    <a:pt x="1257" y="1960"/>
                    <a:pt x="1248" y="2005"/>
                  </a:cubicBezTo>
                  <a:cubicBezTo>
                    <a:pt x="1220" y="2136"/>
                    <a:pt x="1220" y="2136"/>
                    <a:pt x="1220" y="2136"/>
                  </a:cubicBezTo>
                  <a:cubicBezTo>
                    <a:pt x="1147" y="2136"/>
                    <a:pt x="1147" y="2136"/>
                    <a:pt x="1147" y="2136"/>
                  </a:cubicBezTo>
                  <a:cubicBezTo>
                    <a:pt x="1179" y="1985"/>
                    <a:pt x="1179" y="1985"/>
                    <a:pt x="1179" y="1985"/>
                  </a:cubicBezTo>
                  <a:cubicBezTo>
                    <a:pt x="1181" y="1975"/>
                    <a:pt x="1183" y="1967"/>
                    <a:pt x="1181" y="1959"/>
                  </a:cubicBezTo>
                  <a:cubicBezTo>
                    <a:pt x="1178" y="1949"/>
                    <a:pt x="1169" y="1938"/>
                    <a:pt x="1151" y="1938"/>
                  </a:cubicBezTo>
                  <a:cubicBezTo>
                    <a:pt x="1136" y="1938"/>
                    <a:pt x="1120" y="1946"/>
                    <a:pt x="1110" y="1957"/>
                  </a:cubicBezTo>
                  <a:cubicBezTo>
                    <a:pt x="1104" y="1963"/>
                    <a:pt x="1097" y="1975"/>
                    <a:pt x="1093" y="1994"/>
                  </a:cubicBezTo>
                  <a:cubicBezTo>
                    <a:pt x="1063" y="2136"/>
                    <a:pt x="1063" y="2136"/>
                    <a:pt x="1063" y="2136"/>
                  </a:cubicBezTo>
                  <a:cubicBezTo>
                    <a:pt x="992" y="2136"/>
                    <a:pt x="992" y="2136"/>
                    <a:pt x="992" y="2136"/>
                  </a:cubicBezTo>
                  <a:lnTo>
                    <a:pt x="1034" y="1937"/>
                  </a:lnTo>
                  <a:close/>
                  <a:moveTo>
                    <a:pt x="1558" y="1895"/>
                  </a:moveTo>
                  <a:cubicBezTo>
                    <a:pt x="1552" y="1914"/>
                    <a:pt x="1547" y="1930"/>
                    <a:pt x="1542" y="1955"/>
                  </a:cubicBezTo>
                  <a:cubicBezTo>
                    <a:pt x="1504" y="2134"/>
                    <a:pt x="1504" y="2134"/>
                    <a:pt x="1504" y="2134"/>
                  </a:cubicBezTo>
                  <a:cubicBezTo>
                    <a:pt x="1486" y="2223"/>
                    <a:pt x="1409" y="2232"/>
                    <a:pt x="1363" y="2232"/>
                  </a:cubicBezTo>
                  <a:cubicBezTo>
                    <a:pt x="1328" y="2232"/>
                    <a:pt x="1261" y="2228"/>
                    <a:pt x="1272" y="2154"/>
                  </a:cubicBezTo>
                  <a:cubicBezTo>
                    <a:pt x="1340" y="2154"/>
                    <a:pt x="1340" y="2154"/>
                    <a:pt x="1340" y="2154"/>
                  </a:cubicBezTo>
                  <a:cubicBezTo>
                    <a:pt x="1340" y="2158"/>
                    <a:pt x="1339" y="2166"/>
                    <a:pt x="1344" y="2174"/>
                  </a:cubicBezTo>
                  <a:cubicBezTo>
                    <a:pt x="1348" y="2181"/>
                    <a:pt x="1357" y="2188"/>
                    <a:pt x="1375" y="2188"/>
                  </a:cubicBezTo>
                  <a:cubicBezTo>
                    <a:pt x="1397" y="2188"/>
                    <a:pt x="1417" y="2178"/>
                    <a:pt x="1427" y="2156"/>
                  </a:cubicBezTo>
                  <a:cubicBezTo>
                    <a:pt x="1432" y="2144"/>
                    <a:pt x="1434" y="2135"/>
                    <a:pt x="1442" y="2099"/>
                  </a:cubicBezTo>
                  <a:cubicBezTo>
                    <a:pt x="1413" y="2128"/>
                    <a:pt x="1387" y="2132"/>
                    <a:pt x="1370" y="2132"/>
                  </a:cubicBezTo>
                  <a:cubicBezTo>
                    <a:pt x="1300" y="2132"/>
                    <a:pt x="1280" y="2071"/>
                    <a:pt x="1293" y="2012"/>
                  </a:cubicBezTo>
                  <a:cubicBezTo>
                    <a:pt x="1306" y="1951"/>
                    <a:pt x="1352" y="1892"/>
                    <a:pt x="1422" y="1892"/>
                  </a:cubicBezTo>
                  <a:cubicBezTo>
                    <a:pt x="1466" y="1892"/>
                    <a:pt x="1477" y="1916"/>
                    <a:pt x="1482" y="1927"/>
                  </a:cubicBezTo>
                  <a:cubicBezTo>
                    <a:pt x="1492" y="1895"/>
                    <a:pt x="1492" y="1895"/>
                    <a:pt x="1492" y="1895"/>
                  </a:cubicBezTo>
                  <a:lnTo>
                    <a:pt x="1558" y="1895"/>
                  </a:lnTo>
                  <a:close/>
                  <a:moveTo>
                    <a:pt x="1397" y="2083"/>
                  </a:moveTo>
                  <a:cubicBezTo>
                    <a:pt x="1447" y="2083"/>
                    <a:pt x="1459" y="2025"/>
                    <a:pt x="1461" y="2014"/>
                  </a:cubicBezTo>
                  <a:cubicBezTo>
                    <a:pt x="1467" y="1986"/>
                    <a:pt x="1472" y="1940"/>
                    <a:pt x="1428" y="1940"/>
                  </a:cubicBezTo>
                  <a:cubicBezTo>
                    <a:pt x="1401" y="1940"/>
                    <a:pt x="1375" y="1960"/>
                    <a:pt x="1364" y="2012"/>
                  </a:cubicBezTo>
                  <a:cubicBezTo>
                    <a:pt x="1362" y="2025"/>
                    <a:pt x="1349" y="2083"/>
                    <a:pt x="1397" y="2083"/>
                  </a:cubicBezTo>
                  <a:moveTo>
                    <a:pt x="1842" y="2133"/>
                  </a:moveTo>
                  <a:cubicBezTo>
                    <a:pt x="1818" y="2139"/>
                    <a:pt x="1797" y="2141"/>
                    <a:pt x="1786" y="2141"/>
                  </a:cubicBezTo>
                  <a:cubicBezTo>
                    <a:pt x="1714" y="2141"/>
                    <a:pt x="1723" y="2095"/>
                    <a:pt x="1728" y="2075"/>
                  </a:cubicBezTo>
                  <a:cubicBezTo>
                    <a:pt x="1756" y="1942"/>
                    <a:pt x="1756" y="1942"/>
                    <a:pt x="1756" y="1942"/>
                  </a:cubicBezTo>
                  <a:cubicBezTo>
                    <a:pt x="1710" y="1942"/>
                    <a:pt x="1710" y="1942"/>
                    <a:pt x="1710" y="1942"/>
                  </a:cubicBezTo>
                  <a:cubicBezTo>
                    <a:pt x="1719" y="1895"/>
                    <a:pt x="1719" y="1895"/>
                    <a:pt x="1719" y="1895"/>
                  </a:cubicBezTo>
                  <a:cubicBezTo>
                    <a:pt x="1766" y="1895"/>
                    <a:pt x="1766" y="1895"/>
                    <a:pt x="1766" y="1895"/>
                  </a:cubicBezTo>
                  <a:cubicBezTo>
                    <a:pt x="1776" y="1848"/>
                    <a:pt x="1776" y="1848"/>
                    <a:pt x="1776" y="1848"/>
                  </a:cubicBezTo>
                  <a:cubicBezTo>
                    <a:pt x="1852" y="1822"/>
                    <a:pt x="1852" y="1822"/>
                    <a:pt x="1852" y="1822"/>
                  </a:cubicBezTo>
                  <a:cubicBezTo>
                    <a:pt x="1837" y="1895"/>
                    <a:pt x="1837" y="1895"/>
                    <a:pt x="1837" y="1895"/>
                  </a:cubicBezTo>
                  <a:cubicBezTo>
                    <a:pt x="1895" y="1895"/>
                    <a:pt x="1895" y="1895"/>
                    <a:pt x="1895" y="1895"/>
                  </a:cubicBezTo>
                  <a:cubicBezTo>
                    <a:pt x="1884" y="1942"/>
                    <a:pt x="1884" y="1942"/>
                    <a:pt x="1884" y="1942"/>
                  </a:cubicBezTo>
                  <a:cubicBezTo>
                    <a:pt x="1827" y="1942"/>
                    <a:pt x="1827" y="1942"/>
                    <a:pt x="1827" y="1942"/>
                  </a:cubicBezTo>
                  <a:cubicBezTo>
                    <a:pt x="1803" y="2052"/>
                    <a:pt x="1803" y="2052"/>
                    <a:pt x="1803" y="2052"/>
                  </a:cubicBezTo>
                  <a:cubicBezTo>
                    <a:pt x="1799" y="2074"/>
                    <a:pt x="1796" y="2088"/>
                    <a:pt x="1828" y="2088"/>
                  </a:cubicBezTo>
                  <a:cubicBezTo>
                    <a:pt x="1838" y="2088"/>
                    <a:pt x="1844" y="2087"/>
                    <a:pt x="1852" y="2086"/>
                  </a:cubicBezTo>
                  <a:lnTo>
                    <a:pt x="1842" y="2133"/>
                  </a:lnTo>
                  <a:close/>
                  <a:moveTo>
                    <a:pt x="1954" y="1790"/>
                  </a:moveTo>
                  <a:cubicBezTo>
                    <a:pt x="2025" y="1790"/>
                    <a:pt x="2025" y="1790"/>
                    <a:pt x="2025" y="1790"/>
                  </a:cubicBezTo>
                  <a:cubicBezTo>
                    <a:pt x="1996" y="1927"/>
                    <a:pt x="1996" y="1927"/>
                    <a:pt x="1996" y="1927"/>
                  </a:cubicBezTo>
                  <a:cubicBezTo>
                    <a:pt x="2007" y="1915"/>
                    <a:pt x="2030" y="1890"/>
                    <a:pt x="2074" y="1890"/>
                  </a:cubicBezTo>
                  <a:cubicBezTo>
                    <a:pt x="2110" y="1890"/>
                    <a:pt x="2129" y="1908"/>
                    <a:pt x="2137" y="1923"/>
                  </a:cubicBezTo>
                  <a:cubicBezTo>
                    <a:pt x="2143" y="1935"/>
                    <a:pt x="2146" y="1957"/>
                    <a:pt x="2139" y="1989"/>
                  </a:cubicBezTo>
                  <a:cubicBezTo>
                    <a:pt x="2108" y="2136"/>
                    <a:pt x="2108" y="2136"/>
                    <a:pt x="2108" y="2136"/>
                  </a:cubicBezTo>
                  <a:cubicBezTo>
                    <a:pt x="2037" y="2136"/>
                    <a:pt x="2037" y="2136"/>
                    <a:pt x="2037" y="2136"/>
                  </a:cubicBezTo>
                  <a:cubicBezTo>
                    <a:pt x="2068" y="1991"/>
                    <a:pt x="2068" y="1991"/>
                    <a:pt x="2068" y="1991"/>
                  </a:cubicBezTo>
                  <a:cubicBezTo>
                    <a:pt x="2071" y="1977"/>
                    <a:pt x="2079" y="1938"/>
                    <a:pt x="2040" y="1938"/>
                  </a:cubicBezTo>
                  <a:cubicBezTo>
                    <a:pt x="2019" y="1938"/>
                    <a:pt x="1991" y="1950"/>
                    <a:pt x="1983" y="1988"/>
                  </a:cubicBezTo>
                  <a:cubicBezTo>
                    <a:pt x="1952" y="2136"/>
                    <a:pt x="1952" y="2136"/>
                    <a:pt x="1952" y="2136"/>
                  </a:cubicBezTo>
                  <a:cubicBezTo>
                    <a:pt x="1881" y="2136"/>
                    <a:pt x="1881" y="2136"/>
                    <a:pt x="1881" y="2136"/>
                  </a:cubicBezTo>
                  <a:lnTo>
                    <a:pt x="1954" y="1790"/>
                  </a:lnTo>
                  <a:close/>
                  <a:moveTo>
                    <a:pt x="2195" y="1953"/>
                  </a:moveTo>
                  <a:cubicBezTo>
                    <a:pt x="2197" y="1942"/>
                    <a:pt x="2203" y="1906"/>
                    <a:pt x="2205" y="1893"/>
                  </a:cubicBezTo>
                  <a:cubicBezTo>
                    <a:pt x="2271" y="1893"/>
                    <a:pt x="2271" y="1893"/>
                    <a:pt x="2271" y="1893"/>
                  </a:cubicBezTo>
                  <a:cubicBezTo>
                    <a:pt x="2263" y="1939"/>
                    <a:pt x="2263" y="1939"/>
                    <a:pt x="2263" y="1939"/>
                  </a:cubicBezTo>
                  <a:cubicBezTo>
                    <a:pt x="2276" y="1919"/>
                    <a:pt x="2298" y="1889"/>
                    <a:pt x="2356" y="1892"/>
                  </a:cubicBezTo>
                  <a:cubicBezTo>
                    <a:pt x="2342" y="1956"/>
                    <a:pt x="2342" y="1956"/>
                    <a:pt x="2342" y="1956"/>
                  </a:cubicBezTo>
                  <a:cubicBezTo>
                    <a:pt x="2271" y="1949"/>
                    <a:pt x="2259" y="1986"/>
                    <a:pt x="2253" y="2017"/>
                  </a:cubicBezTo>
                  <a:cubicBezTo>
                    <a:pt x="2227" y="2136"/>
                    <a:pt x="2227" y="2136"/>
                    <a:pt x="2227" y="2136"/>
                  </a:cubicBezTo>
                  <a:cubicBezTo>
                    <a:pt x="2156" y="2136"/>
                    <a:pt x="2156" y="2136"/>
                    <a:pt x="2156" y="2136"/>
                  </a:cubicBezTo>
                  <a:lnTo>
                    <a:pt x="2195" y="1953"/>
                  </a:lnTo>
                  <a:close/>
                  <a:moveTo>
                    <a:pt x="2503" y="1888"/>
                  </a:moveTo>
                  <a:cubicBezTo>
                    <a:pt x="2591" y="1888"/>
                    <a:pt x="2617" y="1948"/>
                    <a:pt x="2602" y="2015"/>
                  </a:cubicBezTo>
                  <a:cubicBezTo>
                    <a:pt x="2587" y="2083"/>
                    <a:pt x="2535" y="2145"/>
                    <a:pt x="2447" y="2145"/>
                  </a:cubicBezTo>
                  <a:cubicBezTo>
                    <a:pt x="2378" y="2145"/>
                    <a:pt x="2332" y="2102"/>
                    <a:pt x="2350" y="2017"/>
                  </a:cubicBezTo>
                  <a:cubicBezTo>
                    <a:pt x="2362" y="1959"/>
                    <a:pt x="2408" y="1888"/>
                    <a:pt x="2503" y="1888"/>
                  </a:cubicBezTo>
                  <a:moveTo>
                    <a:pt x="2460" y="2095"/>
                  </a:moveTo>
                  <a:cubicBezTo>
                    <a:pt x="2491" y="2095"/>
                    <a:pt x="2516" y="2077"/>
                    <a:pt x="2530" y="2012"/>
                  </a:cubicBezTo>
                  <a:cubicBezTo>
                    <a:pt x="2537" y="1980"/>
                    <a:pt x="2540" y="1935"/>
                    <a:pt x="2493" y="1935"/>
                  </a:cubicBezTo>
                  <a:cubicBezTo>
                    <a:pt x="2441" y="1935"/>
                    <a:pt x="2427" y="1995"/>
                    <a:pt x="2423" y="2018"/>
                  </a:cubicBezTo>
                  <a:cubicBezTo>
                    <a:pt x="2411" y="2072"/>
                    <a:pt x="2425" y="2095"/>
                    <a:pt x="2460" y="2095"/>
                  </a:cubicBezTo>
                  <a:moveTo>
                    <a:pt x="2743" y="1894"/>
                  </a:moveTo>
                  <a:cubicBezTo>
                    <a:pt x="2713" y="2038"/>
                    <a:pt x="2713" y="2038"/>
                    <a:pt x="2713" y="2038"/>
                  </a:cubicBezTo>
                  <a:cubicBezTo>
                    <a:pt x="2708" y="2060"/>
                    <a:pt x="2701" y="2092"/>
                    <a:pt x="2740" y="2092"/>
                  </a:cubicBezTo>
                  <a:cubicBezTo>
                    <a:pt x="2785" y="2092"/>
                    <a:pt x="2792" y="2058"/>
                    <a:pt x="2801" y="2016"/>
                  </a:cubicBezTo>
                  <a:cubicBezTo>
                    <a:pt x="2827" y="1894"/>
                    <a:pt x="2827" y="1894"/>
                    <a:pt x="2827" y="1894"/>
                  </a:cubicBezTo>
                  <a:cubicBezTo>
                    <a:pt x="2900" y="1894"/>
                    <a:pt x="2900" y="1894"/>
                    <a:pt x="2900" y="1894"/>
                  </a:cubicBezTo>
                  <a:cubicBezTo>
                    <a:pt x="2867" y="2053"/>
                    <a:pt x="2867" y="2053"/>
                    <a:pt x="2867" y="2053"/>
                  </a:cubicBezTo>
                  <a:cubicBezTo>
                    <a:pt x="2856" y="2106"/>
                    <a:pt x="2855" y="2112"/>
                    <a:pt x="2854" y="2118"/>
                  </a:cubicBezTo>
                  <a:cubicBezTo>
                    <a:pt x="2853" y="2125"/>
                    <a:pt x="2852" y="2130"/>
                    <a:pt x="2852" y="2136"/>
                  </a:cubicBezTo>
                  <a:cubicBezTo>
                    <a:pt x="2783" y="2136"/>
                    <a:pt x="2783" y="2136"/>
                    <a:pt x="2783" y="2136"/>
                  </a:cubicBezTo>
                  <a:cubicBezTo>
                    <a:pt x="2787" y="2104"/>
                    <a:pt x="2787" y="2104"/>
                    <a:pt x="2787" y="2104"/>
                  </a:cubicBezTo>
                  <a:cubicBezTo>
                    <a:pt x="2778" y="2115"/>
                    <a:pt x="2753" y="2143"/>
                    <a:pt x="2707" y="2143"/>
                  </a:cubicBezTo>
                  <a:cubicBezTo>
                    <a:pt x="2675" y="2143"/>
                    <a:pt x="2651" y="2128"/>
                    <a:pt x="2641" y="2110"/>
                  </a:cubicBezTo>
                  <a:cubicBezTo>
                    <a:pt x="2630" y="2090"/>
                    <a:pt x="2637" y="2056"/>
                    <a:pt x="2639" y="2045"/>
                  </a:cubicBezTo>
                  <a:cubicBezTo>
                    <a:pt x="2671" y="1894"/>
                    <a:pt x="2671" y="1894"/>
                    <a:pt x="2671" y="1894"/>
                  </a:cubicBezTo>
                  <a:lnTo>
                    <a:pt x="2743" y="1894"/>
                  </a:lnTo>
                  <a:close/>
                  <a:moveTo>
                    <a:pt x="3181" y="1895"/>
                  </a:moveTo>
                  <a:cubicBezTo>
                    <a:pt x="3175" y="1914"/>
                    <a:pt x="3170" y="1930"/>
                    <a:pt x="3164" y="1955"/>
                  </a:cubicBezTo>
                  <a:cubicBezTo>
                    <a:pt x="3126" y="2134"/>
                    <a:pt x="3126" y="2134"/>
                    <a:pt x="3126" y="2134"/>
                  </a:cubicBezTo>
                  <a:cubicBezTo>
                    <a:pt x="3108" y="2223"/>
                    <a:pt x="3031" y="2232"/>
                    <a:pt x="2985" y="2232"/>
                  </a:cubicBezTo>
                  <a:cubicBezTo>
                    <a:pt x="2950" y="2232"/>
                    <a:pt x="2883" y="2228"/>
                    <a:pt x="2894" y="2154"/>
                  </a:cubicBezTo>
                  <a:cubicBezTo>
                    <a:pt x="2962" y="2154"/>
                    <a:pt x="2962" y="2154"/>
                    <a:pt x="2962" y="2154"/>
                  </a:cubicBezTo>
                  <a:cubicBezTo>
                    <a:pt x="2962" y="2158"/>
                    <a:pt x="2962" y="2166"/>
                    <a:pt x="2966" y="2174"/>
                  </a:cubicBezTo>
                  <a:cubicBezTo>
                    <a:pt x="2970" y="2181"/>
                    <a:pt x="2979" y="2188"/>
                    <a:pt x="2998" y="2188"/>
                  </a:cubicBezTo>
                  <a:cubicBezTo>
                    <a:pt x="3019" y="2188"/>
                    <a:pt x="3040" y="2178"/>
                    <a:pt x="3049" y="2156"/>
                  </a:cubicBezTo>
                  <a:cubicBezTo>
                    <a:pt x="3054" y="2144"/>
                    <a:pt x="3056" y="2135"/>
                    <a:pt x="3064" y="2099"/>
                  </a:cubicBezTo>
                  <a:cubicBezTo>
                    <a:pt x="3036" y="2128"/>
                    <a:pt x="3009" y="2132"/>
                    <a:pt x="2992" y="2132"/>
                  </a:cubicBezTo>
                  <a:cubicBezTo>
                    <a:pt x="2922" y="2132"/>
                    <a:pt x="2903" y="2071"/>
                    <a:pt x="2915" y="2012"/>
                  </a:cubicBezTo>
                  <a:cubicBezTo>
                    <a:pt x="2928" y="1951"/>
                    <a:pt x="2974" y="1892"/>
                    <a:pt x="3044" y="1892"/>
                  </a:cubicBezTo>
                  <a:cubicBezTo>
                    <a:pt x="3088" y="1892"/>
                    <a:pt x="3099" y="1916"/>
                    <a:pt x="3105" y="1927"/>
                  </a:cubicBezTo>
                  <a:cubicBezTo>
                    <a:pt x="3114" y="1895"/>
                    <a:pt x="3114" y="1895"/>
                    <a:pt x="3114" y="1895"/>
                  </a:cubicBezTo>
                  <a:lnTo>
                    <a:pt x="3181" y="1895"/>
                  </a:lnTo>
                  <a:close/>
                  <a:moveTo>
                    <a:pt x="3019" y="2083"/>
                  </a:moveTo>
                  <a:cubicBezTo>
                    <a:pt x="3069" y="2083"/>
                    <a:pt x="3081" y="2025"/>
                    <a:pt x="3083" y="2014"/>
                  </a:cubicBezTo>
                  <a:cubicBezTo>
                    <a:pt x="3089" y="1986"/>
                    <a:pt x="3094" y="1940"/>
                    <a:pt x="3051" y="1940"/>
                  </a:cubicBezTo>
                  <a:cubicBezTo>
                    <a:pt x="3024" y="1940"/>
                    <a:pt x="2997" y="1960"/>
                    <a:pt x="2986" y="2012"/>
                  </a:cubicBezTo>
                  <a:cubicBezTo>
                    <a:pt x="2984" y="2025"/>
                    <a:pt x="2971" y="2083"/>
                    <a:pt x="3019" y="2083"/>
                  </a:cubicBezTo>
                  <a:moveTo>
                    <a:pt x="3257" y="1790"/>
                  </a:moveTo>
                  <a:cubicBezTo>
                    <a:pt x="3327" y="1790"/>
                    <a:pt x="3327" y="1790"/>
                    <a:pt x="3327" y="1790"/>
                  </a:cubicBezTo>
                  <a:cubicBezTo>
                    <a:pt x="3298" y="1927"/>
                    <a:pt x="3298" y="1927"/>
                    <a:pt x="3298" y="1927"/>
                  </a:cubicBezTo>
                  <a:cubicBezTo>
                    <a:pt x="3309" y="1915"/>
                    <a:pt x="3332" y="1890"/>
                    <a:pt x="3376" y="1890"/>
                  </a:cubicBezTo>
                  <a:cubicBezTo>
                    <a:pt x="3412" y="1890"/>
                    <a:pt x="3431" y="1908"/>
                    <a:pt x="3440" y="1923"/>
                  </a:cubicBezTo>
                  <a:cubicBezTo>
                    <a:pt x="3446" y="1935"/>
                    <a:pt x="3448" y="1957"/>
                    <a:pt x="3441" y="1989"/>
                  </a:cubicBezTo>
                  <a:cubicBezTo>
                    <a:pt x="3410" y="2136"/>
                    <a:pt x="3410" y="2136"/>
                    <a:pt x="3410" y="2136"/>
                  </a:cubicBezTo>
                  <a:cubicBezTo>
                    <a:pt x="3340" y="2136"/>
                    <a:pt x="3340" y="2136"/>
                    <a:pt x="3340" y="2136"/>
                  </a:cubicBezTo>
                  <a:cubicBezTo>
                    <a:pt x="3370" y="1991"/>
                    <a:pt x="3370" y="1991"/>
                    <a:pt x="3370" y="1991"/>
                  </a:cubicBezTo>
                  <a:cubicBezTo>
                    <a:pt x="3373" y="1977"/>
                    <a:pt x="3382" y="1938"/>
                    <a:pt x="3342" y="1938"/>
                  </a:cubicBezTo>
                  <a:cubicBezTo>
                    <a:pt x="3322" y="1938"/>
                    <a:pt x="3293" y="1950"/>
                    <a:pt x="3286" y="1988"/>
                  </a:cubicBezTo>
                  <a:cubicBezTo>
                    <a:pt x="3255" y="2136"/>
                    <a:pt x="3255" y="2136"/>
                    <a:pt x="3255" y="2136"/>
                  </a:cubicBezTo>
                  <a:cubicBezTo>
                    <a:pt x="3183" y="2136"/>
                    <a:pt x="3183" y="2136"/>
                    <a:pt x="3183" y="2136"/>
                  </a:cubicBezTo>
                  <a:lnTo>
                    <a:pt x="3257" y="1790"/>
                  </a:lnTo>
                  <a:close/>
                  <a:moveTo>
                    <a:pt x="158" y="1980"/>
                  </a:moveTo>
                  <a:cubicBezTo>
                    <a:pt x="159" y="1971"/>
                    <a:pt x="164" y="1935"/>
                    <a:pt x="137" y="1935"/>
                  </a:cubicBezTo>
                  <a:cubicBezTo>
                    <a:pt x="103" y="1935"/>
                    <a:pt x="89" y="1986"/>
                    <a:pt x="83" y="2012"/>
                  </a:cubicBezTo>
                  <a:cubicBezTo>
                    <a:pt x="80" y="2026"/>
                    <a:pt x="72" y="2069"/>
                    <a:pt x="85" y="2087"/>
                  </a:cubicBezTo>
                  <a:cubicBezTo>
                    <a:pt x="90" y="2094"/>
                    <a:pt x="97" y="2095"/>
                    <a:pt x="102" y="2095"/>
                  </a:cubicBezTo>
                  <a:cubicBezTo>
                    <a:pt x="109" y="2095"/>
                    <a:pt x="133" y="2092"/>
                    <a:pt x="145" y="2048"/>
                  </a:cubicBezTo>
                  <a:cubicBezTo>
                    <a:pt x="215" y="2048"/>
                    <a:pt x="215" y="2048"/>
                    <a:pt x="215" y="2048"/>
                  </a:cubicBezTo>
                  <a:cubicBezTo>
                    <a:pt x="210" y="2067"/>
                    <a:pt x="201" y="2097"/>
                    <a:pt x="168" y="2120"/>
                  </a:cubicBezTo>
                  <a:cubicBezTo>
                    <a:pt x="148" y="2135"/>
                    <a:pt x="124" y="2143"/>
                    <a:pt x="94" y="2143"/>
                  </a:cubicBezTo>
                  <a:cubicBezTo>
                    <a:pt x="62" y="2143"/>
                    <a:pt x="35" y="2135"/>
                    <a:pt x="18" y="2110"/>
                  </a:cubicBezTo>
                  <a:cubicBezTo>
                    <a:pt x="2" y="2086"/>
                    <a:pt x="0" y="2053"/>
                    <a:pt x="8" y="2015"/>
                  </a:cubicBezTo>
                  <a:cubicBezTo>
                    <a:pt x="32" y="1904"/>
                    <a:pt x="116" y="1889"/>
                    <a:pt x="148" y="1889"/>
                  </a:cubicBezTo>
                  <a:cubicBezTo>
                    <a:pt x="193" y="1889"/>
                    <a:pt x="241" y="1914"/>
                    <a:pt x="228" y="1980"/>
                  </a:cubicBezTo>
                  <a:lnTo>
                    <a:pt x="158" y="1980"/>
                  </a:lnTo>
                  <a:close/>
                  <a:moveTo>
                    <a:pt x="3764" y="1980"/>
                  </a:moveTo>
                  <a:cubicBezTo>
                    <a:pt x="3765" y="1971"/>
                    <a:pt x="3770" y="1935"/>
                    <a:pt x="3742" y="1935"/>
                  </a:cubicBezTo>
                  <a:cubicBezTo>
                    <a:pt x="3709" y="1935"/>
                    <a:pt x="3694" y="1986"/>
                    <a:pt x="3688" y="2012"/>
                  </a:cubicBezTo>
                  <a:cubicBezTo>
                    <a:pt x="3685" y="2026"/>
                    <a:pt x="3678" y="2069"/>
                    <a:pt x="3691" y="2087"/>
                  </a:cubicBezTo>
                  <a:cubicBezTo>
                    <a:pt x="3695" y="2094"/>
                    <a:pt x="3703" y="2095"/>
                    <a:pt x="3708" y="2095"/>
                  </a:cubicBezTo>
                  <a:cubicBezTo>
                    <a:pt x="3715" y="2095"/>
                    <a:pt x="3738" y="2092"/>
                    <a:pt x="3751" y="2048"/>
                  </a:cubicBezTo>
                  <a:cubicBezTo>
                    <a:pt x="3820" y="2048"/>
                    <a:pt x="3820" y="2048"/>
                    <a:pt x="3820" y="2048"/>
                  </a:cubicBezTo>
                  <a:cubicBezTo>
                    <a:pt x="3816" y="2067"/>
                    <a:pt x="3807" y="2097"/>
                    <a:pt x="3774" y="2120"/>
                  </a:cubicBezTo>
                  <a:cubicBezTo>
                    <a:pt x="3754" y="2135"/>
                    <a:pt x="3730" y="2143"/>
                    <a:pt x="3700" y="2143"/>
                  </a:cubicBezTo>
                  <a:cubicBezTo>
                    <a:pt x="3668" y="2143"/>
                    <a:pt x="3641" y="2135"/>
                    <a:pt x="3624" y="2110"/>
                  </a:cubicBezTo>
                  <a:cubicBezTo>
                    <a:pt x="3608" y="2086"/>
                    <a:pt x="3606" y="2053"/>
                    <a:pt x="3614" y="2015"/>
                  </a:cubicBezTo>
                  <a:cubicBezTo>
                    <a:pt x="3638" y="1904"/>
                    <a:pt x="3722" y="1889"/>
                    <a:pt x="3754" y="1889"/>
                  </a:cubicBezTo>
                  <a:cubicBezTo>
                    <a:pt x="3799" y="1889"/>
                    <a:pt x="3847" y="1914"/>
                    <a:pt x="3834" y="1980"/>
                  </a:cubicBezTo>
                  <a:lnTo>
                    <a:pt x="3764" y="1980"/>
                  </a:lnTo>
                  <a:close/>
                  <a:moveTo>
                    <a:pt x="4010" y="1888"/>
                  </a:moveTo>
                  <a:cubicBezTo>
                    <a:pt x="4098" y="1888"/>
                    <a:pt x="4123" y="1948"/>
                    <a:pt x="4109" y="2015"/>
                  </a:cubicBezTo>
                  <a:cubicBezTo>
                    <a:pt x="4094" y="2083"/>
                    <a:pt x="4042" y="2145"/>
                    <a:pt x="3954" y="2145"/>
                  </a:cubicBezTo>
                  <a:cubicBezTo>
                    <a:pt x="3884" y="2145"/>
                    <a:pt x="3839" y="2102"/>
                    <a:pt x="3857" y="2017"/>
                  </a:cubicBezTo>
                  <a:cubicBezTo>
                    <a:pt x="3870" y="1959"/>
                    <a:pt x="3914" y="1888"/>
                    <a:pt x="4010" y="1888"/>
                  </a:cubicBezTo>
                  <a:moveTo>
                    <a:pt x="3967" y="2095"/>
                  </a:moveTo>
                  <a:cubicBezTo>
                    <a:pt x="3998" y="2095"/>
                    <a:pt x="4023" y="2077"/>
                    <a:pt x="4037" y="2012"/>
                  </a:cubicBezTo>
                  <a:cubicBezTo>
                    <a:pt x="4044" y="1980"/>
                    <a:pt x="4047" y="1935"/>
                    <a:pt x="4000" y="1935"/>
                  </a:cubicBezTo>
                  <a:cubicBezTo>
                    <a:pt x="3948" y="1935"/>
                    <a:pt x="3935" y="1995"/>
                    <a:pt x="3930" y="2018"/>
                  </a:cubicBezTo>
                  <a:cubicBezTo>
                    <a:pt x="3918" y="2072"/>
                    <a:pt x="3932" y="2095"/>
                    <a:pt x="3967" y="2095"/>
                  </a:cubicBezTo>
                  <a:moveTo>
                    <a:pt x="4173" y="1939"/>
                  </a:moveTo>
                  <a:cubicBezTo>
                    <a:pt x="4176" y="1924"/>
                    <a:pt x="4178" y="1909"/>
                    <a:pt x="4180" y="1894"/>
                  </a:cubicBezTo>
                  <a:cubicBezTo>
                    <a:pt x="4248" y="1894"/>
                    <a:pt x="4248" y="1894"/>
                    <a:pt x="4248" y="1894"/>
                  </a:cubicBezTo>
                  <a:cubicBezTo>
                    <a:pt x="4245" y="1925"/>
                    <a:pt x="4245" y="1925"/>
                    <a:pt x="4245" y="1925"/>
                  </a:cubicBezTo>
                  <a:cubicBezTo>
                    <a:pt x="4254" y="1915"/>
                    <a:pt x="4279" y="1889"/>
                    <a:pt x="4327" y="1889"/>
                  </a:cubicBezTo>
                  <a:cubicBezTo>
                    <a:pt x="4383" y="1889"/>
                    <a:pt x="4392" y="1923"/>
                    <a:pt x="4394" y="1934"/>
                  </a:cubicBezTo>
                  <a:cubicBezTo>
                    <a:pt x="4423" y="1895"/>
                    <a:pt x="4456" y="1889"/>
                    <a:pt x="4481" y="1889"/>
                  </a:cubicBezTo>
                  <a:cubicBezTo>
                    <a:pt x="4530" y="1889"/>
                    <a:pt x="4544" y="1918"/>
                    <a:pt x="4547" y="1928"/>
                  </a:cubicBezTo>
                  <a:cubicBezTo>
                    <a:pt x="4555" y="1949"/>
                    <a:pt x="4548" y="1978"/>
                    <a:pt x="4544" y="1999"/>
                  </a:cubicBezTo>
                  <a:cubicBezTo>
                    <a:pt x="4515" y="2136"/>
                    <a:pt x="4515" y="2136"/>
                    <a:pt x="4515" y="2136"/>
                  </a:cubicBezTo>
                  <a:cubicBezTo>
                    <a:pt x="4443" y="2136"/>
                    <a:pt x="4443" y="2136"/>
                    <a:pt x="4443" y="2136"/>
                  </a:cubicBezTo>
                  <a:cubicBezTo>
                    <a:pt x="4473" y="1994"/>
                    <a:pt x="4473" y="1994"/>
                    <a:pt x="4473" y="1994"/>
                  </a:cubicBezTo>
                  <a:cubicBezTo>
                    <a:pt x="4479" y="1968"/>
                    <a:pt x="4481" y="1939"/>
                    <a:pt x="4444" y="1939"/>
                  </a:cubicBezTo>
                  <a:cubicBezTo>
                    <a:pt x="4401" y="1939"/>
                    <a:pt x="4392" y="1979"/>
                    <a:pt x="4385" y="2015"/>
                  </a:cubicBezTo>
                  <a:cubicBezTo>
                    <a:pt x="4358" y="2136"/>
                    <a:pt x="4358" y="2136"/>
                    <a:pt x="4358" y="2136"/>
                  </a:cubicBezTo>
                  <a:cubicBezTo>
                    <a:pt x="4286" y="2136"/>
                    <a:pt x="4286" y="2136"/>
                    <a:pt x="4286" y="2136"/>
                  </a:cubicBezTo>
                  <a:cubicBezTo>
                    <a:pt x="4318" y="1992"/>
                    <a:pt x="4318" y="1992"/>
                    <a:pt x="4318" y="1992"/>
                  </a:cubicBezTo>
                  <a:cubicBezTo>
                    <a:pt x="4321" y="1974"/>
                    <a:pt x="4328" y="1939"/>
                    <a:pt x="4289" y="1939"/>
                  </a:cubicBezTo>
                  <a:cubicBezTo>
                    <a:pt x="4244" y="1939"/>
                    <a:pt x="4236" y="1977"/>
                    <a:pt x="4232" y="1994"/>
                  </a:cubicBezTo>
                  <a:cubicBezTo>
                    <a:pt x="4202" y="2136"/>
                    <a:pt x="4202" y="2136"/>
                    <a:pt x="4202" y="2136"/>
                  </a:cubicBezTo>
                  <a:cubicBezTo>
                    <a:pt x="4131" y="2136"/>
                    <a:pt x="4131" y="2136"/>
                    <a:pt x="4131" y="2136"/>
                  </a:cubicBezTo>
                  <a:lnTo>
                    <a:pt x="4173" y="1939"/>
                  </a:lnTo>
                  <a:close/>
                  <a:moveTo>
                    <a:pt x="4694" y="1894"/>
                  </a:moveTo>
                  <a:cubicBezTo>
                    <a:pt x="4689" y="1928"/>
                    <a:pt x="4689" y="1928"/>
                    <a:pt x="4689" y="1928"/>
                  </a:cubicBezTo>
                  <a:cubicBezTo>
                    <a:pt x="4719" y="1889"/>
                    <a:pt x="4759" y="1889"/>
                    <a:pt x="4771" y="1889"/>
                  </a:cubicBezTo>
                  <a:cubicBezTo>
                    <a:pt x="4834" y="1889"/>
                    <a:pt x="4862" y="1936"/>
                    <a:pt x="4846" y="2010"/>
                  </a:cubicBezTo>
                  <a:cubicBezTo>
                    <a:pt x="4832" y="2079"/>
                    <a:pt x="4783" y="2140"/>
                    <a:pt x="4713" y="2140"/>
                  </a:cubicBezTo>
                  <a:cubicBezTo>
                    <a:pt x="4669" y="2140"/>
                    <a:pt x="4656" y="2117"/>
                    <a:pt x="4652" y="2109"/>
                  </a:cubicBezTo>
                  <a:cubicBezTo>
                    <a:pt x="4626" y="2229"/>
                    <a:pt x="4626" y="2229"/>
                    <a:pt x="4626" y="2229"/>
                  </a:cubicBezTo>
                  <a:cubicBezTo>
                    <a:pt x="4554" y="2229"/>
                    <a:pt x="4554" y="2229"/>
                    <a:pt x="4554" y="2229"/>
                  </a:cubicBezTo>
                  <a:cubicBezTo>
                    <a:pt x="4625" y="1894"/>
                    <a:pt x="4625" y="1894"/>
                    <a:pt x="4625" y="1894"/>
                  </a:cubicBezTo>
                  <a:lnTo>
                    <a:pt x="4694" y="1894"/>
                  </a:lnTo>
                  <a:close/>
                  <a:moveTo>
                    <a:pt x="4774" y="2013"/>
                  </a:moveTo>
                  <a:cubicBezTo>
                    <a:pt x="4780" y="1984"/>
                    <a:pt x="4783" y="1935"/>
                    <a:pt x="4741" y="1935"/>
                  </a:cubicBezTo>
                  <a:cubicBezTo>
                    <a:pt x="4718" y="1935"/>
                    <a:pt x="4682" y="1952"/>
                    <a:pt x="4668" y="2017"/>
                  </a:cubicBezTo>
                  <a:cubicBezTo>
                    <a:pt x="4665" y="2031"/>
                    <a:pt x="4652" y="2093"/>
                    <a:pt x="4705" y="2093"/>
                  </a:cubicBezTo>
                  <a:cubicBezTo>
                    <a:pt x="4738" y="2093"/>
                    <a:pt x="4763" y="2061"/>
                    <a:pt x="4774" y="2013"/>
                  </a:cubicBezTo>
                  <a:moveTo>
                    <a:pt x="4936" y="1789"/>
                  </a:moveTo>
                  <a:cubicBezTo>
                    <a:pt x="5007" y="1789"/>
                    <a:pt x="5007" y="1789"/>
                    <a:pt x="5007" y="1789"/>
                  </a:cubicBezTo>
                  <a:cubicBezTo>
                    <a:pt x="4933" y="2136"/>
                    <a:pt x="4933" y="2136"/>
                    <a:pt x="4933" y="2136"/>
                  </a:cubicBezTo>
                  <a:cubicBezTo>
                    <a:pt x="4862" y="2136"/>
                    <a:pt x="4862" y="2136"/>
                    <a:pt x="4862" y="2136"/>
                  </a:cubicBezTo>
                  <a:lnTo>
                    <a:pt x="4936" y="1789"/>
                  </a:lnTo>
                  <a:close/>
                  <a:moveTo>
                    <a:pt x="5068" y="2033"/>
                  </a:moveTo>
                  <a:cubicBezTo>
                    <a:pt x="5064" y="2049"/>
                    <a:pt x="5054" y="2098"/>
                    <a:pt x="5104" y="2098"/>
                  </a:cubicBezTo>
                  <a:cubicBezTo>
                    <a:pt x="5121" y="2098"/>
                    <a:pt x="5140" y="2091"/>
                    <a:pt x="5153" y="2064"/>
                  </a:cubicBezTo>
                  <a:cubicBezTo>
                    <a:pt x="5218" y="2064"/>
                    <a:pt x="5218" y="2064"/>
                    <a:pt x="5218" y="2064"/>
                  </a:cubicBezTo>
                  <a:cubicBezTo>
                    <a:pt x="5214" y="2076"/>
                    <a:pt x="5208" y="2097"/>
                    <a:pt x="5184" y="2117"/>
                  </a:cubicBezTo>
                  <a:cubicBezTo>
                    <a:pt x="5162" y="2136"/>
                    <a:pt x="5128" y="2145"/>
                    <a:pt x="5092" y="2145"/>
                  </a:cubicBezTo>
                  <a:cubicBezTo>
                    <a:pt x="5072" y="2145"/>
                    <a:pt x="5033" y="2142"/>
                    <a:pt x="5013" y="2115"/>
                  </a:cubicBezTo>
                  <a:cubicBezTo>
                    <a:pt x="4996" y="2092"/>
                    <a:pt x="4994" y="2060"/>
                    <a:pt x="5002" y="2021"/>
                  </a:cubicBezTo>
                  <a:cubicBezTo>
                    <a:pt x="5011" y="1981"/>
                    <a:pt x="5030" y="1934"/>
                    <a:pt x="5077" y="1906"/>
                  </a:cubicBezTo>
                  <a:cubicBezTo>
                    <a:pt x="5099" y="1893"/>
                    <a:pt x="5123" y="1886"/>
                    <a:pt x="5150" y="1886"/>
                  </a:cubicBezTo>
                  <a:cubicBezTo>
                    <a:pt x="5184" y="1886"/>
                    <a:pt x="5222" y="1899"/>
                    <a:pt x="5235" y="1944"/>
                  </a:cubicBezTo>
                  <a:cubicBezTo>
                    <a:pt x="5244" y="1977"/>
                    <a:pt x="5236" y="2013"/>
                    <a:pt x="5231" y="2033"/>
                  </a:cubicBezTo>
                  <a:lnTo>
                    <a:pt x="5068" y="2033"/>
                  </a:lnTo>
                  <a:close/>
                  <a:moveTo>
                    <a:pt x="5167" y="1988"/>
                  </a:moveTo>
                  <a:cubicBezTo>
                    <a:pt x="5170" y="1977"/>
                    <a:pt x="5178" y="1934"/>
                    <a:pt x="5137" y="1934"/>
                  </a:cubicBezTo>
                  <a:cubicBezTo>
                    <a:pt x="5105" y="1934"/>
                    <a:pt x="5087" y="1960"/>
                    <a:pt x="5080" y="1988"/>
                  </a:cubicBezTo>
                  <a:lnTo>
                    <a:pt x="5167" y="1988"/>
                  </a:lnTo>
                  <a:close/>
                  <a:moveTo>
                    <a:pt x="5353" y="1894"/>
                  </a:moveTo>
                  <a:cubicBezTo>
                    <a:pt x="5382" y="1973"/>
                    <a:pt x="5382" y="1973"/>
                    <a:pt x="5382" y="1973"/>
                  </a:cubicBezTo>
                  <a:cubicBezTo>
                    <a:pt x="5447" y="1894"/>
                    <a:pt x="5447" y="1894"/>
                    <a:pt x="5447" y="1894"/>
                  </a:cubicBezTo>
                  <a:cubicBezTo>
                    <a:pt x="5520" y="1894"/>
                    <a:pt x="5520" y="1894"/>
                    <a:pt x="5520" y="1894"/>
                  </a:cubicBezTo>
                  <a:cubicBezTo>
                    <a:pt x="5417" y="2012"/>
                    <a:pt x="5417" y="2012"/>
                    <a:pt x="5417" y="2012"/>
                  </a:cubicBezTo>
                  <a:cubicBezTo>
                    <a:pt x="5471" y="2136"/>
                    <a:pt x="5471" y="2136"/>
                    <a:pt x="5471" y="2136"/>
                  </a:cubicBezTo>
                  <a:cubicBezTo>
                    <a:pt x="5388" y="2136"/>
                    <a:pt x="5388" y="2136"/>
                    <a:pt x="5388" y="2136"/>
                  </a:cubicBezTo>
                  <a:cubicBezTo>
                    <a:pt x="5357" y="2047"/>
                    <a:pt x="5357" y="2047"/>
                    <a:pt x="5357" y="2047"/>
                  </a:cubicBezTo>
                  <a:cubicBezTo>
                    <a:pt x="5289" y="2136"/>
                    <a:pt x="5289" y="2136"/>
                    <a:pt x="5289" y="2136"/>
                  </a:cubicBezTo>
                  <a:cubicBezTo>
                    <a:pt x="5214" y="2136"/>
                    <a:pt x="5214" y="2136"/>
                    <a:pt x="5214" y="2136"/>
                  </a:cubicBezTo>
                  <a:cubicBezTo>
                    <a:pt x="5323" y="2006"/>
                    <a:pt x="5323" y="2006"/>
                    <a:pt x="5323" y="2006"/>
                  </a:cubicBezTo>
                  <a:cubicBezTo>
                    <a:pt x="5269" y="1894"/>
                    <a:pt x="5269" y="1894"/>
                    <a:pt x="5269" y="1894"/>
                  </a:cubicBezTo>
                  <a:lnTo>
                    <a:pt x="5353" y="1894"/>
                  </a:lnTo>
                  <a:close/>
                  <a:moveTo>
                    <a:pt x="5553" y="1893"/>
                  </a:moveTo>
                  <a:cubicBezTo>
                    <a:pt x="5625" y="1893"/>
                    <a:pt x="5625" y="1893"/>
                    <a:pt x="5625" y="1893"/>
                  </a:cubicBezTo>
                  <a:cubicBezTo>
                    <a:pt x="5573" y="2136"/>
                    <a:pt x="5573" y="2136"/>
                    <a:pt x="5573" y="2136"/>
                  </a:cubicBezTo>
                  <a:cubicBezTo>
                    <a:pt x="5501" y="2136"/>
                    <a:pt x="5501" y="2136"/>
                    <a:pt x="5501" y="2136"/>
                  </a:cubicBezTo>
                  <a:lnTo>
                    <a:pt x="5553" y="1893"/>
                  </a:lnTo>
                  <a:close/>
                  <a:moveTo>
                    <a:pt x="5573" y="1790"/>
                  </a:moveTo>
                  <a:cubicBezTo>
                    <a:pt x="5648" y="1790"/>
                    <a:pt x="5648" y="1790"/>
                    <a:pt x="5648" y="1790"/>
                  </a:cubicBezTo>
                  <a:cubicBezTo>
                    <a:pt x="5636" y="1851"/>
                    <a:pt x="5636" y="1851"/>
                    <a:pt x="5636" y="1851"/>
                  </a:cubicBezTo>
                  <a:cubicBezTo>
                    <a:pt x="5560" y="1851"/>
                    <a:pt x="5560" y="1851"/>
                    <a:pt x="5560" y="1851"/>
                  </a:cubicBezTo>
                  <a:lnTo>
                    <a:pt x="5573" y="1790"/>
                  </a:lnTo>
                  <a:close/>
                  <a:moveTo>
                    <a:pt x="5775" y="2133"/>
                  </a:moveTo>
                  <a:cubicBezTo>
                    <a:pt x="5752" y="2139"/>
                    <a:pt x="5730" y="2141"/>
                    <a:pt x="5719" y="2141"/>
                  </a:cubicBezTo>
                  <a:cubicBezTo>
                    <a:pt x="5647" y="2141"/>
                    <a:pt x="5657" y="2095"/>
                    <a:pt x="5662" y="2075"/>
                  </a:cubicBezTo>
                  <a:cubicBezTo>
                    <a:pt x="5689" y="1942"/>
                    <a:pt x="5689" y="1942"/>
                    <a:pt x="5689" y="1942"/>
                  </a:cubicBezTo>
                  <a:cubicBezTo>
                    <a:pt x="5643" y="1942"/>
                    <a:pt x="5643" y="1942"/>
                    <a:pt x="5643" y="1942"/>
                  </a:cubicBezTo>
                  <a:cubicBezTo>
                    <a:pt x="5653" y="1895"/>
                    <a:pt x="5653" y="1895"/>
                    <a:pt x="5653" y="1895"/>
                  </a:cubicBezTo>
                  <a:cubicBezTo>
                    <a:pt x="5700" y="1895"/>
                    <a:pt x="5700" y="1895"/>
                    <a:pt x="5700" y="1895"/>
                  </a:cubicBezTo>
                  <a:cubicBezTo>
                    <a:pt x="5710" y="1848"/>
                    <a:pt x="5710" y="1848"/>
                    <a:pt x="5710" y="1848"/>
                  </a:cubicBezTo>
                  <a:cubicBezTo>
                    <a:pt x="5786" y="1822"/>
                    <a:pt x="5786" y="1822"/>
                    <a:pt x="5786" y="1822"/>
                  </a:cubicBezTo>
                  <a:cubicBezTo>
                    <a:pt x="5770" y="1895"/>
                    <a:pt x="5770" y="1895"/>
                    <a:pt x="5770" y="1895"/>
                  </a:cubicBezTo>
                  <a:cubicBezTo>
                    <a:pt x="5828" y="1895"/>
                    <a:pt x="5828" y="1895"/>
                    <a:pt x="5828" y="1895"/>
                  </a:cubicBezTo>
                  <a:cubicBezTo>
                    <a:pt x="5818" y="1942"/>
                    <a:pt x="5818" y="1942"/>
                    <a:pt x="5818" y="1942"/>
                  </a:cubicBezTo>
                  <a:cubicBezTo>
                    <a:pt x="5760" y="1942"/>
                    <a:pt x="5760" y="1942"/>
                    <a:pt x="5760" y="1942"/>
                  </a:cubicBezTo>
                  <a:cubicBezTo>
                    <a:pt x="5736" y="2052"/>
                    <a:pt x="5736" y="2052"/>
                    <a:pt x="5736" y="2052"/>
                  </a:cubicBezTo>
                  <a:cubicBezTo>
                    <a:pt x="5733" y="2074"/>
                    <a:pt x="5729" y="2088"/>
                    <a:pt x="5761" y="2088"/>
                  </a:cubicBezTo>
                  <a:cubicBezTo>
                    <a:pt x="5772" y="2088"/>
                    <a:pt x="5777" y="2087"/>
                    <a:pt x="5786" y="2086"/>
                  </a:cubicBezTo>
                  <a:lnTo>
                    <a:pt x="5775" y="2133"/>
                  </a:lnTo>
                  <a:close/>
                  <a:moveTo>
                    <a:pt x="5921" y="1894"/>
                  </a:moveTo>
                  <a:cubicBezTo>
                    <a:pt x="5939" y="2062"/>
                    <a:pt x="5939" y="2062"/>
                    <a:pt x="5939" y="2062"/>
                  </a:cubicBezTo>
                  <a:cubicBezTo>
                    <a:pt x="6028" y="1894"/>
                    <a:pt x="6028" y="1894"/>
                    <a:pt x="6028" y="1894"/>
                  </a:cubicBezTo>
                  <a:cubicBezTo>
                    <a:pt x="6099" y="1894"/>
                    <a:pt x="6099" y="1894"/>
                    <a:pt x="6099" y="1894"/>
                  </a:cubicBezTo>
                  <a:cubicBezTo>
                    <a:pt x="5957" y="2132"/>
                    <a:pt x="5957" y="2132"/>
                    <a:pt x="5957" y="2132"/>
                  </a:cubicBezTo>
                  <a:cubicBezTo>
                    <a:pt x="5907" y="2229"/>
                    <a:pt x="5907" y="2229"/>
                    <a:pt x="5907" y="2229"/>
                  </a:cubicBezTo>
                  <a:cubicBezTo>
                    <a:pt x="5835" y="2229"/>
                    <a:pt x="5835" y="2229"/>
                    <a:pt x="5835" y="2229"/>
                  </a:cubicBezTo>
                  <a:cubicBezTo>
                    <a:pt x="5886" y="2137"/>
                    <a:pt x="5886" y="2137"/>
                    <a:pt x="5886" y="2137"/>
                  </a:cubicBezTo>
                  <a:cubicBezTo>
                    <a:pt x="5844" y="1894"/>
                    <a:pt x="5844" y="1894"/>
                    <a:pt x="5844" y="1894"/>
                  </a:cubicBezTo>
                  <a:lnTo>
                    <a:pt x="5921" y="1894"/>
                  </a:ln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sp>
          <p:nvSpPr>
            <p:cNvPr id="15" name="Freeform 15"/>
            <p:cNvSpPr>
              <a:spLocks noEditPoints="1"/>
            </p:cNvSpPr>
            <p:nvPr userDrawn="1"/>
          </p:nvSpPr>
          <p:spPr bwMode="auto">
            <a:xfrm>
              <a:off x="-2592388" y="0"/>
              <a:ext cx="2592388" cy="1530350"/>
            </a:xfrm>
            <a:custGeom>
              <a:avLst/>
              <a:gdLst/>
              <a:ahLst/>
              <a:cxnLst>
                <a:cxn ang="0">
                  <a:pos x="176" y="248"/>
                </a:cxn>
                <a:cxn ang="0">
                  <a:pos x="0" y="248"/>
                </a:cxn>
                <a:cxn ang="0">
                  <a:pos x="0" y="0"/>
                </a:cxn>
                <a:cxn ang="0">
                  <a:pos x="176" y="0"/>
                </a:cxn>
                <a:cxn ang="0">
                  <a:pos x="176" y="248"/>
                </a:cxn>
                <a:cxn ang="0">
                  <a:pos x="176" y="716"/>
                </a:cxn>
                <a:cxn ang="0">
                  <a:pos x="0" y="716"/>
                </a:cxn>
                <a:cxn ang="0">
                  <a:pos x="0" y="964"/>
                </a:cxn>
                <a:cxn ang="0">
                  <a:pos x="176" y="964"/>
                </a:cxn>
                <a:cxn ang="0">
                  <a:pos x="176" y="716"/>
                </a:cxn>
                <a:cxn ang="0">
                  <a:pos x="1633" y="0"/>
                </a:cxn>
                <a:cxn ang="0">
                  <a:pos x="1457" y="0"/>
                </a:cxn>
                <a:cxn ang="0">
                  <a:pos x="1457" y="248"/>
                </a:cxn>
                <a:cxn ang="0">
                  <a:pos x="1633" y="248"/>
                </a:cxn>
                <a:cxn ang="0">
                  <a:pos x="1633" y="0"/>
                </a:cxn>
                <a:cxn ang="0">
                  <a:pos x="1633" y="716"/>
                </a:cxn>
                <a:cxn ang="0">
                  <a:pos x="1457" y="716"/>
                </a:cxn>
                <a:cxn ang="0">
                  <a:pos x="1457" y="964"/>
                </a:cxn>
                <a:cxn ang="0">
                  <a:pos x="1633" y="964"/>
                </a:cxn>
                <a:cxn ang="0">
                  <a:pos x="1633" y="716"/>
                </a:cxn>
              </a:cxnLst>
              <a:rect l="0" t="0" r="r" b="b"/>
              <a:pathLst>
                <a:path w="1633" h="964">
                  <a:moveTo>
                    <a:pt x="176" y="248"/>
                  </a:moveTo>
                  <a:lnTo>
                    <a:pt x="0" y="248"/>
                  </a:lnTo>
                  <a:lnTo>
                    <a:pt x="0" y="0"/>
                  </a:lnTo>
                  <a:lnTo>
                    <a:pt x="176" y="0"/>
                  </a:lnTo>
                  <a:lnTo>
                    <a:pt x="176" y="248"/>
                  </a:lnTo>
                  <a:close/>
                  <a:moveTo>
                    <a:pt x="176" y="716"/>
                  </a:moveTo>
                  <a:lnTo>
                    <a:pt x="0" y="716"/>
                  </a:lnTo>
                  <a:lnTo>
                    <a:pt x="0" y="964"/>
                  </a:lnTo>
                  <a:lnTo>
                    <a:pt x="176" y="964"/>
                  </a:lnTo>
                  <a:lnTo>
                    <a:pt x="176" y="716"/>
                  </a:lnTo>
                  <a:close/>
                  <a:moveTo>
                    <a:pt x="1633" y="0"/>
                  </a:moveTo>
                  <a:lnTo>
                    <a:pt x="1457" y="0"/>
                  </a:lnTo>
                  <a:lnTo>
                    <a:pt x="1457" y="248"/>
                  </a:lnTo>
                  <a:lnTo>
                    <a:pt x="1633" y="248"/>
                  </a:lnTo>
                  <a:lnTo>
                    <a:pt x="1633" y="0"/>
                  </a:lnTo>
                  <a:close/>
                  <a:moveTo>
                    <a:pt x="1633" y="716"/>
                  </a:moveTo>
                  <a:lnTo>
                    <a:pt x="1457" y="716"/>
                  </a:lnTo>
                  <a:lnTo>
                    <a:pt x="1457" y="964"/>
                  </a:lnTo>
                  <a:lnTo>
                    <a:pt x="1633" y="964"/>
                  </a:lnTo>
                  <a:lnTo>
                    <a:pt x="1633" y="716"/>
                  </a:ln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grpSp>
    </p:spTree>
    <p:extLst>
      <p:ext uri="{BB962C8B-B14F-4D97-AF65-F5344CB8AC3E}">
        <p14:creationId xmlns:p14="http://schemas.microsoft.com/office/powerpoint/2010/main" val="35101358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Title Slide 2">
    <p:spTree>
      <p:nvGrpSpPr>
        <p:cNvPr id="1" name=""/>
        <p:cNvGrpSpPr/>
        <p:nvPr/>
      </p:nvGrpSpPr>
      <p:grpSpPr>
        <a:xfrm>
          <a:off x="0" y="0"/>
          <a:ext cx="0" cy="0"/>
          <a:chOff x="0" y="0"/>
          <a:chExt cx="0" cy="0"/>
        </a:xfrm>
      </p:grpSpPr>
      <p:pic>
        <p:nvPicPr>
          <p:cNvPr id="10" name="Picture 4" descr="https://clients.amr.kworld.kpmg.com/mm/thumbnail/160886959,F7A789E9F09A68D688E"/>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9" name="Freeform 12"/>
          <p:cNvSpPr>
            <a:spLocks noChangeAspect="1"/>
          </p:cNvSpPr>
          <p:nvPr/>
        </p:nvSpPr>
        <p:spPr bwMode="gray">
          <a:xfrm>
            <a:off x="0" y="0"/>
            <a:ext cx="6858000" cy="6858000"/>
          </a:xfrm>
          <a:custGeom>
            <a:avLst/>
            <a:gdLst/>
            <a:ahLst/>
            <a:cxnLst>
              <a:cxn ang="0">
                <a:pos x="24671" y="0"/>
              </a:cxn>
              <a:cxn ang="0">
                <a:pos x="0" y="0"/>
              </a:cxn>
              <a:cxn ang="0">
                <a:pos x="0" y="27539"/>
              </a:cxn>
              <a:cxn ang="0">
                <a:pos x="16529" y="27539"/>
              </a:cxn>
              <a:cxn ang="0">
                <a:pos x="24671" y="0"/>
              </a:cxn>
            </a:cxnLst>
            <a:rect l="0" t="0" r="r" b="b"/>
            <a:pathLst>
              <a:path w="24671" h="27539">
                <a:moveTo>
                  <a:pt x="24671" y="0"/>
                </a:moveTo>
                <a:lnTo>
                  <a:pt x="0" y="0"/>
                </a:lnTo>
                <a:lnTo>
                  <a:pt x="0" y="27539"/>
                </a:lnTo>
                <a:lnTo>
                  <a:pt x="16529" y="27539"/>
                </a:lnTo>
                <a:lnTo>
                  <a:pt x="24671"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6" name="Title 9"/>
          <p:cNvSpPr>
            <a:spLocks noGrp="1"/>
          </p:cNvSpPr>
          <p:nvPr>
            <p:ph type="title"/>
          </p:nvPr>
        </p:nvSpPr>
        <p:spPr bwMode="gray">
          <a:xfrm>
            <a:off x="324000" y="1556792"/>
            <a:ext cx="3461923" cy="2016224"/>
          </a:xfrm>
          <a:noFill/>
          <a:ln w="9525">
            <a:noFill/>
            <a:miter lim="800000"/>
            <a:headEnd/>
            <a:tailEnd/>
          </a:ln>
        </p:spPr>
        <p:txBody>
          <a:bodyPr vert="horz" wrap="square" lIns="0" tIns="0" rIns="0" bIns="0" numCol="1" anchor="t" anchorCtr="0" compatLnSpc="1">
            <a:prstTxWarp prst="textNoShape">
              <a:avLst/>
            </a:prstTxWarp>
            <a:normAutofit/>
          </a:bodyPr>
          <a:lstStyle>
            <a:lvl1pPr algn="l" rtl="0" eaLnBrk="1" fontAlgn="base" hangingPunct="1">
              <a:spcBef>
                <a:spcPct val="40000"/>
              </a:spcBef>
              <a:spcAft>
                <a:spcPct val="0"/>
              </a:spcAft>
              <a:defRPr lang="en-GB" sz="3000" b="1" dirty="0" smtClean="0">
                <a:solidFill>
                  <a:schemeClr val="bg1"/>
                </a:solidFill>
                <a:latin typeface="+mj-lt"/>
                <a:ea typeface="+mj-ea"/>
                <a:cs typeface="+mj-cs"/>
              </a:defRPr>
            </a:lvl1pPr>
            <a:lvl2pPr>
              <a:defRPr lang="en-GB" sz="3000" b="1" dirty="0">
                <a:solidFill>
                  <a:schemeClr val="bg1"/>
                </a:solidFill>
                <a:latin typeface="+mj-lt"/>
              </a:defRPr>
            </a:lvl2pPr>
            <a:lvl3pPr>
              <a:defRPr lang="en-GB" sz="3000" b="1" dirty="0">
                <a:solidFill>
                  <a:schemeClr val="bg1"/>
                </a:solidFill>
                <a:latin typeface="+mj-lt"/>
              </a:defRPr>
            </a:lvl3pPr>
            <a:lvl4pPr>
              <a:defRPr lang="en-GB" sz="3000" b="1" dirty="0">
                <a:solidFill>
                  <a:schemeClr val="bg1"/>
                </a:solidFill>
                <a:latin typeface="+mj-lt"/>
              </a:defRPr>
            </a:lvl4pPr>
            <a:lvl5pPr>
              <a:defRPr lang="en-GB" sz="3000" b="1" dirty="0">
                <a:solidFill>
                  <a:schemeClr val="bg1"/>
                </a:solidFill>
                <a:latin typeface="+mj-lt"/>
              </a:defRPr>
            </a:lvl5pPr>
            <a:lvl6pPr>
              <a:defRPr lang="en-GB" sz="3000" b="1" dirty="0">
                <a:solidFill>
                  <a:schemeClr val="bg1"/>
                </a:solidFill>
                <a:latin typeface="+mj-lt"/>
              </a:defRPr>
            </a:lvl6pPr>
            <a:lvl7pPr>
              <a:defRPr lang="en-GB" sz="3000" b="1" dirty="0">
                <a:solidFill>
                  <a:schemeClr val="bg1"/>
                </a:solidFill>
                <a:latin typeface="+mj-lt"/>
              </a:defRPr>
            </a:lvl7pPr>
            <a:lvl8pPr>
              <a:defRPr lang="en-GB" sz="3000" b="1" dirty="0">
                <a:solidFill>
                  <a:schemeClr val="bg1"/>
                </a:solidFill>
                <a:latin typeface="+mj-lt"/>
              </a:defRPr>
            </a:lvl8pPr>
            <a:lvl9pPr>
              <a:defRPr sz="3000">
                <a:solidFill>
                  <a:schemeClr val="bg1"/>
                </a:solidFill>
              </a:defRPr>
            </a:lvl9pPr>
          </a:lstStyle>
          <a:p>
            <a:pPr lvl="0"/>
            <a:r>
              <a:rPr lang="en-US" dirty="0"/>
              <a:t>Click to edit Master title style</a:t>
            </a:r>
            <a:endParaRPr lang="en-GB" dirty="0"/>
          </a:p>
        </p:txBody>
      </p:sp>
      <p:sp>
        <p:nvSpPr>
          <p:cNvPr id="7" name="Text Placeholder 16"/>
          <p:cNvSpPr>
            <a:spLocks noGrp="1"/>
          </p:cNvSpPr>
          <p:nvPr>
            <p:ph type="body" sz="quarter" idx="10"/>
          </p:nvPr>
        </p:nvSpPr>
        <p:spPr bwMode="gray">
          <a:xfrm>
            <a:off x="324000" y="3789040"/>
            <a:ext cx="3029875" cy="1079823"/>
          </a:xfrm>
          <a:noFill/>
          <a:ln w="9525">
            <a:noFill/>
            <a:miter lim="800000"/>
            <a:headEnd/>
            <a:tailEnd/>
          </a:ln>
        </p:spPr>
        <p:txBody>
          <a:bodyPr vert="horz" wrap="square" lIns="0" tIns="0" rIns="0" bIns="0" numCol="1" anchor="t" anchorCtr="0" compatLnSpc="1">
            <a:prstTxWarp prst="textNoShape">
              <a:avLst/>
            </a:prstTxWarp>
            <a:normAutofit/>
          </a:bodyPr>
          <a:lstStyle>
            <a:lvl1pPr marL="0" indent="0" algn="l" rtl="0" eaLnBrk="1" fontAlgn="base" hangingPunct="1">
              <a:lnSpc>
                <a:spcPct val="110000"/>
              </a:lnSpc>
              <a:spcBef>
                <a:spcPts val="600"/>
              </a:spcBef>
              <a:spcAft>
                <a:spcPct val="0"/>
              </a:spcAft>
              <a:defRPr lang="en-US" sz="1200" b="0" dirty="0" smtClean="0">
                <a:solidFill>
                  <a:schemeClr val="bg1"/>
                </a:solidFill>
                <a:latin typeface="+mn-lt"/>
                <a:ea typeface="+mn-ea"/>
                <a:cs typeface="+mn-cs"/>
              </a:defRPr>
            </a:lvl1pPr>
            <a:lvl2pPr>
              <a:defRPr lang="en-US" sz="1200" b="0" kern="1200" noProof="0" dirty="0" smtClean="0">
                <a:solidFill>
                  <a:schemeClr val="bg1"/>
                </a:solidFill>
                <a:latin typeface="+mn-lt"/>
                <a:ea typeface="+mn-ea"/>
                <a:cs typeface="+mn-cs"/>
              </a:defRPr>
            </a:lvl2pPr>
            <a:lvl3pPr>
              <a:defRPr lang="en-US" sz="1200" b="0" kern="1200" noProof="0" dirty="0" smtClean="0">
                <a:solidFill>
                  <a:schemeClr val="bg1"/>
                </a:solidFill>
                <a:latin typeface="+mn-lt"/>
                <a:ea typeface="+mn-ea"/>
                <a:cs typeface="+mn-cs"/>
              </a:defRPr>
            </a:lvl3pPr>
            <a:lvl4pPr>
              <a:defRPr lang="en-US" sz="1200" b="0" kern="1200" noProof="0" dirty="0" smtClean="0">
                <a:solidFill>
                  <a:schemeClr val="bg1"/>
                </a:solidFill>
                <a:latin typeface="+mn-lt"/>
                <a:ea typeface="+mn-ea"/>
                <a:cs typeface="+mn-cs"/>
              </a:defRPr>
            </a:lvl4pPr>
            <a:lvl5pPr>
              <a:defRPr lang="en-US" sz="1200" b="0" kern="1200" noProof="0" dirty="0" smtClean="0">
                <a:solidFill>
                  <a:schemeClr val="bg1"/>
                </a:solidFill>
                <a:latin typeface="+mn-lt"/>
                <a:ea typeface="+mn-ea"/>
                <a:cs typeface="+mn-cs"/>
              </a:defRPr>
            </a:lvl5pPr>
            <a:lvl6pPr>
              <a:defRPr lang="en-US" sz="1200" b="0" kern="1200" noProof="0" dirty="0" smtClean="0">
                <a:solidFill>
                  <a:schemeClr val="bg1"/>
                </a:solidFill>
                <a:latin typeface="+mn-lt"/>
                <a:ea typeface="+mn-ea"/>
                <a:cs typeface="+mn-cs"/>
              </a:defRPr>
            </a:lvl6pPr>
            <a:lvl7pPr>
              <a:defRPr lang="en-US" sz="1200" b="0" kern="1200" noProof="0" dirty="0" smtClean="0">
                <a:solidFill>
                  <a:schemeClr val="bg1"/>
                </a:solidFill>
                <a:latin typeface="+mn-lt"/>
                <a:ea typeface="+mn-ea"/>
                <a:cs typeface="+mn-cs"/>
              </a:defRPr>
            </a:lvl7pPr>
            <a:lvl8pPr>
              <a:defRPr lang="en-US" sz="1200" b="0" kern="1200" noProof="0" dirty="0" smtClean="0">
                <a:solidFill>
                  <a:schemeClr val="bg1"/>
                </a:solidFill>
                <a:latin typeface="+mn-lt"/>
                <a:ea typeface="+mn-ea"/>
                <a:cs typeface="+mn-cs"/>
              </a:defRPr>
            </a:lvl8pPr>
            <a:lvl9pPr>
              <a:defRPr lang="en-US" sz="1200" b="0" kern="1200" noProof="0" dirty="0" smtClean="0">
                <a:solidFill>
                  <a:schemeClr val="bg1"/>
                </a:solidFill>
                <a:latin typeface="+mn-lt"/>
                <a:ea typeface="+mn-ea"/>
                <a:cs typeface="+mn-cs"/>
              </a:defRPr>
            </a:lvl9pPr>
          </a:lstStyle>
          <a:p>
            <a:pPr lvl="0"/>
            <a:r>
              <a:rPr lang="en-US" dirty="0"/>
              <a:t>Click to edit Master text styles</a:t>
            </a:r>
          </a:p>
        </p:txBody>
      </p:sp>
      <p:grpSp>
        <p:nvGrpSpPr>
          <p:cNvPr id="2" name="Group 11"/>
          <p:cNvGrpSpPr>
            <a:grpSpLocks noChangeAspect="1"/>
          </p:cNvGrpSpPr>
          <p:nvPr/>
        </p:nvGrpSpPr>
        <p:grpSpPr>
          <a:xfrm>
            <a:off x="128464" y="0"/>
            <a:ext cx="2592388" cy="1530350"/>
            <a:chOff x="-2592388" y="0"/>
            <a:chExt cx="2592388" cy="1530350"/>
          </a:xfrm>
          <a:solidFill>
            <a:schemeClr val="bg1"/>
          </a:solidFill>
        </p:grpSpPr>
        <p:sp>
          <p:nvSpPr>
            <p:cNvPr id="13" name="Freeform 14"/>
            <p:cNvSpPr>
              <a:spLocks noEditPoints="1"/>
            </p:cNvSpPr>
            <p:nvPr userDrawn="1"/>
          </p:nvSpPr>
          <p:spPr bwMode="auto">
            <a:xfrm>
              <a:off x="-2384425" y="393700"/>
              <a:ext cx="2119313" cy="776288"/>
            </a:xfrm>
            <a:custGeom>
              <a:avLst/>
              <a:gdLst/>
              <a:ahLst/>
              <a:cxnLst>
                <a:cxn ang="0">
                  <a:pos x="2851" y="1035"/>
                </a:cxn>
                <a:cxn ang="0">
                  <a:pos x="3588" y="28"/>
                </a:cxn>
                <a:cxn ang="0">
                  <a:pos x="2718" y="826"/>
                </a:cxn>
                <a:cxn ang="0">
                  <a:pos x="1973" y="28"/>
                </a:cxn>
                <a:cxn ang="0">
                  <a:pos x="1663" y="659"/>
                </a:cxn>
                <a:cxn ang="0">
                  <a:pos x="1850" y="28"/>
                </a:cxn>
                <a:cxn ang="0">
                  <a:pos x="1165" y="1000"/>
                </a:cxn>
                <a:cxn ang="0">
                  <a:pos x="1334" y="806"/>
                </a:cxn>
                <a:cxn ang="0">
                  <a:pos x="479" y="1047"/>
                </a:cxn>
                <a:cxn ang="0">
                  <a:pos x="980" y="699"/>
                </a:cxn>
                <a:cxn ang="0">
                  <a:pos x="2747" y="0"/>
                </a:cxn>
                <a:cxn ang="0">
                  <a:pos x="1009" y="0"/>
                </a:cxn>
                <a:cxn ang="0">
                  <a:pos x="665" y="1435"/>
                </a:cxn>
                <a:cxn ang="0">
                  <a:pos x="1150" y="1133"/>
                </a:cxn>
                <a:cxn ang="0">
                  <a:pos x="1980" y="1434"/>
                </a:cxn>
                <a:cxn ang="0">
                  <a:pos x="2963" y="1451"/>
                </a:cxn>
                <a:cxn ang="0">
                  <a:pos x="348" y="2092"/>
                </a:cxn>
                <a:cxn ang="0">
                  <a:pos x="395" y="2104"/>
                </a:cxn>
                <a:cxn ang="0">
                  <a:pos x="880" y="1895"/>
                </a:cxn>
                <a:cxn ang="0">
                  <a:pos x="584" y="1895"/>
                </a:cxn>
                <a:cxn ang="0">
                  <a:pos x="645" y="2088"/>
                </a:cxn>
                <a:cxn ang="0">
                  <a:pos x="813" y="2088"/>
                </a:cxn>
                <a:cxn ang="0">
                  <a:pos x="935" y="1790"/>
                </a:cxn>
                <a:cxn ang="0">
                  <a:pos x="1104" y="1929"/>
                </a:cxn>
                <a:cxn ang="0">
                  <a:pos x="1151" y="1938"/>
                </a:cxn>
                <a:cxn ang="0">
                  <a:pos x="1504" y="2134"/>
                </a:cxn>
                <a:cxn ang="0">
                  <a:pos x="1370" y="2132"/>
                </a:cxn>
                <a:cxn ang="0">
                  <a:pos x="1428" y="1940"/>
                </a:cxn>
                <a:cxn ang="0">
                  <a:pos x="1719" y="1895"/>
                </a:cxn>
                <a:cxn ang="0">
                  <a:pos x="1803" y="2052"/>
                </a:cxn>
                <a:cxn ang="0">
                  <a:pos x="2137" y="1923"/>
                </a:cxn>
                <a:cxn ang="0">
                  <a:pos x="1881" y="2136"/>
                </a:cxn>
                <a:cxn ang="0">
                  <a:pos x="2253" y="2017"/>
                </a:cxn>
                <a:cxn ang="0">
                  <a:pos x="2503" y="1888"/>
                </a:cxn>
                <a:cxn ang="0">
                  <a:pos x="2740" y="2092"/>
                </a:cxn>
                <a:cxn ang="0">
                  <a:pos x="2787" y="2104"/>
                </a:cxn>
                <a:cxn ang="0">
                  <a:pos x="3126" y="2134"/>
                </a:cxn>
                <a:cxn ang="0">
                  <a:pos x="2992" y="2132"/>
                </a:cxn>
                <a:cxn ang="0">
                  <a:pos x="3051" y="1940"/>
                </a:cxn>
                <a:cxn ang="0">
                  <a:pos x="3441" y="1989"/>
                </a:cxn>
                <a:cxn ang="0">
                  <a:pos x="3257" y="1790"/>
                </a:cxn>
                <a:cxn ang="0">
                  <a:pos x="168" y="2120"/>
                </a:cxn>
                <a:cxn ang="0">
                  <a:pos x="3742" y="1935"/>
                </a:cxn>
                <a:cxn ang="0">
                  <a:pos x="3624" y="2110"/>
                </a:cxn>
                <a:cxn ang="0">
                  <a:pos x="3857" y="2017"/>
                </a:cxn>
                <a:cxn ang="0">
                  <a:pos x="4180" y="1894"/>
                </a:cxn>
                <a:cxn ang="0">
                  <a:pos x="4515" y="2136"/>
                </a:cxn>
                <a:cxn ang="0">
                  <a:pos x="4289" y="1939"/>
                </a:cxn>
                <a:cxn ang="0">
                  <a:pos x="4846" y="2010"/>
                </a:cxn>
                <a:cxn ang="0">
                  <a:pos x="4741" y="1935"/>
                </a:cxn>
                <a:cxn ang="0">
                  <a:pos x="4936" y="1789"/>
                </a:cxn>
                <a:cxn ang="0">
                  <a:pos x="5002" y="2021"/>
                </a:cxn>
                <a:cxn ang="0">
                  <a:pos x="5080" y="1988"/>
                </a:cxn>
                <a:cxn ang="0">
                  <a:pos x="5388" y="2136"/>
                </a:cxn>
                <a:cxn ang="0">
                  <a:pos x="5625" y="1893"/>
                </a:cxn>
                <a:cxn ang="0">
                  <a:pos x="5573" y="1790"/>
                </a:cxn>
                <a:cxn ang="0">
                  <a:pos x="5710" y="1848"/>
                </a:cxn>
                <a:cxn ang="0">
                  <a:pos x="5786" y="2086"/>
                </a:cxn>
                <a:cxn ang="0">
                  <a:pos x="5835" y="2229"/>
                </a:cxn>
              </a:cxnLst>
              <a:rect l="0" t="0" r="r" b="b"/>
              <a:pathLst>
                <a:path w="6099" h="2232">
                  <a:moveTo>
                    <a:pt x="3588" y="1105"/>
                  </a:moveTo>
                  <a:cubicBezTo>
                    <a:pt x="3401" y="1105"/>
                    <a:pt x="3401" y="1105"/>
                    <a:pt x="3401" y="1105"/>
                  </a:cubicBezTo>
                  <a:cubicBezTo>
                    <a:pt x="3431" y="981"/>
                    <a:pt x="3431" y="981"/>
                    <a:pt x="3431" y="981"/>
                  </a:cubicBezTo>
                  <a:cubicBezTo>
                    <a:pt x="3055" y="981"/>
                    <a:pt x="3055" y="981"/>
                    <a:pt x="3055" y="981"/>
                  </a:cubicBezTo>
                  <a:cubicBezTo>
                    <a:pt x="3024" y="1105"/>
                    <a:pt x="3024" y="1105"/>
                    <a:pt x="3024" y="1105"/>
                  </a:cubicBezTo>
                  <a:cubicBezTo>
                    <a:pt x="2843" y="1105"/>
                    <a:pt x="2843" y="1105"/>
                    <a:pt x="2843" y="1105"/>
                  </a:cubicBezTo>
                  <a:cubicBezTo>
                    <a:pt x="2843" y="1079"/>
                    <a:pt x="2843" y="1079"/>
                    <a:pt x="2843" y="1079"/>
                  </a:cubicBezTo>
                  <a:cubicBezTo>
                    <a:pt x="2845" y="1065"/>
                    <a:pt x="2848" y="1051"/>
                    <a:pt x="2851" y="1035"/>
                  </a:cubicBezTo>
                  <a:cubicBezTo>
                    <a:pt x="2884" y="901"/>
                    <a:pt x="2972" y="769"/>
                    <a:pt x="3124" y="769"/>
                  </a:cubicBezTo>
                  <a:cubicBezTo>
                    <a:pt x="3185" y="769"/>
                    <a:pt x="3244" y="792"/>
                    <a:pt x="3236" y="875"/>
                  </a:cubicBezTo>
                  <a:cubicBezTo>
                    <a:pt x="3460" y="875"/>
                    <a:pt x="3460" y="875"/>
                    <a:pt x="3460" y="875"/>
                  </a:cubicBezTo>
                  <a:cubicBezTo>
                    <a:pt x="3469" y="836"/>
                    <a:pt x="3484" y="770"/>
                    <a:pt x="3441" y="709"/>
                  </a:cubicBezTo>
                  <a:cubicBezTo>
                    <a:pt x="3394" y="643"/>
                    <a:pt x="3298" y="616"/>
                    <a:pt x="3173" y="616"/>
                  </a:cubicBezTo>
                  <a:cubicBezTo>
                    <a:pt x="3084" y="616"/>
                    <a:pt x="2955" y="631"/>
                    <a:pt x="2843" y="704"/>
                  </a:cubicBezTo>
                  <a:cubicBezTo>
                    <a:pt x="2843" y="28"/>
                    <a:pt x="2843" y="28"/>
                    <a:pt x="2843" y="28"/>
                  </a:cubicBezTo>
                  <a:cubicBezTo>
                    <a:pt x="3588" y="28"/>
                    <a:pt x="3588" y="28"/>
                    <a:pt x="3588" y="28"/>
                  </a:cubicBezTo>
                  <a:lnTo>
                    <a:pt x="3588" y="1105"/>
                  </a:lnTo>
                  <a:close/>
                  <a:moveTo>
                    <a:pt x="3148" y="1287"/>
                  </a:moveTo>
                  <a:cubicBezTo>
                    <a:pt x="3106" y="1294"/>
                    <a:pt x="3063" y="1300"/>
                    <a:pt x="3023" y="1300"/>
                  </a:cubicBezTo>
                  <a:cubicBezTo>
                    <a:pt x="2915" y="1300"/>
                    <a:pt x="2840" y="1250"/>
                    <a:pt x="2839" y="1133"/>
                  </a:cubicBezTo>
                  <a:cubicBezTo>
                    <a:pt x="3186" y="1133"/>
                    <a:pt x="3186" y="1133"/>
                    <a:pt x="3186" y="1133"/>
                  </a:cubicBezTo>
                  <a:lnTo>
                    <a:pt x="3148" y="1287"/>
                  </a:lnTo>
                  <a:close/>
                  <a:moveTo>
                    <a:pt x="2718" y="672"/>
                  </a:moveTo>
                  <a:cubicBezTo>
                    <a:pt x="2718" y="826"/>
                    <a:pt x="2718" y="826"/>
                    <a:pt x="2718" y="826"/>
                  </a:cubicBezTo>
                  <a:cubicBezTo>
                    <a:pt x="2666" y="898"/>
                    <a:pt x="2634" y="976"/>
                    <a:pt x="2619" y="1040"/>
                  </a:cubicBezTo>
                  <a:cubicBezTo>
                    <a:pt x="2613" y="1061"/>
                    <a:pt x="2609" y="1083"/>
                    <a:pt x="2607" y="1105"/>
                  </a:cubicBezTo>
                  <a:cubicBezTo>
                    <a:pt x="2497" y="1105"/>
                    <a:pt x="2497" y="1105"/>
                    <a:pt x="2497" y="1105"/>
                  </a:cubicBezTo>
                  <a:cubicBezTo>
                    <a:pt x="2591" y="660"/>
                    <a:pt x="2591" y="660"/>
                    <a:pt x="2591" y="660"/>
                  </a:cubicBezTo>
                  <a:cubicBezTo>
                    <a:pt x="2276" y="660"/>
                    <a:pt x="2276" y="660"/>
                    <a:pt x="2276" y="660"/>
                  </a:cubicBezTo>
                  <a:cubicBezTo>
                    <a:pt x="1993" y="1105"/>
                    <a:pt x="1993" y="1105"/>
                    <a:pt x="1993" y="1105"/>
                  </a:cubicBezTo>
                  <a:cubicBezTo>
                    <a:pt x="1973" y="1105"/>
                    <a:pt x="1973" y="1105"/>
                    <a:pt x="1973" y="1105"/>
                  </a:cubicBezTo>
                  <a:cubicBezTo>
                    <a:pt x="1973" y="28"/>
                    <a:pt x="1973" y="28"/>
                    <a:pt x="1973" y="28"/>
                  </a:cubicBezTo>
                  <a:cubicBezTo>
                    <a:pt x="2718" y="28"/>
                    <a:pt x="2718" y="28"/>
                    <a:pt x="2718" y="28"/>
                  </a:cubicBezTo>
                  <a:lnTo>
                    <a:pt x="2718" y="672"/>
                  </a:lnTo>
                  <a:close/>
                  <a:moveTo>
                    <a:pt x="2302" y="1105"/>
                  </a:moveTo>
                  <a:cubicBezTo>
                    <a:pt x="2190" y="1105"/>
                    <a:pt x="2190" y="1105"/>
                    <a:pt x="2190" y="1105"/>
                  </a:cubicBezTo>
                  <a:cubicBezTo>
                    <a:pt x="2360" y="838"/>
                    <a:pt x="2360" y="838"/>
                    <a:pt x="2360" y="838"/>
                  </a:cubicBezTo>
                  <a:lnTo>
                    <a:pt x="2302" y="1105"/>
                  </a:lnTo>
                  <a:close/>
                  <a:moveTo>
                    <a:pt x="1850" y="659"/>
                  </a:moveTo>
                  <a:cubicBezTo>
                    <a:pt x="1663" y="659"/>
                    <a:pt x="1663" y="659"/>
                    <a:pt x="1663" y="659"/>
                  </a:cubicBezTo>
                  <a:cubicBezTo>
                    <a:pt x="1535" y="1105"/>
                    <a:pt x="1535" y="1105"/>
                    <a:pt x="1535" y="1105"/>
                  </a:cubicBezTo>
                  <a:cubicBezTo>
                    <a:pt x="1337" y="1105"/>
                    <a:pt x="1337" y="1105"/>
                    <a:pt x="1337" y="1105"/>
                  </a:cubicBezTo>
                  <a:cubicBezTo>
                    <a:pt x="1438" y="1068"/>
                    <a:pt x="1499" y="996"/>
                    <a:pt x="1518" y="890"/>
                  </a:cubicBezTo>
                  <a:cubicBezTo>
                    <a:pt x="1534" y="809"/>
                    <a:pt x="1527" y="755"/>
                    <a:pt x="1493" y="714"/>
                  </a:cubicBezTo>
                  <a:cubicBezTo>
                    <a:pt x="1443" y="654"/>
                    <a:pt x="1342" y="659"/>
                    <a:pt x="1253" y="659"/>
                  </a:cubicBezTo>
                  <a:cubicBezTo>
                    <a:pt x="1237" y="659"/>
                    <a:pt x="1105" y="659"/>
                    <a:pt x="1105" y="659"/>
                  </a:cubicBezTo>
                  <a:cubicBezTo>
                    <a:pt x="1105" y="28"/>
                    <a:pt x="1105" y="28"/>
                    <a:pt x="1105" y="28"/>
                  </a:cubicBezTo>
                  <a:cubicBezTo>
                    <a:pt x="1850" y="28"/>
                    <a:pt x="1850" y="28"/>
                    <a:pt x="1850" y="28"/>
                  </a:cubicBezTo>
                  <a:lnTo>
                    <a:pt x="1850" y="659"/>
                  </a:lnTo>
                  <a:close/>
                  <a:moveTo>
                    <a:pt x="1730" y="1105"/>
                  </a:moveTo>
                  <a:cubicBezTo>
                    <a:pt x="1809" y="826"/>
                    <a:pt x="1809" y="826"/>
                    <a:pt x="1809" y="826"/>
                  </a:cubicBezTo>
                  <a:cubicBezTo>
                    <a:pt x="1812" y="1105"/>
                    <a:pt x="1812" y="1105"/>
                    <a:pt x="1812" y="1105"/>
                  </a:cubicBezTo>
                  <a:lnTo>
                    <a:pt x="1730" y="1105"/>
                  </a:lnTo>
                  <a:close/>
                  <a:moveTo>
                    <a:pt x="1188" y="999"/>
                  </a:moveTo>
                  <a:cubicBezTo>
                    <a:pt x="1187" y="999"/>
                    <a:pt x="1187" y="999"/>
                    <a:pt x="1187" y="999"/>
                  </a:cubicBezTo>
                  <a:cubicBezTo>
                    <a:pt x="1180" y="999"/>
                    <a:pt x="1173" y="1000"/>
                    <a:pt x="1165" y="1000"/>
                  </a:cubicBezTo>
                  <a:cubicBezTo>
                    <a:pt x="1154" y="1000"/>
                    <a:pt x="1145" y="1000"/>
                    <a:pt x="1137" y="1000"/>
                  </a:cubicBezTo>
                  <a:cubicBezTo>
                    <a:pt x="1089" y="1000"/>
                    <a:pt x="1089" y="1000"/>
                    <a:pt x="1089" y="1000"/>
                  </a:cubicBezTo>
                  <a:cubicBezTo>
                    <a:pt x="1111" y="918"/>
                    <a:pt x="1111" y="918"/>
                    <a:pt x="1111" y="918"/>
                  </a:cubicBezTo>
                  <a:cubicBezTo>
                    <a:pt x="1122" y="878"/>
                    <a:pt x="1122" y="878"/>
                    <a:pt x="1122" y="878"/>
                  </a:cubicBezTo>
                  <a:cubicBezTo>
                    <a:pt x="1147" y="783"/>
                    <a:pt x="1147" y="783"/>
                    <a:pt x="1147" y="783"/>
                  </a:cubicBezTo>
                  <a:cubicBezTo>
                    <a:pt x="1158" y="783"/>
                    <a:pt x="1169" y="782"/>
                    <a:pt x="1179" y="782"/>
                  </a:cubicBezTo>
                  <a:cubicBezTo>
                    <a:pt x="1216" y="782"/>
                    <a:pt x="1216" y="782"/>
                    <a:pt x="1216" y="782"/>
                  </a:cubicBezTo>
                  <a:cubicBezTo>
                    <a:pt x="1279" y="782"/>
                    <a:pt x="1319" y="786"/>
                    <a:pt x="1334" y="806"/>
                  </a:cubicBezTo>
                  <a:cubicBezTo>
                    <a:pt x="1345" y="822"/>
                    <a:pt x="1343" y="848"/>
                    <a:pt x="1330" y="888"/>
                  </a:cubicBezTo>
                  <a:cubicBezTo>
                    <a:pt x="1308" y="957"/>
                    <a:pt x="1279" y="992"/>
                    <a:pt x="1188" y="999"/>
                  </a:cubicBezTo>
                  <a:moveTo>
                    <a:pt x="980" y="699"/>
                  </a:moveTo>
                  <a:cubicBezTo>
                    <a:pt x="969" y="737"/>
                    <a:pt x="969" y="737"/>
                    <a:pt x="969" y="737"/>
                  </a:cubicBezTo>
                  <a:cubicBezTo>
                    <a:pt x="862" y="1092"/>
                    <a:pt x="862" y="1092"/>
                    <a:pt x="862" y="1092"/>
                  </a:cubicBezTo>
                  <a:cubicBezTo>
                    <a:pt x="858" y="1105"/>
                    <a:pt x="858" y="1105"/>
                    <a:pt x="858" y="1105"/>
                  </a:cubicBezTo>
                  <a:cubicBezTo>
                    <a:pt x="507" y="1105"/>
                    <a:pt x="507" y="1105"/>
                    <a:pt x="507" y="1105"/>
                  </a:cubicBezTo>
                  <a:cubicBezTo>
                    <a:pt x="479" y="1047"/>
                    <a:pt x="479" y="1047"/>
                    <a:pt x="479" y="1047"/>
                  </a:cubicBezTo>
                  <a:cubicBezTo>
                    <a:pt x="858" y="660"/>
                    <a:pt x="858" y="660"/>
                    <a:pt x="858" y="660"/>
                  </a:cubicBezTo>
                  <a:cubicBezTo>
                    <a:pt x="615" y="660"/>
                    <a:pt x="615" y="660"/>
                    <a:pt x="615" y="660"/>
                  </a:cubicBezTo>
                  <a:cubicBezTo>
                    <a:pt x="319" y="979"/>
                    <a:pt x="319" y="979"/>
                    <a:pt x="319" y="979"/>
                  </a:cubicBezTo>
                  <a:cubicBezTo>
                    <a:pt x="415" y="660"/>
                    <a:pt x="415" y="660"/>
                    <a:pt x="415" y="660"/>
                  </a:cubicBezTo>
                  <a:cubicBezTo>
                    <a:pt x="235" y="660"/>
                    <a:pt x="235" y="660"/>
                    <a:pt x="235" y="660"/>
                  </a:cubicBezTo>
                  <a:cubicBezTo>
                    <a:pt x="235" y="28"/>
                    <a:pt x="235" y="28"/>
                    <a:pt x="235" y="28"/>
                  </a:cubicBezTo>
                  <a:cubicBezTo>
                    <a:pt x="980" y="28"/>
                    <a:pt x="980" y="28"/>
                    <a:pt x="980" y="28"/>
                  </a:cubicBezTo>
                  <a:lnTo>
                    <a:pt x="980" y="699"/>
                  </a:lnTo>
                  <a:close/>
                  <a:moveTo>
                    <a:pt x="281" y="1105"/>
                  </a:moveTo>
                  <a:cubicBezTo>
                    <a:pt x="282" y="1101"/>
                    <a:pt x="282" y="1101"/>
                    <a:pt x="282" y="1101"/>
                  </a:cubicBezTo>
                  <a:cubicBezTo>
                    <a:pt x="285" y="1105"/>
                    <a:pt x="285" y="1105"/>
                    <a:pt x="285" y="1105"/>
                  </a:cubicBezTo>
                  <a:lnTo>
                    <a:pt x="281" y="1105"/>
                  </a:lnTo>
                  <a:close/>
                  <a:moveTo>
                    <a:pt x="2814" y="0"/>
                  </a:moveTo>
                  <a:cubicBezTo>
                    <a:pt x="2814" y="724"/>
                    <a:pt x="2814" y="724"/>
                    <a:pt x="2814" y="724"/>
                  </a:cubicBezTo>
                  <a:cubicBezTo>
                    <a:pt x="2789" y="744"/>
                    <a:pt x="2767" y="765"/>
                    <a:pt x="2747" y="788"/>
                  </a:cubicBezTo>
                  <a:cubicBezTo>
                    <a:pt x="2747" y="0"/>
                    <a:pt x="2747" y="0"/>
                    <a:pt x="2747" y="0"/>
                  </a:cubicBezTo>
                  <a:cubicBezTo>
                    <a:pt x="1945" y="0"/>
                    <a:pt x="1945" y="0"/>
                    <a:pt x="1945" y="0"/>
                  </a:cubicBezTo>
                  <a:cubicBezTo>
                    <a:pt x="1945" y="659"/>
                    <a:pt x="1945" y="659"/>
                    <a:pt x="1945" y="659"/>
                  </a:cubicBezTo>
                  <a:cubicBezTo>
                    <a:pt x="1878" y="659"/>
                    <a:pt x="1878" y="659"/>
                    <a:pt x="1878" y="659"/>
                  </a:cubicBezTo>
                  <a:cubicBezTo>
                    <a:pt x="1878" y="0"/>
                    <a:pt x="1878" y="0"/>
                    <a:pt x="1878" y="0"/>
                  </a:cubicBezTo>
                  <a:cubicBezTo>
                    <a:pt x="1076" y="0"/>
                    <a:pt x="1076" y="0"/>
                    <a:pt x="1076" y="0"/>
                  </a:cubicBezTo>
                  <a:cubicBezTo>
                    <a:pt x="1076" y="660"/>
                    <a:pt x="1076" y="660"/>
                    <a:pt x="1076" y="660"/>
                  </a:cubicBezTo>
                  <a:cubicBezTo>
                    <a:pt x="1009" y="660"/>
                    <a:pt x="1009" y="660"/>
                    <a:pt x="1009" y="660"/>
                  </a:cubicBezTo>
                  <a:cubicBezTo>
                    <a:pt x="1009" y="0"/>
                    <a:pt x="1009" y="0"/>
                    <a:pt x="1009" y="0"/>
                  </a:cubicBezTo>
                  <a:cubicBezTo>
                    <a:pt x="207" y="0"/>
                    <a:pt x="207" y="0"/>
                    <a:pt x="207" y="0"/>
                  </a:cubicBezTo>
                  <a:cubicBezTo>
                    <a:pt x="207" y="753"/>
                    <a:pt x="207" y="753"/>
                    <a:pt x="207" y="753"/>
                  </a:cubicBezTo>
                  <a:cubicBezTo>
                    <a:pt x="2" y="1435"/>
                    <a:pt x="2" y="1435"/>
                    <a:pt x="2" y="1435"/>
                  </a:cubicBezTo>
                  <a:cubicBezTo>
                    <a:pt x="182" y="1435"/>
                    <a:pt x="182" y="1435"/>
                    <a:pt x="182" y="1435"/>
                  </a:cubicBezTo>
                  <a:cubicBezTo>
                    <a:pt x="273" y="1133"/>
                    <a:pt x="273" y="1133"/>
                    <a:pt x="273" y="1133"/>
                  </a:cubicBezTo>
                  <a:cubicBezTo>
                    <a:pt x="299" y="1133"/>
                    <a:pt x="299" y="1133"/>
                    <a:pt x="299" y="1133"/>
                  </a:cubicBezTo>
                  <a:cubicBezTo>
                    <a:pt x="448" y="1435"/>
                    <a:pt x="448" y="1435"/>
                    <a:pt x="448" y="1435"/>
                  </a:cubicBezTo>
                  <a:cubicBezTo>
                    <a:pt x="665" y="1435"/>
                    <a:pt x="665" y="1435"/>
                    <a:pt x="665" y="1435"/>
                  </a:cubicBezTo>
                  <a:cubicBezTo>
                    <a:pt x="520" y="1133"/>
                    <a:pt x="520" y="1133"/>
                    <a:pt x="520" y="1133"/>
                  </a:cubicBezTo>
                  <a:cubicBezTo>
                    <a:pt x="849" y="1133"/>
                    <a:pt x="849" y="1133"/>
                    <a:pt x="849" y="1133"/>
                  </a:cubicBezTo>
                  <a:cubicBezTo>
                    <a:pt x="758" y="1435"/>
                    <a:pt x="758" y="1435"/>
                    <a:pt x="758" y="1435"/>
                  </a:cubicBezTo>
                  <a:cubicBezTo>
                    <a:pt x="955" y="1435"/>
                    <a:pt x="955" y="1435"/>
                    <a:pt x="955" y="1435"/>
                  </a:cubicBezTo>
                  <a:cubicBezTo>
                    <a:pt x="1045" y="1134"/>
                    <a:pt x="1045" y="1134"/>
                    <a:pt x="1045" y="1134"/>
                  </a:cubicBezTo>
                  <a:cubicBezTo>
                    <a:pt x="1088" y="1134"/>
                    <a:pt x="1088" y="1134"/>
                    <a:pt x="1088" y="1134"/>
                  </a:cubicBezTo>
                  <a:cubicBezTo>
                    <a:pt x="1088" y="1133"/>
                    <a:pt x="1088" y="1133"/>
                    <a:pt x="1088" y="1133"/>
                  </a:cubicBezTo>
                  <a:cubicBezTo>
                    <a:pt x="1150" y="1133"/>
                    <a:pt x="1150" y="1133"/>
                    <a:pt x="1150" y="1133"/>
                  </a:cubicBezTo>
                  <a:cubicBezTo>
                    <a:pt x="1155" y="1133"/>
                    <a:pt x="1155" y="1133"/>
                    <a:pt x="1155" y="1133"/>
                  </a:cubicBezTo>
                  <a:cubicBezTo>
                    <a:pt x="1527" y="1133"/>
                    <a:pt x="1527" y="1133"/>
                    <a:pt x="1527" y="1133"/>
                  </a:cubicBezTo>
                  <a:cubicBezTo>
                    <a:pt x="1440" y="1434"/>
                    <a:pt x="1440" y="1434"/>
                    <a:pt x="1440" y="1434"/>
                  </a:cubicBezTo>
                  <a:cubicBezTo>
                    <a:pt x="1638" y="1434"/>
                    <a:pt x="1638" y="1434"/>
                    <a:pt x="1638" y="1434"/>
                  </a:cubicBezTo>
                  <a:cubicBezTo>
                    <a:pt x="1722" y="1133"/>
                    <a:pt x="1722" y="1133"/>
                    <a:pt x="1722" y="1133"/>
                  </a:cubicBezTo>
                  <a:cubicBezTo>
                    <a:pt x="1812" y="1133"/>
                    <a:pt x="1812" y="1133"/>
                    <a:pt x="1812" y="1133"/>
                  </a:cubicBezTo>
                  <a:cubicBezTo>
                    <a:pt x="1814" y="1434"/>
                    <a:pt x="1814" y="1434"/>
                    <a:pt x="1814" y="1434"/>
                  </a:cubicBezTo>
                  <a:cubicBezTo>
                    <a:pt x="1980" y="1434"/>
                    <a:pt x="1980" y="1434"/>
                    <a:pt x="1980" y="1434"/>
                  </a:cubicBezTo>
                  <a:cubicBezTo>
                    <a:pt x="2171" y="1133"/>
                    <a:pt x="2171" y="1133"/>
                    <a:pt x="2171" y="1133"/>
                  </a:cubicBezTo>
                  <a:cubicBezTo>
                    <a:pt x="2296" y="1133"/>
                    <a:pt x="2296" y="1133"/>
                    <a:pt x="2296" y="1133"/>
                  </a:cubicBezTo>
                  <a:cubicBezTo>
                    <a:pt x="2232" y="1434"/>
                    <a:pt x="2232" y="1434"/>
                    <a:pt x="2232" y="1434"/>
                  </a:cubicBezTo>
                  <a:cubicBezTo>
                    <a:pt x="2427" y="1434"/>
                    <a:pt x="2427" y="1434"/>
                    <a:pt x="2427" y="1434"/>
                  </a:cubicBezTo>
                  <a:cubicBezTo>
                    <a:pt x="2491" y="1133"/>
                    <a:pt x="2491" y="1133"/>
                    <a:pt x="2491" y="1133"/>
                  </a:cubicBezTo>
                  <a:cubicBezTo>
                    <a:pt x="2604" y="1133"/>
                    <a:pt x="2604" y="1133"/>
                    <a:pt x="2604" y="1133"/>
                  </a:cubicBezTo>
                  <a:cubicBezTo>
                    <a:pt x="2599" y="1226"/>
                    <a:pt x="2623" y="1311"/>
                    <a:pt x="2685" y="1368"/>
                  </a:cubicBezTo>
                  <a:cubicBezTo>
                    <a:pt x="2761" y="1438"/>
                    <a:pt x="2877" y="1451"/>
                    <a:pt x="2963" y="1451"/>
                  </a:cubicBezTo>
                  <a:cubicBezTo>
                    <a:pt x="3081" y="1451"/>
                    <a:pt x="3203" y="1434"/>
                    <a:pt x="3326" y="1407"/>
                  </a:cubicBezTo>
                  <a:cubicBezTo>
                    <a:pt x="3394" y="1133"/>
                    <a:pt x="3394" y="1133"/>
                    <a:pt x="3394" y="1133"/>
                  </a:cubicBezTo>
                  <a:cubicBezTo>
                    <a:pt x="3617" y="1133"/>
                    <a:pt x="3617" y="1133"/>
                    <a:pt x="3617" y="1133"/>
                  </a:cubicBezTo>
                  <a:cubicBezTo>
                    <a:pt x="3617" y="0"/>
                    <a:pt x="3617" y="0"/>
                    <a:pt x="3617" y="0"/>
                  </a:cubicBezTo>
                  <a:lnTo>
                    <a:pt x="2814" y="0"/>
                  </a:lnTo>
                  <a:close/>
                  <a:moveTo>
                    <a:pt x="351" y="1894"/>
                  </a:moveTo>
                  <a:cubicBezTo>
                    <a:pt x="321" y="2038"/>
                    <a:pt x="321" y="2038"/>
                    <a:pt x="321" y="2038"/>
                  </a:cubicBezTo>
                  <a:cubicBezTo>
                    <a:pt x="316" y="2060"/>
                    <a:pt x="309" y="2092"/>
                    <a:pt x="348" y="2092"/>
                  </a:cubicBezTo>
                  <a:cubicBezTo>
                    <a:pt x="393" y="2092"/>
                    <a:pt x="400" y="2058"/>
                    <a:pt x="409" y="2016"/>
                  </a:cubicBezTo>
                  <a:cubicBezTo>
                    <a:pt x="435" y="1894"/>
                    <a:pt x="435" y="1894"/>
                    <a:pt x="435" y="1894"/>
                  </a:cubicBezTo>
                  <a:cubicBezTo>
                    <a:pt x="508" y="1894"/>
                    <a:pt x="508" y="1894"/>
                    <a:pt x="508" y="1894"/>
                  </a:cubicBezTo>
                  <a:cubicBezTo>
                    <a:pt x="474" y="2053"/>
                    <a:pt x="474" y="2053"/>
                    <a:pt x="474" y="2053"/>
                  </a:cubicBezTo>
                  <a:cubicBezTo>
                    <a:pt x="464" y="2106"/>
                    <a:pt x="463" y="2112"/>
                    <a:pt x="462" y="2118"/>
                  </a:cubicBezTo>
                  <a:cubicBezTo>
                    <a:pt x="461" y="2125"/>
                    <a:pt x="460" y="2130"/>
                    <a:pt x="460" y="2136"/>
                  </a:cubicBezTo>
                  <a:cubicBezTo>
                    <a:pt x="391" y="2136"/>
                    <a:pt x="391" y="2136"/>
                    <a:pt x="391" y="2136"/>
                  </a:cubicBezTo>
                  <a:cubicBezTo>
                    <a:pt x="395" y="2104"/>
                    <a:pt x="395" y="2104"/>
                    <a:pt x="395" y="2104"/>
                  </a:cubicBezTo>
                  <a:cubicBezTo>
                    <a:pt x="386" y="2115"/>
                    <a:pt x="362" y="2143"/>
                    <a:pt x="315" y="2143"/>
                  </a:cubicBezTo>
                  <a:cubicBezTo>
                    <a:pt x="283" y="2143"/>
                    <a:pt x="259" y="2128"/>
                    <a:pt x="250" y="2110"/>
                  </a:cubicBezTo>
                  <a:cubicBezTo>
                    <a:pt x="238" y="2090"/>
                    <a:pt x="245" y="2056"/>
                    <a:pt x="248" y="2045"/>
                  </a:cubicBezTo>
                  <a:cubicBezTo>
                    <a:pt x="279" y="1894"/>
                    <a:pt x="279" y="1894"/>
                    <a:pt x="279" y="1894"/>
                  </a:cubicBezTo>
                  <a:lnTo>
                    <a:pt x="351" y="1894"/>
                  </a:lnTo>
                  <a:close/>
                  <a:moveTo>
                    <a:pt x="812" y="1942"/>
                  </a:moveTo>
                  <a:cubicBezTo>
                    <a:pt x="870" y="1942"/>
                    <a:pt x="870" y="1942"/>
                    <a:pt x="870" y="1942"/>
                  </a:cubicBezTo>
                  <a:cubicBezTo>
                    <a:pt x="880" y="1895"/>
                    <a:pt x="880" y="1895"/>
                    <a:pt x="880" y="1895"/>
                  </a:cubicBezTo>
                  <a:cubicBezTo>
                    <a:pt x="822" y="1895"/>
                    <a:pt x="822" y="1895"/>
                    <a:pt x="822" y="1895"/>
                  </a:cubicBezTo>
                  <a:cubicBezTo>
                    <a:pt x="838" y="1822"/>
                    <a:pt x="838" y="1822"/>
                    <a:pt x="838" y="1822"/>
                  </a:cubicBezTo>
                  <a:cubicBezTo>
                    <a:pt x="762" y="1848"/>
                    <a:pt x="762" y="1848"/>
                    <a:pt x="762" y="1848"/>
                  </a:cubicBezTo>
                  <a:cubicBezTo>
                    <a:pt x="752" y="1895"/>
                    <a:pt x="752" y="1895"/>
                    <a:pt x="752" y="1895"/>
                  </a:cubicBezTo>
                  <a:cubicBezTo>
                    <a:pt x="654" y="1895"/>
                    <a:pt x="654" y="1895"/>
                    <a:pt x="654" y="1895"/>
                  </a:cubicBezTo>
                  <a:cubicBezTo>
                    <a:pt x="670" y="1822"/>
                    <a:pt x="670" y="1822"/>
                    <a:pt x="670" y="1822"/>
                  </a:cubicBezTo>
                  <a:cubicBezTo>
                    <a:pt x="594" y="1848"/>
                    <a:pt x="594" y="1848"/>
                    <a:pt x="594" y="1848"/>
                  </a:cubicBezTo>
                  <a:cubicBezTo>
                    <a:pt x="584" y="1895"/>
                    <a:pt x="584" y="1895"/>
                    <a:pt x="584" y="1895"/>
                  </a:cubicBezTo>
                  <a:cubicBezTo>
                    <a:pt x="537" y="1895"/>
                    <a:pt x="537" y="1895"/>
                    <a:pt x="537" y="1895"/>
                  </a:cubicBezTo>
                  <a:cubicBezTo>
                    <a:pt x="527" y="1942"/>
                    <a:pt x="527" y="1942"/>
                    <a:pt x="527" y="1942"/>
                  </a:cubicBezTo>
                  <a:cubicBezTo>
                    <a:pt x="574" y="1942"/>
                    <a:pt x="574" y="1942"/>
                    <a:pt x="574" y="1942"/>
                  </a:cubicBezTo>
                  <a:cubicBezTo>
                    <a:pt x="545" y="2075"/>
                    <a:pt x="545" y="2075"/>
                    <a:pt x="545" y="2075"/>
                  </a:cubicBezTo>
                  <a:cubicBezTo>
                    <a:pt x="541" y="2095"/>
                    <a:pt x="531" y="2141"/>
                    <a:pt x="603" y="2141"/>
                  </a:cubicBezTo>
                  <a:cubicBezTo>
                    <a:pt x="615" y="2141"/>
                    <a:pt x="636" y="2139"/>
                    <a:pt x="660" y="2133"/>
                  </a:cubicBezTo>
                  <a:cubicBezTo>
                    <a:pt x="670" y="2086"/>
                    <a:pt x="670" y="2086"/>
                    <a:pt x="670" y="2086"/>
                  </a:cubicBezTo>
                  <a:cubicBezTo>
                    <a:pt x="661" y="2087"/>
                    <a:pt x="656" y="2088"/>
                    <a:pt x="645" y="2088"/>
                  </a:cubicBezTo>
                  <a:cubicBezTo>
                    <a:pt x="614" y="2088"/>
                    <a:pt x="617" y="2074"/>
                    <a:pt x="621" y="2052"/>
                  </a:cubicBezTo>
                  <a:cubicBezTo>
                    <a:pt x="645" y="1942"/>
                    <a:pt x="645" y="1942"/>
                    <a:pt x="645" y="1942"/>
                  </a:cubicBezTo>
                  <a:cubicBezTo>
                    <a:pt x="741" y="1942"/>
                    <a:pt x="741" y="1942"/>
                    <a:pt x="741" y="1942"/>
                  </a:cubicBezTo>
                  <a:cubicBezTo>
                    <a:pt x="713" y="2075"/>
                    <a:pt x="713" y="2075"/>
                    <a:pt x="713" y="2075"/>
                  </a:cubicBezTo>
                  <a:cubicBezTo>
                    <a:pt x="709" y="2095"/>
                    <a:pt x="699" y="2141"/>
                    <a:pt x="771" y="2141"/>
                  </a:cubicBezTo>
                  <a:cubicBezTo>
                    <a:pt x="782" y="2141"/>
                    <a:pt x="804" y="2139"/>
                    <a:pt x="828" y="2133"/>
                  </a:cubicBezTo>
                  <a:cubicBezTo>
                    <a:pt x="838" y="2086"/>
                    <a:pt x="838" y="2086"/>
                    <a:pt x="838" y="2086"/>
                  </a:cubicBezTo>
                  <a:cubicBezTo>
                    <a:pt x="829" y="2087"/>
                    <a:pt x="824" y="2088"/>
                    <a:pt x="813" y="2088"/>
                  </a:cubicBezTo>
                  <a:cubicBezTo>
                    <a:pt x="781" y="2088"/>
                    <a:pt x="785" y="2074"/>
                    <a:pt x="788" y="2052"/>
                  </a:cubicBezTo>
                  <a:lnTo>
                    <a:pt x="812" y="1942"/>
                  </a:lnTo>
                  <a:close/>
                  <a:moveTo>
                    <a:pt x="916" y="1893"/>
                  </a:moveTo>
                  <a:cubicBezTo>
                    <a:pt x="987" y="1893"/>
                    <a:pt x="987" y="1893"/>
                    <a:pt x="987" y="1893"/>
                  </a:cubicBezTo>
                  <a:cubicBezTo>
                    <a:pt x="935" y="2136"/>
                    <a:pt x="935" y="2136"/>
                    <a:pt x="935" y="2136"/>
                  </a:cubicBezTo>
                  <a:cubicBezTo>
                    <a:pt x="864" y="2136"/>
                    <a:pt x="864" y="2136"/>
                    <a:pt x="864" y="2136"/>
                  </a:cubicBezTo>
                  <a:lnTo>
                    <a:pt x="916" y="1893"/>
                  </a:lnTo>
                  <a:close/>
                  <a:moveTo>
                    <a:pt x="935" y="1790"/>
                  </a:moveTo>
                  <a:cubicBezTo>
                    <a:pt x="1011" y="1790"/>
                    <a:pt x="1011" y="1790"/>
                    <a:pt x="1011" y="1790"/>
                  </a:cubicBezTo>
                  <a:cubicBezTo>
                    <a:pt x="998" y="1851"/>
                    <a:pt x="998" y="1851"/>
                    <a:pt x="998" y="1851"/>
                  </a:cubicBezTo>
                  <a:cubicBezTo>
                    <a:pt x="922" y="1851"/>
                    <a:pt x="922" y="1851"/>
                    <a:pt x="922" y="1851"/>
                  </a:cubicBezTo>
                  <a:lnTo>
                    <a:pt x="935" y="1790"/>
                  </a:lnTo>
                  <a:close/>
                  <a:moveTo>
                    <a:pt x="1034" y="1937"/>
                  </a:moveTo>
                  <a:cubicBezTo>
                    <a:pt x="1034" y="1936"/>
                    <a:pt x="1040" y="1909"/>
                    <a:pt x="1042" y="1893"/>
                  </a:cubicBezTo>
                  <a:cubicBezTo>
                    <a:pt x="1110" y="1893"/>
                    <a:pt x="1110" y="1893"/>
                    <a:pt x="1110" y="1893"/>
                  </a:cubicBezTo>
                  <a:cubicBezTo>
                    <a:pt x="1104" y="1929"/>
                    <a:pt x="1104" y="1929"/>
                    <a:pt x="1104" y="1929"/>
                  </a:cubicBezTo>
                  <a:cubicBezTo>
                    <a:pt x="1113" y="1918"/>
                    <a:pt x="1139" y="1887"/>
                    <a:pt x="1192" y="1887"/>
                  </a:cubicBezTo>
                  <a:cubicBezTo>
                    <a:pt x="1239" y="1887"/>
                    <a:pt x="1254" y="1916"/>
                    <a:pt x="1256" y="1933"/>
                  </a:cubicBezTo>
                  <a:cubicBezTo>
                    <a:pt x="1259" y="1948"/>
                    <a:pt x="1257" y="1960"/>
                    <a:pt x="1248" y="2005"/>
                  </a:cubicBezTo>
                  <a:cubicBezTo>
                    <a:pt x="1220" y="2136"/>
                    <a:pt x="1220" y="2136"/>
                    <a:pt x="1220" y="2136"/>
                  </a:cubicBezTo>
                  <a:cubicBezTo>
                    <a:pt x="1147" y="2136"/>
                    <a:pt x="1147" y="2136"/>
                    <a:pt x="1147" y="2136"/>
                  </a:cubicBezTo>
                  <a:cubicBezTo>
                    <a:pt x="1179" y="1985"/>
                    <a:pt x="1179" y="1985"/>
                    <a:pt x="1179" y="1985"/>
                  </a:cubicBezTo>
                  <a:cubicBezTo>
                    <a:pt x="1181" y="1975"/>
                    <a:pt x="1183" y="1967"/>
                    <a:pt x="1181" y="1959"/>
                  </a:cubicBezTo>
                  <a:cubicBezTo>
                    <a:pt x="1178" y="1949"/>
                    <a:pt x="1169" y="1938"/>
                    <a:pt x="1151" y="1938"/>
                  </a:cubicBezTo>
                  <a:cubicBezTo>
                    <a:pt x="1136" y="1938"/>
                    <a:pt x="1120" y="1946"/>
                    <a:pt x="1110" y="1957"/>
                  </a:cubicBezTo>
                  <a:cubicBezTo>
                    <a:pt x="1104" y="1963"/>
                    <a:pt x="1097" y="1975"/>
                    <a:pt x="1093" y="1994"/>
                  </a:cubicBezTo>
                  <a:cubicBezTo>
                    <a:pt x="1063" y="2136"/>
                    <a:pt x="1063" y="2136"/>
                    <a:pt x="1063" y="2136"/>
                  </a:cubicBezTo>
                  <a:cubicBezTo>
                    <a:pt x="992" y="2136"/>
                    <a:pt x="992" y="2136"/>
                    <a:pt x="992" y="2136"/>
                  </a:cubicBezTo>
                  <a:lnTo>
                    <a:pt x="1034" y="1937"/>
                  </a:lnTo>
                  <a:close/>
                  <a:moveTo>
                    <a:pt x="1558" y="1895"/>
                  </a:moveTo>
                  <a:cubicBezTo>
                    <a:pt x="1552" y="1914"/>
                    <a:pt x="1547" y="1930"/>
                    <a:pt x="1542" y="1955"/>
                  </a:cubicBezTo>
                  <a:cubicBezTo>
                    <a:pt x="1504" y="2134"/>
                    <a:pt x="1504" y="2134"/>
                    <a:pt x="1504" y="2134"/>
                  </a:cubicBezTo>
                  <a:cubicBezTo>
                    <a:pt x="1486" y="2223"/>
                    <a:pt x="1409" y="2232"/>
                    <a:pt x="1363" y="2232"/>
                  </a:cubicBezTo>
                  <a:cubicBezTo>
                    <a:pt x="1328" y="2232"/>
                    <a:pt x="1261" y="2228"/>
                    <a:pt x="1272" y="2154"/>
                  </a:cubicBezTo>
                  <a:cubicBezTo>
                    <a:pt x="1340" y="2154"/>
                    <a:pt x="1340" y="2154"/>
                    <a:pt x="1340" y="2154"/>
                  </a:cubicBezTo>
                  <a:cubicBezTo>
                    <a:pt x="1340" y="2158"/>
                    <a:pt x="1339" y="2166"/>
                    <a:pt x="1344" y="2174"/>
                  </a:cubicBezTo>
                  <a:cubicBezTo>
                    <a:pt x="1348" y="2181"/>
                    <a:pt x="1357" y="2188"/>
                    <a:pt x="1375" y="2188"/>
                  </a:cubicBezTo>
                  <a:cubicBezTo>
                    <a:pt x="1397" y="2188"/>
                    <a:pt x="1417" y="2178"/>
                    <a:pt x="1427" y="2156"/>
                  </a:cubicBezTo>
                  <a:cubicBezTo>
                    <a:pt x="1432" y="2144"/>
                    <a:pt x="1434" y="2135"/>
                    <a:pt x="1442" y="2099"/>
                  </a:cubicBezTo>
                  <a:cubicBezTo>
                    <a:pt x="1413" y="2128"/>
                    <a:pt x="1387" y="2132"/>
                    <a:pt x="1370" y="2132"/>
                  </a:cubicBezTo>
                  <a:cubicBezTo>
                    <a:pt x="1300" y="2132"/>
                    <a:pt x="1280" y="2071"/>
                    <a:pt x="1293" y="2012"/>
                  </a:cubicBezTo>
                  <a:cubicBezTo>
                    <a:pt x="1306" y="1951"/>
                    <a:pt x="1352" y="1892"/>
                    <a:pt x="1422" y="1892"/>
                  </a:cubicBezTo>
                  <a:cubicBezTo>
                    <a:pt x="1466" y="1892"/>
                    <a:pt x="1477" y="1916"/>
                    <a:pt x="1482" y="1927"/>
                  </a:cubicBezTo>
                  <a:cubicBezTo>
                    <a:pt x="1492" y="1895"/>
                    <a:pt x="1492" y="1895"/>
                    <a:pt x="1492" y="1895"/>
                  </a:cubicBezTo>
                  <a:lnTo>
                    <a:pt x="1558" y="1895"/>
                  </a:lnTo>
                  <a:close/>
                  <a:moveTo>
                    <a:pt x="1397" y="2083"/>
                  </a:moveTo>
                  <a:cubicBezTo>
                    <a:pt x="1447" y="2083"/>
                    <a:pt x="1459" y="2025"/>
                    <a:pt x="1461" y="2014"/>
                  </a:cubicBezTo>
                  <a:cubicBezTo>
                    <a:pt x="1467" y="1986"/>
                    <a:pt x="1472" y="1940"/>
                    <a:pt x="1428" y="1940"/>
                  </a:cubicBezTo>
                  <a:cubicBezTo>
                    <a:pt x="1401" y="1940"/>
                    <a:pt x="1375" y="1960"/>
                    <a:pt x="1364" y="2012"/>
                  </a:cubicBezTo>
                  <a:cubicBezTo>
                    <a:pt x="1362" y="2025"/>
                    <a:pt x="1349" y="2083"/>
                    <a:pt x="1397" y="2083"/>
                  </a:cubicBezTo>
                  <a:moveTo>
                    <a:pt x="1842" y="2133"/>
                  </a:moveTo>
                  <a:cubicBezTo>
                    <a:pt x="1818" y="2139"/>
                    <a:pt x="1797" y="2141"/>
                    <a:pt x="1786" y="2141"/>
                  </a:cubicBezTo>
                  <a:cubicBezTo>
                    <a:pt x="1714" y="2141"/>
                    <a:pt x="1723" y="2095"/>
                    <a:pt x="1728" y="2075"/>
                  </a:cubicBezTo>
                  <a:cubicBezTo>
                    <a:pt x="1756" y="1942"/>
                    <a:pt x="1756" y="1942"/>
                    <a:pt x="1756" y="1942"/>
                  </a:cubicBezTo>
                  <a:cubicBezTo>
                    <a:pt x="1710" y="1942"/>
                    <a:pt x="1710" y="1942"/>
                    <a:pt x="1710" y="1942"/>
                  </a:cubicBezTo>
                  <a:cubicBezTo>
                    <a:pt x="1719" y="1895"/>
                    <a:pt x="1719" y="1895"/>
                    <a:pt x="1719" y="1895"/>
                  </a:cubicBezTo>
                  <a:cubicBezTo>
                    <a:pt x="1766" y="1895"/>
                    <a:pt x="1766" y="1895"/>
                    <a:pt x="1766" y="1895"/>
                  </a:cubicBezTo>
                  <a:cubicBezTo>
                    <a:pt x="1776" y="1848"/>
                    <a:pt x="1776" y="1848"/>
                    <a:pt x="1776" y="1848"/>
                  </a:cubicBezTo>
                  <a:cubicBezTo>
                    <a:pt x="1852" y="1822"/>
                    <a:pt x="1852" y="1822"/>
                    <a:pt x="1852" y="1822"/>
                  </a:cubicBezTo>
                  <a:cubicBezTo>
                    <a:pt x="1837" y="1895"/>
                    <a:pt x="1837" y="1895"/>
                    <a:pt x="1837" y="1895"/>
                  </a:cubicBezTo>
                  <a:cubicBezTo>
                    <a:pt x="1895" y="1895"/>
                    <a:pt x="1895" y="1895"/>
                    <a:pt x="1895" y="1895"/>
                  </a:cubicBezTo>
                  <a:cubicBezTo>
                    <a:pt x="1884" y="1942"/>
                    <a:pt x="1884" y="1942"/>
                    <a:pt x="1884" y="1942"/>
                  </a:cubicBezTo>
                  <a:cubicBezTo>
                    <a:pt x="1827" y="1942"/>
                    <a:pt x="1827" y="1942"/>
                    <a:pt x="1827" y="1942"/>
                  </a:cubicBezTo>
                  <a:cubicBezTo>
                    <a:pt x="1803" y="2052"/>
                    <a:pt x="1803" y="2052"/>
                    <a:pt x="1803" y="2052"/>
                  </a:cubicBezTo>
                  <a:cubicBezTo>
                    <a:pt x="1799" y="2074"/>
                    <a:pt x="1796" y="2088"/>
                    <a:pt x="1828" y="2088"/>
                  </a:cubicBezTo>
                  <a:cubicBezTo>
                    <a:pt x="1838" y="2088"/>
                    <a:pt x="1844" y="2087"/>
                    <a:pt x="1852" y="2086"/>
                  </a:cubicBezTo>
                  <a:lnTo>
                    <a:pt x="1842" y="2133"/>
                  </a:lnTo>
                  <a:close/>
                  <a:moveTo>
                    <a:pt x="1954" y="1790"/>
                  </a:moveTo>
                  <a:cubicBezTo>
                    <a:pt x="2025" y="1790"/>
                    <a:pt x="2025" y="1790"/>
                    <a:pt x="2025" y="1790"/>
                  </a:cubicBezTo>
                  <a:cubicBezTo>
                    <a:pt x="1996" y="1927"/>
                    <a:pt x="1996" y="1927"/>
                    <a:pt x="1996" y="1927"/>
                  </a:cubicBezTo>
                  <a:cubicBezTo>
                    <a:pt x="2007" y="1915"/>
                    <a:pt x="2030" y="1890"/>
                    <a:pt x="2074" y="1890"/>
                  </a:cubicBezTo>
                  <a:cubicBezTo>
                    <a:pt x="2110" y="1890"/>
                    <a:pt x="2129" y="1908"/>
                    <a:pt x="2137" y="1923"/>
                  </a:cubicBezTo>
                  <a:cubicBezTo>
                    <a:pt x="2143" y="1935"/>
                    <a:pt x="2146" y="1957"/>
                    <a:pt x="2139" y="1989"/>
                  </a:cubicBezTo>
                  <a:cubicBezTo>
                    <a:pt x="2108" y="2136"/>
                    <a:pt x="2108" y="2136"/>
                    <a:pt x="2108" y="2136"/>
                  </a:cubicBezTo>
                  <a:cubicBezTo>
                    <a:pt x="2037" y="2136"/>
                    <a:pt x="2037" y="2136"/>
                    <a:pt x="2037" y="2136"/>
                  </a:cubicBezTo>
                  <a:cubicBezTo>
                    <a:pt x="2068" y="1991"/>
                    <a:pt x="2068" y="1991"/>
                    <a:pt x="2068" y="1991"/>
                  </a:cubicBezTo>
                  <a:cubicBezTo>
                    <a:pt x="2071" y="1977"/>
                    <a:pt x="2079" y="1938"/>
                    <a:pt x="2040" y="1938"/>
                  </a:cubicBezTo>
                  <a:cubicBezTo>
                    <a:pt x="2019" y="1938"/>
                    <a:pt x="1991" y="1950"/>
                    <a:pt x="1983" y="1988"/>
                  </a:cubicBezTo>
                  <a:cubicBezTo>
                    <a:pt x="1952" y="2136"/>
                    <a:pt x="1952" y="2136"/>
                    <a:pt x="1952" y="2136"/>
                  </a:cubicBezTo>
                  <a:cubicBezTo>
                    <a:pt x="1881" y="2136"/>
                    <a:pt x="1881" y="2136"/>
                    <a:pt x="1881" y="2136"/>
                  </a:cubicBezTo>
                  <a:lnTo>
                    <a:pt x="1954" y="1790"/>
                  </a:lnTo>
                  <a:close/>
                  <a:moveTo>
                    <a:pt x="2195" y="1953"/>
                  </a:moveTo>
                  <a:cubicBezTo>
                    <a:pt x="2197" y="1942"/>
                    <a:pt x="2203" y="1906"/>
                    <a:pt x="2205" y="1893"/>
                  </a:cubicBezTo>
                  <a:cubicBezTo>
                    <a:pt x="2271" y="1893"/>
                    <a:pt x="2271" y="1893"/>
                    <a:pt x="2271" y="1893"/>
                  </a:cubicBezTo>
                  <a:cubicBezTo>
                    <a:pt x="2263" y="1939"/>
                    <a:pt x="2263" y="1939"/>
                    <a:pt x="2263" y="1939"/>
                  </a:cubicBezTo>
                  <a:cubicBezTo>
                    <a:pt x="2276" y="1919"/>
                    <a:pt x="2298" y="1889"/>
                    <a:pt x="2356" y="1892"/>
                  </a:cubicBezTo>
                  <a:cubicBezTo>
                    <a:pt x="2342" y="1956"/>
                    <a:pt x="2342" y="1956"/>
                    <a:pt x="2342" y="1956"/>
                  </a:cubicBezTo>
                  <a:cubicBezTo>
                    <a:pt x="2271" y="1949"/>
                    <a:pt x="2259" y="1986"/>
                    <a:pt x="2253" y="2017"/>
                  </a:cubicBezTo>
                  <a:cubicBezTo>
                    <a:pt x="2227" y="2136"/>
                    <a:pt x="2227" y="2136"/>
                    <a:pt x="2227" y="2136"/>
                  </a:cubicBezTo>
                  <a:cubicBezTo>
                    <a:pt x="2156" y="2136"/>
                    <a:pt x="2156" y="2136"/>
                    <a:pt x="2156" y="2136"/>
                  </a:cubicBezTo>
                  <a:lnTo>
                    <a:pt x="2195" y="1953"/>
                  </a:lnTo>
                  <a:close/>
                  <a:moveTo>
                    <a:pt x="2503" y="1888"/>
                  </a:moveTo>
                  <a:cubicBezTo>
                    <a:pt x="2591" y="1888"/>
                    <a:pt x="2617" y="1948"/>
                    <a:pt x="2602" y="2015"/>
                  </a:cubicBezTo>
                  <a:cubicBezTo>
                    <a:pt x="2587" y="2083"/>
                    <a:pt x="2535" y="2145"/>
                    <a:pt x="2447" y="2145"/>
                  </a:cubicBezTo>
                  <a:cubicBezTo>
                    <a:pt x="2378" y="2145"/>
                    <a:pt x="2332" y="2102"/>
                    <a:pt x="2350" y="2017"/>
                  </a:cubicBezTo>
                  <a:cubicBezTo>
                    <a:pt x="2362" y="1959"/>
                    <a:pt x="2408" y="1888"/>
                    <a:pt x="2503" y="1888"/>
                  </a:cubicBezTo>
                  <a:moveTo>
                    <a:pt x="2460" y="2095"/>
                  </a:moveTo>
                  <a:cubicBezTo>
                    <a:pt x="2491" y="2095"/>
                    <a:pt x="2516" y="2077"/>
                    <a:pt x="2530" y="2012"/>
                  </a:cubicBezTo>
                  <a:cubicBezTo>
                    <a:pt x="2537" y="1980"/>
                    <a:pt x="2540" y="1935"/>
                    <a:pt x="2493" y="1935"/>
                  </a:cubicBezTo>
                  <a:cubicBezTo>
                    <a:pt x="2441" y="1935"/>
                    <a:pt x="2427" y="1995"/>
                    <a:pt x="2423" y="2018"/>
                  </a:cubicBezTo>
                  <a:cubicBezTo>
                    <a:pt x="2411" y="2072"/>
                    <a:pt x="2425" y="2095"/>
                    <a:pt x="2460" y="2095"/>
                  </a:cubicBezTo>
                  <a:moveTo>
                    <a:pt x="2743" y="1894"/>
                  </a:moveTo>
                  <a:cubicBezTo>
                    <a:pt x="2713" y="2038"/>
                    <a:pt x="2713" y="2038"/>
                    <a:pt x="2713" y="2038"/>
                  </a:cubicBezTo>
                  <a:cubicBezTo>
                    <a:pt x="2708" y="2060"/>
                    <a:pt x="2701" y="2092"/>
                    <a:pt x="2740" y="2092"/>
                  </a:cubicBezTo>
                  <a:cubicBezTo>
                    <a:pt x="2785" y="2092"/>
                    <a:pt x="2792" y="2058"/>
                    <a:pt x="2801" y="2016"/>
                  </a:cubicBezTo>
                  <a:cubicBezTo>
                    <a:pt x="2827" y="1894"/>
                    <a:pt x="2827" y="1894"/>
                    <a:pt x="2827" y="1894"/>
                  </a:cubicBezTo>
                  <a:cubicBezTo>
                    <a:pt x="2900" y="1894"/>
                    <a:pt x="2900" y="1894"/>
                    <a:pt x="2900" y="1894"/>
                  </a:cubicBezTo>
                  <a:cubicBezTo>
                    <a:pt x="2867" y="2053"/>
                    <a:pt x="2867" y="2053"/>
                    <a:pt x="2867" y="2053"/>
                  </a:cubicBezTo>
                  <a:cubicBezTo>
                    <a:pt x="2856" y="2106"/>
                    <a:pt x="2855" y="2112"/>
                    <a:pt x="2854" y="2118"/>
                  </a:cubicBezTo>
                  <a:cubicBezTo>
                    <a:pt x="2853" y="2125"/>
                    <a:pt x="2852" y="2130"/>
                    <a:pt x="2852" y="2136"/>
                  </a:cubicBezTo>
                  <a:cubicBezTo>
                    <a:pt x="2783" y="2136"/>
                    <a:pt x="2783" y="2136"/>
                    <a:pt x="2783" y="2136"/>
                  </a:cubicBezTo>
                  <a:cubicBezTo>
                    <a:pt x="2787" y="2104"/>
                    <a:pt x="2787" y="2104"/>
                    <a:pt x="2787" y="2104"/>
                  </a:cubicBezTo>
                  <a:cubicBezTo>
                    <a:pt x="2778" y="2115"/>
                    <a:pt x="2753" y="2143"/>
                    <a:pt x="2707" y="2143"/>
                  </a:cubicBezTo>
                  <a:cubicBezTo>
                    <a:pt x="2675" y="2143"/>
                    <a:pt x="2651" y="2128"/>
                    <a:pt x="2641" y="2110"/>
                  </a:cubicBezTo>
                  <a:cubicBezTo>
                    <a:pt x="2630" y="2090"/>
                    <a:pt x="2637" y="2056"/>
                    <a:pt x="2639" y="2045"/>
                  </a:cubicBezTo>
                  <a:cubicBezTo>
                    <a:pt x="2671" y="1894"/>
                    <a:pt x="2671" y="1894"/>
                    <a:pt x="2671" y="1894"/>
                  </a:cubicBezTo>
                  <a:lnTo>
                    <a:pt x="2743" y="1894"/>
                  </a:lnTo>
                  <a:close/>
                  <a:moveTo>
                    <a:pt x="3181" y="1895"/>
                  </a:moveTo>
                  <a:cubicBezTo>
                    <a:pt x="3175" y="1914"/>
                    <a:pt x="3170" y="1930"/>
                    <a:pt x="3164" y="1955"/>
                  </a:cubicBezTo>
                  <a:cubicBezTo>
                    <a:pt x="3126" y="2134"/>
                    <a:pt x="3126" y="2134"/>
                    <a:pt x="3126" y="2134"/>
                  </a:cubicBezTo>
                  <a:cubicBezTo>
                    <a:pt x="3108" y="2223"/>
                    <a:pt x="3031" y="2232"/>
                    <a:pt x="2985" y="2232"/>
                  </a:cubicBezTo>
                  <a:cubicBezTo>
                    <a:pt x="2950" y="2232"/>
                    <a:pt x="2883" y="2228"/>
                    <a:pt x="2894" y="2154"/>
                  </a:cubicBezTo>
                  <a:cubicBezTo>
                    <a:pt x="2962" y="2154"/>
                    <a:pt x="2962" y="2154"/>
                    <a:pt x="2962" y="2154"/>
                  </a:cubicBezTo>
                  <a:cubicBezTo>
                    <a:pt x="2962" y="2158"/>
                    <a:pt x="2962" y="2166"/>
                    <a:pt x="2966" y="2174"/>
                  </a:cubicBezTo>
                  <a:cubicBezTo>
                    <a:pt x="2970" y="2181"/>
                    <a:pt x="2979" y="2188"/>
                    <a:pt x="2998" y="2188"/>
                  </a:cubicBezTo>
                  <a:cubicBezTo>
                    <a:pt x="3019" y="2188"/>
                    <a:pt x="3040" y="2178"/>
                    <a:pt x="3049" y="2156"/>
                  </a:cubicBezTo>
                  <a:cubicBezTo>
                    <a:pt x="3054" y="2144"/>
                    <a:pt x="3056" y="2135"/>
                    <a:pt x="3064" y="2099"/>
                  </a:cubicBezTo>
                  <a:cubicBezTo>
                    <a:pt x="3036" y="2128"/>
                    <a:pt x="3009" y="2132"/>
                    <a:pt x="2992" y="2132"/>
                  </a:cubicBezTo>
                  <a:cubicBezTo>
                    <a:pt x="2922" y="2132"/>
                    <a:pt x="2903" y="2071"/>
                    <a:pt x="2915" y="2012"/>
                  </a:cubicBezTo>
                  <a:cubicBezTo>
                    <a:pt x="2928" y="1951"/>
                    <a:pt x="2974" y="1892"/>
                    <a:pt x="3044" y="1892"/>
                  </a:cubicBezTo>
                  <a:cubicBezTo>
                    <a:pt x="3088" y="1892"/>
                    <a:pt x="3099" y="1916"/>
                    <a:pt x="3105" y="1927"/>
                  </a:cubicBezTo>
                  <a:cubicBezTo>
                    <a:pt x="3114" y="1895"/>
                    <a:pt x="3114" y="1895"/>
                    <a:pt x="3114" y="1895"/>
                  </a:cubicBezTo>
                  <a:lnTo>
                    <a:pt x="3181" y="1895"/>
                  </a:lnTo>
                  <a:close/>
                  <a:moveTo>
                    <a:pt x="3019" y="2083"/>
                  </a:moveTo>
                  <a:cubicBezTo>
                    <a:pt x="3069" y="2083"/>
                    <a:pt x="3081" y="2025"/>
                    <a:pt x="3083" y="2014"/>
                  </a:cubicBezTo>
                  <a:cubicBezTo>
                    <a:pt x="3089" y="1986"/>
                    <a:pt x="3094" y="1940"/>
                    <a:pt x="3051" y="1940"/>
                  </a:cubicBezTo>
                  <a:cubicBezTo>
                    <a:pt x="3024" y="1940"/>
                    <a:pt x="2997" y="1960"/>
                    <a:pt x="2986" y="2012"/>
                  </a:cubicBezTo>
                  <a:cubicBezTo>
                    <a:pt x="2984" y="2025"/>
                    <a:pt x="2971" y="2083"/>
                    <a:pt x="3019" y="2083"/>
                  </a:cubicBezTo>
                  <a:moveTo>
                    <a:pt x="3257" y="1790"/>
                  </a:moveTo>
                  <a:cubicBezTo>
                    <a:pt x="3327" y="1790"/>
                    <a:pt x="3327" y="1790"/>
                    <a:pt x="3327" y="1790"/>
                  </a:cubicBezTo>
                  <a:cubicBezTo>
                    <a:pt x="3298" y="1927"/>
                    <a:pt x="3298" y="1927"/>
                    <a:pt x="3298" y="1927"/>
                  </a:cubicBezTo>
                  <a:cubicBezTo>
                    <a:pt x="3309" y="1915"/>
                    <a:pt x="3332" y="1890"/>
                    <a:pt x="3376" y="1890"/>
                  </a:cubicBezTo>
                  <a:cubicBezTo>
                    <a:pt x="3412" y="1890"/>
                    <a:pt x="3431" y="1908"/>
                    <a:pt x="3440" y="1923"/>
                  </a:cubicBezTo>
                  <a:cubicBezTo>
                    <a:pt x="3446" y="1935"/>
                    <a:pt x="3448" y="1957"/>
                    <a:pt x="3441" y="1989"/>
                  </a:cubicBezTo>
                  <a:cubicBezTo>
                    <a:pt x="3410" y="2136"/>
                    <a:pt x="3410" y="2136"/>
                    <a:pt x="3410" y="2136"/>
                  </a:cubicBezTo>
                  <a:cubicBezTo>
                    <a:pt x="3340" y="2136"/>
                    <a:pt x="3340" y="2136"/>
                    <a:pt x="3340" y="2136"/>
                  </a:cubicBezTo>
                  <a:cubicBezTo>
                    <a:pt x="3370" y="1991"/>
                    <a:pt x="3370" y="1991"/>
                    <a:pt x="3370" y="1991"/>
                  </a:cubicBezTo>
                  <a:cubicBezTo>
                    <a:pt x="3373" y="1977"/>
                    <a:pt x="3382" y="1938"/>
                    <a:pt x="3342" y="1938"/>
                  </a:cubicBezTo>
                  <a:cubicBezTo>
                    <a:pt x="3322" y="1938"/>
                    <a:pt x="3293" y="1950"/>
                    <a:pt x="3286" y="1988"/>
                  </a:cubicBezTo>
                  <a:cubicBezTo>
                    <a:pt x="3255" y="2136"/>
                    <a:pt x="3255" y="2136"/>
                    <a:pt x="3255" y="2136"/>
                  </a:cubicBezTo>
                  <a:cubicBezTo>
                    <a:pt x="3183" y="2136"/>
                    <a:pt x="3183" y="2136"/>
                    <a:pt x="3183" y="2136"/>
                  </a:cubicBezTo>
                  <a:lnTo>
                    <a:pt x="3257" y="1790"/>
                  </a:lnTo>
                  <a:close/>
                  <a:moveTo>
                    <a:pt x="158" y="1980"/>
                  </a:moveTo>
                  <a:cubicBezTo>
                    <a:pt x="159" y="1971"/>
                    <a:pt x="164" y="1935"/>
                    <a:pt x="137" y="1935"/>
                  </a:cubicBezTo>
                  <a:cubicBezTo>
                    <a:pt x="103" y="1935"/>
                    <a:pt x="89" y="1986"/>
                    <a:pt x="83" y="2012"/>
                  </a:cubicBezTo>
                  <a:cubicBezTo>
                    <a:pt x="80" y="2026"/>
                    <a:pt x="72" y="2069"/>
                    <a:pt x="85" y="2087"/>
                  </a:cubicBezTo>
                  <a:cubicBezTo>
                    <a:pt x="90" y="2094"/>
                    <a:pt x="97" y="2095"/>
                    <a:pt x="102" y="2095"/>
                  </a:cubicBezTo>
                  <a:cubicBezTo>
                    <a:pt x="109" y="2095"/>
                    <a:pt x="133" y="2092"/>
                    <a:pt x="145" y="2048"/>
                  </a:cubicBezTo>
                  <a:cubicBezTo>
                    <a:pt x="215" y="2048"/>
                    <a:pt x="215" y="2048"/>
                    <a:pt x="215" y="2048"/>
                  </a:cubicBezTo>
                  <a:cubicBezTo>
                    <a:pt x="210" y="2067"/>
                    <a:pt x="201" y="2097"/>
                    <a:pt x="168" y="2120"/>
                  </a:cubicBezTo>
                  <a:cubicBezTo>
                    <a:pt x="148" y="2135"/>
                    <a:pt x="124" y="2143"/>
                    <a:pt x="94" y="2143"/>
                  </a:cubicBezTo>
                  <a:cubicBezTo>
                    <a:pt x="62" y="2143"/>
                    <a:pt x="35" y="2135"/>
                    <a:pt x="18" y="2110"/>
                  </a:cubicBezTo>
                  <a:cubicBezTo>
                    <a:pt x="2" y="2086"/>
                    <a:pt x="0" y="2053"/>
                    <a:pt x="8" y="2015"/>
                  </a:cubicBezTo>
                  <a:cubicBezTo>
                    <a:pt x="32" y="1904"/>
                    <a:pt x="116" y="1889"/>
                    <a:pt x="148" y="1889"/>
                  </a:cubicBezTo>
                  <a:cubicBezTo>
                    <a:pt x="193" y="1889"/>
                    <a:pt x="241" y="1914"/>
                    <a:pt x="228" y="1980"/>
                  </a:cubicBezTo>
                  <a:lnTo>
                    <a:pt x="158" y="1980"/>
                  </a:lnTo>
                  <a:close/>
                  <a:moveTo>
                    <a:pt x="3764" y="1980"/>
                  </a:moveTo>
                  <a:cubicBezTo>
                    <a:pt x="3765" y="1971"/>
                    <a:pt x="3770" y="1935"/>
                    <a:pt x="3742" y="1935"/>
                  </a:cubicBezTo>
                  <a:cubicBezTo>
                    <a:pt x="3709" y="1935"/>
                    <a:pt x="3694" y="1986"/>
                    <a:pt x="3688" y="2012"/>
                  </a:cubicBezTo>
                  <a:cubicBezTo>
                    <a:pt x="3685" y="2026"/>
                    <a:pt x="3678" y="2069"/>
                    <a:pt x="3691" y="2087"/>
                  </a:cubicBezTo>
                  <a:cubicBezTo>
                    <a:pt x="3695" y="2094"/>
                    <a:pt x="3703" y="2095"/>
                    <a:pt x="3708" y="2095"/>
                  </a:cubicBezTo>
                  <a:cubicBezTo>
                    <a:pt x="3715" y="2095"/>
                    <a:pt x="3738" y="2092"/>
                    <a:pt x="3751" y="2048"/>
                  </a:cubicBezTo>
                  <a:cubicBezTo>
                    <a:pt x="3820" y="2048"/>
                    <a:pt x="3820" y="2048"/>
                    <a:pt x="3820" y="2048"/>
                  </a:cubicBezTo>
                  <a:cubicBezTo>
                    <a:pt x="3816" y="2067"/>
                    <a:pt x="3807" y="2097"/>
                    <a:pt x="3774" y="2120"/>
                  </a:cubicBezTo>
                  <a:cubicBezTo>
                    <a:pt x="3754" y="2135"/>
                    <a:pt x="3730" y="2143"/>
                    <a:pt x="3700" y="2143"/>
                  </a:cubicBezTo>
                  <a:cubicBezTo>
                    <a:pt x="3668" y="2143"/>
                    <a:pt x="3641" y="2135"/>
                    <a:pt x="3624" y="2110"/>
                  </a:cubicBezTo>
                  <a:cubicBezTo>
                    <a:pt x="3608" y="2086"/>
                    <a:pt x="3606" y="2053"/>
                    <a:pt x="3614" y="2015"/>
                  </a:cubicBezTo>
                  <a:cubicBezTo>
                    <a:pt x="3638" y="1904"/>
                    <a:pt x="3722" y="1889"/>
                    <a:pt x="3754" y="1889"/>
                  </a:cubicBezTo>
                  <a:cubicBezTo>
                    <a:pt x="3799" y="1889"/>
                    <a:pt x="3847" y="1914"/>
                    <a:pt x="3834" y="1980"/>
                  </a:cubicBezTo>
                  <a:lnTo>
                    <a:pt x="3764" y="1980"/>
                  </a:lnTo>
                  <a:close/>
                  <a:moveTo>
                    <a:pt x="4010" y="1888"/>
                  </a:moveTo>
                  <a:cubicBezTo>
                    <a:pt x="4098" y="1888"/>
                    <a:pt x="4123" y="1948"/>
                    <a:pt x="4109" y="2015"/>
                  </a:cubicBezTo>
                  <a:cubicBezTo>
                    <a:pt x="4094" y="2083"/>
                    <a:pt x="4042" y="2145"/>
                    <a:pt x="3954" y="2145"/>
                  </a:cubicBezTo>
                  <a:cubicBezTo>
                    <a:pt x="3884" y="2145"/>
                    <a:pt x="3839" y="2102"/>
                    <a:pt x="3857" y="2017"/>
                  </a:cubicBezTo>
                  <a:cubicBezTo>
                    <a:pt x="3870" y="1959"/>
                    <a:pt x="3914" y="1888"/>
                    <a:pt x="4010" y="1888"/>
                  </a:cubicBezTo>
                  <a:moveTo>
                    <a:pt x="3967" y="2095"/>
                  </a:moveTo>
                  <a:cubicBezTo>
                    <a:pt x="3998" y="2095"/>
                    <a:pt x="4023" y="2077"/>
                    <a:pt x="4037" y="2012"/>
                  </a:cubicBezTo>
                  <a:cubicBezTo>
                    <a:pt x="4044" y="1980"/>
                    <a:pt x="4047" y="1935"/>
                    <a:pt x="4000" y="1935"/>
                  </a:cubicBezTo>
                  <a:cubicBezTo>
                    <a:pt x="3948" y="1935"/>
                    <a:pt x="3935" y="1995"/>
                    <a:pt x="3930" y="2018"/>
                  </a:cubicBezTo>
                  <a:cubicBezTo>
                    <a:pt x="3918" y="2072"/>
                    <a:pt x="3932" y="2095"/>
                    <a:pt x="3967" y="2095"/>
                  </a:cubicBezTo>
                  <a:moveTo>
                    <a:pt x="4173" y="1939"/>
                  </a:moveTo>
                  <a:cubicBezTo>
                    <a:pt x="4176" y="1924"/>
                    <a:pt x="4178" y="1909"/>
                    <a:pt x="4180" y="1894"/>
                  </a:cubicBezTo>
                  <a:cubicBezTo>
                    <a:pt x="4248" y="1894"/>
                    <a:pt x="4248" y="1894"/>
                    <a:pt x="4248" y="1894"/>
                  </a:cubicBezTo>
                  <a:cubicBezTo>
                    <a:pt x="4245" y="1925"/>
                    <a:pt x="4245" y="1925"/>
                    <a:pt x="4245" y="1925"/>
                  </a:cubicBezTo>
                  <a:cubicBezTo>
                    <a:pt x="4254" y="1915"/>
                    <a:pt x="4279" y="1889"/>
                    <a:pt x="4327" y="1889"/>
                  </a:cubicBezTo>
                  <a:cubicBezTo>
                    <a:pt x="4383" y="1889"/>
                    <a:pt x="4392" y="1923"/>
                    <a:pt x="4394" y="1934"/>
                  </a:cubicBezTo>
                  <a:cubicBezTo>
                    <a:pt x="4423" y="1895"/>
                    <a:pt x="4456" y="1889"/>
                    <a:pt x="4481" y="1889"/>
                  </a:cubicBezTo>
                  <a:cubicBezTo>
                    <a:pt x="4530" y="1889"/>
                    <a:pt x="4544" y="1918"/>
                    <a:pt x="4547" y="1928"/>
                  </a:cubicBezTo>
                  <a:cubicBezTo>
                    <a:pt x="4555" y="1949"/>
                    <a:pt x="4548" y="1978"/>
                    <a:pt x="4544" y="1999"/>
                  </a:cubicBezTo>
                  <a:cubicBezTo>
                    <a:pt x="4515" y="2136"/>
                    <a:pt x="4515" y="2136"/>
                    <a:pt x="4515" y="2136"/>
                  </a:cubicBezTo>
                  <a:cubicBezTo>
                    <a:pt x="4443" y="2136"/>
                    <a:pt x="4443" y="2136"/>
                    <a:pt x="4443" y="2136"/>
                  </a:cubicBezTo>
                  <a:cubicBezTo>
                    <a:pt x="4473" y="1994"/>
                    <a:pt x="4473" y="1994"/>
                    <a:pt x="4473" y="1994"/>
                  </a:cubicBezTo>
                  <a:cubicBezTo>
                    <a:pt x="4479" y="1968"/>
                    <a:pt x="4481" y="1939"/>
                    <a:pt x="4444" y="1939"/>
                  </a:cubicBezTo>
                  <a:cubicBezTo>
                    <a:pt x="4401" y="1939"/>
                    <a:pt x="4392" y="1979"/>
                    <a:pt x="4385" y="2015"/>
                  </a:cubicBezTo>
                  <a:cubicBezTo>
                    <a:pt x="4358" y="2136"/>
                    <a:pt x="4358" y="2136"/>
                    <a:pt x="4358" y="2136"/>
                  </a:cubicBezTo>
                  <a:cubicBezTo>
                    <a:pt x="4286" y="2136"/>
                    <a:pt x="4286" y="2136"/>
                    <a:pt x="4286" y="2136"/>
                  </a:cubicBezTo>
                  <a:cubicBezTo>
                    <a:pt x="4318" y="1992"/>
                    <a:pt x="4318" y="1992"/>
                    <a:pt x="4318" y="1992"/>
                  </a:cubicBezTo>
                  <a:cubicBezTo>
                    <a:pt x="4321" y="1974"/>
                    <a:pt x="4328" y="1939"/>
                    <a:pt x="4289" y="1939"/>
                  </a:cubicBezTo>
                  <a:cubicBezTo>
                    <a:pt x="4244" y="1939"/>
                    <a:pt x="4236" y="1977"/>
                    <a:pt x="4232" y="1994"/>
                  </a:cubicBezTo>
                  <a:cubicBezTo>
                    <a:pt x="4202" y="2136"/>
                    <a:pt x="4202" y="2136"/>
                    <a:pt x="4202" y="2136"/>
                  </a:cubicBezTo>
                  <a:cubicBezTo>
                    <a:pt x="4131" y="2136"/>
                    <a:pt x="4131" y="2136"/>
                    <a:pt x="4131" y="2136"/>
                  </a:cubicBezTo>
                  <a:lnTo>
                    <a:pt x="4173" y="1939"/>
                  </a:lnTo>
                  <a:close/>
                  <a:moveTo>
                    <a:pt x="4694" y="1894"/>
                  </a:moveTo>
                  <a:cubicBezTo>
                    <a:pt x="4689" y="1928"/>
                    <a:pt x="4689" y="1928"/>
                    <a:pt x="4689" y="1928"/>
                  </a:cubicBezTo>
                  <a:cubicBezTo>
                    <a:pt x="4719" y="1889"/>
                    <a:pt x="4759" y="1889"/>
                    <a:pt x="4771" y="1889"/>
                  </a:cubicBezTo>
                  <a:cubicBezTo>
                    <a:pt x="4834" y="1889"/>
                    <a:pt x="4862" y="1936"/>
                    <a:pt x="4846" y="2010"/>
                  </a:cubicBezTo>
                  <a:cubicBezTo>
                    <a:pt x="4832" y="2079"/>
                    <a:pt x="4783" y="2140"/>
                    <a:pt x="4713" y="2140"/>
                  </a:cubicBezTo>
                  <a:cubicBezTo>
                    <a:pt x="4669" y="2140"/>
                    <a:pt x="4656" y="2117"/>
                    <a:pt x="4652" y="2109"/>
                  </a:cubicBezTo>
                  <a:cubicBezTo>
                    <a:pt x="4626" y="2229"/>
                    <a:pt x="4626" y="2229"/>
                    <a:pt x="4626" y="2229"/>
                  </a:cubicBezTo>
                  <a:cubicBezTo>
                    <a:pt x="4554" y="2229"/>
                    <a:pt x="4554" y="2229"/>
                    <a:pt x="4554" y="2229"/>
                  </a:cubicBezTo>
                  <a:cubicBezTo>
                    <a:pt x="4625" y="1894"/>
                    <a:pt x="4625" y="1894"/>
                    <a:pt x="4625" y="1894"/>
                  </a:cubicBezTo>
                  <a:lnTo>
                    <a:pt x="4694" y="1894"/>
                  </a:lnTo>
                  <a:close/>
                  <a:moveTo>
                    <a:pt x="4774" y="2013"/>
                  </a:moveTo>
                  <a:cubicBezTo>
                    <a:pt x="4780" y="1984"/>
                    <a:pt x="4783" y="1935"/>
                    <a:pt x="4741" y="1935"/>
                  </a:cubicBezTo>
                  <a:cubicBezTo>
                    <a:pt x="4718" y="1935"/>
                    <a:pt x="4682" y="1952"/>
                    <a:pt x="4668" y="2017"/>
                  </a:cubicBezTo>
                  <a:cubicBezTo>
                    <a:pt x="4665" y="2031"/>
                    <a:pt x="4652" y="2093"/>
                    <a:pt x="4705" y="2093"/>
                  </a:cubicBezTo>
                  <a:cubicBezTo>
                    <a:pt x="4738" y="2093"/>
                    <a:pt x="4763" y="2061"/>
                    <a:pt x="4774" y="2013"/>
                  </a:cubicBezTo>
                  <a:moveTo>
                    <a:pt x="4936" y="1789"/>
                  </a:moveTo>
                  <a:cubicBezTo>
                    <a:pt x="5007" y="1789"/>
                    <a:pt x="5007" y="1789"/>
                    <a:pt x="5007" y="1789"/>
                  </a:cubicBezTo>
                  <a:cubicBezTo>
                    <a:pt x="4933" y="2136"/>
                    <a:pt x="4933" y="2136"/>
                    <a:pt x="4933" y="2136"/>
                  </a:cubicBezTo>
                  <a:cubicBezTo>
                    <a:pt x="4862" y="2136"/>
                    <a:pt x="4862" y="2136"/>
                    <a:pt x="4862" y="2136"/>
                  </a:cubicBezTo>
                  <a:lnTo>
                    <a:pt x="4936" y="1789"/>
                  </a:lnTo>
                  <a:close/>
                  <a:moveTo>
                    <a:pt x="5068" y="2033"/>
                  </a:moveTo>
                  <a:cubicBezTo>
                    <a:pt x="5064" y="2049"/>
                    <a:pt x="5054" y="2098"/>
                    <a:pt x="5104" y="2098"/>
                  </a:cubicBezTo>
                  <a:cubicBezTo>
                    <a:pt x="5121" y="2098"/>
                    <a:pt x="5140" y="2091"/>
                    <a:pt x="5153" y="2064"/>
                  </a:cubicBezTo>
                  <a:cubicBezTo>
                    <a:pt x="5218" y="2064"/>
                    <a:pt x="5218" y="2064"/>
                    <a:pt x="5218" y="2064"/>
                  </a:cubicBezTo>
                  <a:cubicBezTo>
                    <a:pt x="5214" y="2076"/>
                    <a:pt x="5208" y="2097"/>
                    <a:pt x="5184" y="2117"/>
                  </a:cubicBezTo>
                  <a:cubicBezTo>
                    <a:pt x="5162" y="2136"/>
                    <a:pt x="5128" y="2145"/>
                    <a:pt x="5092" y="2145"/>
                  </a:cubicBezTo>
                  <a:cubicBezTo>
                    <a:pt x="5072" y="2145"/>
                    <a:pt x="5033" y="2142"/>
                    <a:pt x="5013" y="2115"/>
                  </a:cubicBezTo>
                  <a:cubicBezTo>
                    <a:pt x="4996" y="2092"/>
                    <a:pt x="4994" y="2060"/>
                    <a:pt x="5002" y="2021"/>
                  </a:cubicBezTo>
                  <a:cubicBezTo>
                    <a:pt x="5011" y="1981"/>
                    <a:pt x="5030" y="1934"/>
                    <a:pt x="5077" y="1906"/>
                  </a:cubicBezTo>
                  <a:cubicBezTo>
                    <a:pt x="5099" y="1893"/>
                    <a:pt x="5123" y="1886"/>
                    <a:pt x="5150" y="1886"/>
                  </a:cubicBezTo>
                  <a:cubicBezTo>
                    <a:pt x="5184" y="1886"/>
                    <a:pt x="5222" y="1899"/>
                    <a:pt x="5235" y="1944"/>
                  </a:cubicBezTo>
                  <a:cubicBezTo>
                    <a:pt x="5244" y="1977"/>
                    <a:pt x="5236" y="2013"/>
                    <a:pt x="5231" y="2033"/>
                  </a:cubicBezTo>
                  <a:lnTo>
                    <a:pt x="5068" y="2033"/>
                  </a:lnTo>
                  <a:close/>
                  <a:moveTo>
                    <a:pt x="5167" y="1988"/>
                  </a:moveTo>
                  <a:cubicBezTo>
                    <a:pt x="5170" y="1977"/>
                    <a:pt x="5178" y="1934"/>
                    <a:pt x="5137" y="1934"/>
                  </a:cubicBezTo>
                  <a:cubicBezTo>
                    <a:pt x="5105" y="1934"/>
                    <a:pt x="5087" y="1960"/>
                    <a:pt x="5080" y="1988"/>
                  </a:cubicBezTo>
                  <a:lnTo>
                    <a:pt x="5167" y="1988"/>
                  </a:lnTo>
                  <a:close/>
                  <a:moveTo>
                    <a:pt x="5353" y="1894"/>
                  </a:moveTo>
                  <a:cubicBezTo>
                    <a:pt x="5382" y="1973"/>
                    <a:pt x="5382" y="1973"/>
                    <a:pt x="5382" y="1973"/>
                  </a:cubicBezTo>
                  <a:cubicBezTo>
                    <a:pt x="5447" y="1894"/>
                    <a:pt x="5447" y="1894"/>
                    <a:pt x="5447" y="1894"/>
                  </a:cubicBezTo>
                  <a:cubicBezTo>
                    <a:pt x="5520" y="1894"/>
                    <a:pt x="5520" y="1894"/>
                    <a:pt x="5520" y="1894"/>
                  </a:cubicBezTo>
                  <a:cubicBezTo>
                    <a:pt x="5417" y="2012"/>
                    <a:pt x="5417" y="2012"/>
                    <a:pt x="5417" y="2012"/>
                  </a:cubicBezTo>
                  <a:cubicBezTo>
                    <a:pt x="5471" y="2136"/>
                    <a:pt x="5471" y="2136"/>
                    <a:pt x="5471" y="2136"/>
                  </a:cubicBezTo>
                  <a:cubicBezTo>
                    <a:pt x="5388" y="2136"/>
                    <a:pt x="5388" y="2136"/>
                    <a:pt x="5388" y="2136"/>
                  </a:cubicBezTo>
                  <a:cubicBezTo>
                    <a:pt x="5357" y="2047"/>
                    <a:pt x="5357" y="2047"/>
                    <a:pt x="5357" y="2047"/>
                  </a:cubicBezTo>
                  <a:cubicBezTo>
                    <a:pt x="5289" y="2136"/>
                    <a:pt x="5289" y="2136"/>
                    <a:pt x="5289" y="2136"/>
                  </a:cubicBezTo>
                  <a:cubicBezTo>
                    <a:pt x="5214" y="2136"/>
                    <a:pt x="5214" y="2136"/>
                    <a:pt x="5214" y="2136"/>
                  </a:cubicBezTo>
                  <a:cubicBezTo>
                    <a:pt x="5323" y="2006"/>
                    <a:pt x="5323" y="2006"/>
                    <a:pt x="5323" y="2006"/>
                  </a:cubicBezTo>
                  <a:cubicBezTo>
                    <a:pt x="5269" y="1894"/>
                    <a:pt x="5269" y="1894"/>
                    <a:pt x="5269" y="1894"/>
                  </a:cubicBezTo>
                  <a:lnTo>
                    <a:pt x="5353" y="1894"/>
                  </a:lnTo>
                  <a:close/>
                  <a:moveTo>
                    <a:pt x="5553" y="1893"/>
                  </a:moveTo>
                  <a:cubicBezTo>
                    <a:pt x="5625" y="1893"/>
                    <a:pt x="5625" y="1893"/>
                    <a:pt x="5625" y="1893"/>
                  </a:cubicBezTo>
                  <a:cubicBezTo>
                    <a:pt x="5573" y="2136"/>
                    <a:pt x="5573" y="2136"/>
                    <a:pt x="5573" y="2136"/>
                  </a:cubicBezTo>
                  <a:cubicBezTo>
                    <a:pt x="5501" y="2136"/>
                    <a:pt x="5501" y="2136"/>
                    <a:pt x="5501" y="2136"/>
                  </a:cubicBezTo>
                  <a:lnTo>
                    <a:pt x="5553" y="1893"/>
                  </a:lnTo>
                  <a:close/>
                  <a:moveTo>
                    <a:pt x="5573" y="1790"/>
                  </a:moveTo>
                  <a:cubicBezTo>
                    <a:pt x="5648" y="1790"/>
                    <a:pt x="5648" y="1790"/>
                    <a:pt x="5648" y="1790"/>
                  </a:cubicBezTo>
                  <a:cubicBezTo>
                    <a:pt x="5636" y="1851"/>
                    <a:pt x="5636" y="1851"/>
                    <a:pt x="5636" y="1851"/>
                  </a:cubicBezTo>
                  <a:cubicBezTo>
                    <a:pt x="5560" y="1851"/>
                    <a:pt x="5560" y="1851"/>
                    <a:pt x="5560" y="1851"/>
                  </a:cubicBezTo>
                  <a:lnTo>
                    <a:pt x="5573" y="1790"/>
                  </a:lnTo>
                  <a:close/>
                  <a:moveTo>
                    <a:pt x="5775" y="2133"/>
                  </a:moveTo>
                  <a:cubicBezTo>
                    <a:pt x="5752" y="2139"/>
                    <a:pt x="5730" y="2141"/>
                    <a:pt x="5719" y="2141"/>
                  </a:cubicBezTo>
                  <a:cubicBezTo>
                    <a:pt x="5647" y="2141"/>
                    <a:pt x="5657" y="2095"/>
                    <a:pt x="5662" y="2075"/>
                  </a:cubicBezTo>
                  <a:cubicBezTo>
                    <a:pt x="5689" y="1942"/>
                    <a:pt x="5689" y="1942"/>
                    <a:pt x="5689" y="1942"/>
                  </a:cubicBezTo>
                  <a:cubicBezTo>
                    <a:pt x="5643" y="1942"/>
                    <a:pt x="5643" y="1942"/>
                    <a:pt x="5643" y="1942"/>
                  </a:cubicBezTo>
                  <a:cubicBezTo>
                    <a:pt x="5653" y="1895"/>
                    <a:pt x="5653" y="1895"/>
                    <a:pt x="5653" y="1895"/>
                  </a:cubicBezTo>
                  <a:cubicBezTo>
                    <a:pt x="5700" y="1895"/>
                    <a:pt x="5700" y="1895"/>
                    <a:pt x="5700" y="1895"/>
                  </a:cubicBezTo>
                  <a:cubicBezTo>
                    <a:pt x="5710" y="1848"/>
                    <a:pt x="5710" y="1848"/>
                    <a:pt x="5710" y="1848"/>
                  </a:cubicBezTo>
                  <a:cubicBezTo>
                    <a:pt x="5786" y="1822"/>
                    <a:pt x="5786" y="1822"/>
                    <a:pt x="5786" y="1822"/>
                  </a:cubicBezTo>
                  <a:cubicBezTo>
                    <a:pt x="5770" y="1895"/>
                    <a:pt x="5770" y="1895"/>
                    <a:pt x="5770" y="1895"/>
                  </a:cubicBezTo>
                  <a:cubicBezTo>
                    <a:pt x="5828" y="1895"/>
                    <a:pt x="5828" y="1895"/>
                    <a:pt x="5828" y="1895"/>
                  </a:cubicBezTo>
                  <a:cubicBezTo>
                    <a:pt x="5818" y="1942"/>
                    <a:pt x="5818" y="1942"/>
                    <a:pt x="5818" y="1942"/>
                  </a:cubicBezTo>
                  <a:cubicBezTo>
                    <a:pt x="5760" y="1942"/>
                    <a:pt x="5760" y="1942"/>
                    <a:pt x="5760" y="1942"/>
                  </a:cubicBezTo>
                  <a:cubicBezTo>
                    <a:pt x="5736" y="2052"/>
                    <a:pt x="5736" y="2052"/>
                    <a:pt x="5736" y="2052"/>
                  </a:cubicBezTo>
                  <a:cubicBezTo>
                    <a:pt x="5733" y="2074"/>
                    <a:pt x="5729" y="2088"/>
                    <a:pt x="5761" y="2088"/>
                  </a:cubicBezTo>
                  <a:cubicBezTo>
                    <a:pt x="5772" y="2088"/>
                    <a:pt x="5777" y="2087"/>
                    <a:pt x="5786" y="2086"/>
                  </a:cubicBezTo>
                  <a:lnTo>
                    <a:pt x="5775" y="2133"/>
                  </a:lnTo>
                  <a:close/>
                  <a:moveTo>
                    <a:pt x="5921" y="1894"/>
                  </a:moveTo>
                  <a:cubicBezTo>
                    <a:pt x="5939" y="2062"/>
                    <a:pt x="5939" y="2062"/>
                    <a:pt x="5939" y="2062"/>
                  </a:cubicBezTo>
                  <a:cubicBezTo>
                    <a:pt x="6028" y="1894"/>
                    <a:pt x="6028" y="1894"/>
                    <a:pt x="6028" y="1894"/>
                  </a:cubicBezTo>
                  <a:cubicBezTo>
                    <a:pt x="6099" y="1894"/>
                    <a:pt x="6099" y="1894"/>
                    <a:pt x="6099" y="1894"/>
                  </a:cubicBezTo>
                  <a:cubicBezTo>
                    <a:pt x="5957" y="2132"/>
                    <a:pt x="5957" y="2132"/>
                    <a:pt x="5957" y="2132"/>
                  </a:cubicBezTo>
                  <a:cubicBezTo>
                    <a:pt x="5907" y="2229"/>
                    <a:pt x="5907" y="2229"/>
                    <a:pt x="5907" y="2229"/>
                  </a:cubicBezTo>
                  <a:cubicBezTo>
                    <a:pt x="5835" y="2229"/>
                    <a:pt x="5835" y="2229"/>
                    <a:pt x="5835" y="2229"/>
                  </a:cubicBezTo>
                  <a:cubicBezTo>
                    <a:pt x="5886" y="2137"/>
                    <a:pt x="5886" y="2137"/>
                    <a:pt x="5886" y="2137"/>
                  </a:cubicBezTo>
                  <a:cubicBezTo>
                    <a:pt x="5844" y="1894"/>
                    <a:pt x="5844" y="1894"/>
                    <a:pt x="5844" y="1894"/>
                  </a:cubicBezTo>
                  <a:lnTo>
                    <a:pt x="5921" y="1894"/>
                  </a:ln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sp>
          <p:nvSpPr>
            <p:cNvPr id="14" name="Freeform 15"/>
            <p:cNvSpPr>
              <a:spLocks noEditPoints="1"/>
            </p:cNvSpPr>
            <p:nvPr userDrawn="1"/>
          </p:nvSpPr>
          <p:spPr bwMode="auto">
            <a:xfrm>
              <a:off x="-2592388" y="0"/>
              <a:ext cx="2592388" cy="1530350"/>
            </a:xfrm>
            <a:custGeom>
              <a:avLst/>
              <a:gdLst/>
              <a:ahLst/>
              <a:cxnLst>
                <a:cxn ang="0">
                  <a:pos x="176" y="248"/>
                </a:cxn>
                <a:cxn ang="0">
                  <a:pos x="0" y="248"/>
                </a:cxn>
                <a:cxn ang="0">
                  <a:pos x="0" y="0"/>
                </a:cxn>
                <a:cxn ang="0">
                  <a:pos x="176" y="0"/>
                </a:cxn>
                <a:cxn ang="0">
                  <a:pos x="176" y="248"/>
                </a:cxn>
                <a:cxn ang="0">
                  <a:pos x="176" y="716"/>
                </a:cxn>
                <a:cxn ang="0">
                  <a:pos x="0" y="716"/>
                </a:cxn>
                <a:cxn ang="0">
                  <a:pos x="0" y="964"/>
                </a:cxn>
                <a:cxn ang="0">
                  <a:pos x="176" y="964"/>
                </a:cxn>
                <a:cxn ang="0">
                  <a:pos x="176" y="716"/>
                </a:cxn>
                <a:cxn ang="0">
                  <a:pos x="1633" y="0"/>
                </a:cxn>
                <a:cxn ang="0">
                  <a:pos x="1457" y="0"/>
                </a:cxn>
                <a:cxn ang="0">
                  <a:pos x="1457" y="248"/>
                </a:cxn>
                <a:cxn ang="0">
                  <a:pos x="1633" y="248"/>
                </a:cxn>
                <a:cxn ang="0">
                  <a:pos x="1633" y="0"/>
                </a:cxn>
                <a:cxn ang="0">
                  <a:pos x="1633" y="716"/>
                </a:cxn>
                <a:cxn ang="0">
                  <a:pos x="1457" y="716"/>
                </a:cxn>
                <a:cxn ang="0">
                  <a:pos x="1457" y="964"/>
                </a:cxn>
                <a:cxn ang="0">
                  <a:pos x="1633" y="964"/>
                </a:cxn>
                <a:cxn ang="0">
                  <a:pos x="1633" y="716"/>
                </a:cxn>
              </a:cxnLst>
              <a:rect l="0" t="0" r="r" b="b"/>
              <a:pathLst>
                <a:path w="1633" h="964">
                  <a:moveTo>
                    <a:pt x="176" y="248"/>
                  </a:moveTo>
                  <a:lnTo>
                    <a:pt x="0" y="248"/>
                  </a:lnTo>
                  <a:lnTo>
                    <a:pt x="0" y="0"/>
                  </a:lnTo>
                  <a:lnTo>
                    <a:pt x="176" y="0"/>
                  </a:lnTo>
                  <a:lnTo>
                    <a:pt x="176" y="248"/>
                  </a:lnTo>
                  <a:close/>
                  <a:moveTo>
                    <a:pt x="176" y="716"/>
                  </a:moveTo>
                  <a:lnTo>
                    <a:pt x="0" y="716"/>
                  </a:lnTo>
                  <a:lnTo>
                    <a:pt x="0" y="964"/>
                  </a:lnTo>
                  <a:lnTo>
                    <a:pt x="176" y="964"/>
                  </a:lnTo>
                  <a:lnTo>
                    <a:pt x="176" y="716"/>
                  </a:lnTo>
                  <a:close/>
                  <a:moveTo>
                    <a:pt x="1633" y="0"/>
                  </a:moveTo>
                  <a:lnTo>
                    <a:pt x="1457" y="0"/>
                  </a:lnTo>
                  <a:lnTo>
                    <a:pt x="1457" y="248"/>
                  </a:lnTo>
                  <a:lnTo>
                    <a:pt x="1633" y="248"/>
                  </a:lnTo>
                  <a:lnTo>
                    <a:pt x="1633" y="0"/>
                  </a:lnTo>
                  <a:close/>
                  <a:moveTo>
                    <a:pt x="1633" y="716"/>
                  </a:moveTo>
                  <a:lnTo>
                    <a:pt x="1457" y="716"/>
                  </a:lnTo>
                  <a:lnTo>
                    <a:pt x="1457" y="964"/>
                  </a:lnTo>
                  <a:lnTo>
                    <a:pt x="1633" y="964"/>
                  </a:lnTo>
                  <a:lnTo>
                    <a:pt x="1633" y="716"/>
                  </a:ln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grpSp>
    </p:spTree>
    <p:extLst>
      <p:ext uri="{BB962C8B-B14F-4D97-AF65-F5344CB8AC3E}">
        <p14:creationId xmlns:p14="http://schemas.microsoft.com/office/powerpoint/2010/main" val="35546772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Title Slide 3">
    <p:spTree>
      <p:nvGrpSpPr>
        <p:cNvPr id="1" name=""/>
        <p:cNvGrpSpPr/>
        <p:nvPr/>
      </p:nvGrpSpPr>
      <p:grpSpPr>
        <a:xfrm>
          <a:off x="0" y="0"/>
          <a:ext cx="0" cy="0"/>
          <a:chOff x="0" y="0"/>
          <a:chExt cx="0" cy="0"/>
        </a:xfrm>
      </p:grpSpPr>
      <p:sp>
        <p:nvSpPr>
          <p:cNvPr id="1030" name="Freeform 6"/>
          <p:cNvSpPr>
            <a:spLocks noEditPoints="1"/>
          </p:cNvSpPr>
          <p:nvPr/>
        </p:nvSpPr>
        <p:spPr bwMode="gray">
          <a:xfrm>
            <a:off x="0" y="547687"/>
            <a:ext cx="4683125" cy="4848226"/>
          </a:xfrm>
          <a:custGeom>
            <a:avLst/>
            <a:gdLst/>
            <a:ahLst/>
            <a:cxnLst>
              <a:cxn ang="0">
                <a:pos x="2950" y="0"/>
              </a:cxn>
              <a:cxn ang="0">
                <a:pos x="433" y="0"/>
              </a:cxn>
              <a:cxn ang="0">
                <a:pos x="0" y="1461"/>
              </a:cxn>
              <a:cxn ang="0">
                <a:pos x="0" y="3054"/>
              </a:cxn>
              <a:cxn ang="0">
                <a:pos x="2046" y="3054"/>
              </a:cxn>
              <a:cxn ang="0">
                <a:pos x="2950" y="0"/>
              </a:cxn>
              <a:cxn ang="0">
                <a:pos x="2950" y="0"/>
              </a:cxn>
              <a:cxn ang="0">
                <a:pos x="2950" y="0"/>
              </a:cxn>
            </a:cxnLst>
            <a:rect l="0" t="0" r="r" b="b"/>
            <a:pathLst>
              <a:path w="2950" h="3054">
                <a:moveTo>
                  <a:pt x="2950" y="0"/>
                </a:moveTo>
                <a:lnTo>
                  <a:pt x="433" y="0"/>
                </a:lnTo>
                <a:lnTo>
                  <a:pt x="0" y="1461"/>
                </a:lnTo>
                <a:lnTo>
                  <a:pt x="0" y="3054"/>
                </a:lnTo>
                <a:lnTo>
                  <a:pt x="2046" y="3054"/>
                </a:lnTo>
                <a:lnTo>
                  <a:pt x="2950" y="0"/>
                </a:lnTo>
                <a:close/>
                <a:moveTo>
                  <a:pt x="2950" y="0"/>
                </a:moveTo>
                <a:lnTo>
                  <a:pt x="2950"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15" name="Title 9"/>
          <p:cNvSpPr>
            <a:spLocks noGrp="1"/>
          </p:cNvSpPr>
          <p:nvPr>
            <p:ph type="title"/>
          </p:nvPr>
        </p:nvSpPr>
        <p:spPr bwMode="gray">
          <a:xfrm>
            <a:off x="827088" y="1844824"/>
            <a:ext cx="2880816" cy="1943892"/>
          </a:xfrm>
          <a:noFill/>
          <a:ln w="9525">
            <a:noFill/>
            <a:miter lim="800000"/>
            <a:headEnd/>
            <a:tailEnd/>
          </a:ln>
        </p:spPr>
        <p:txBody>
          <a:bodyPr vert="horz" wrap="square" lIns="0" tIns="0" rIns="0" bIns="0" numCol="1" anchor="t" anchorCtr="0" compatLnSpc="1">
            <a:prstTxWarp prst="textNoShape">
              <a:avLst/>
            </a:prstTxWarp>
            <a:normAutofit/>
          </a:bodyPr>
          <a:lstStyle>
            <a:lvl1pPr algn="l" rtl="0" eaLnBrk="1" fontAlgn="base" hangingPunct="1">
              <a:spcBef>
                <a:spcPct val="40000"/>
              </a:spcBef>
              <a:spcAft>
                <a:spcPct val="0"/>
              </a:spcAft>
              <a:defRPr lang="en-GB" sz="3000" b="1" dirty="0" smtClean="0">
                <a:solidFill>
                  <a:schemeClr val="bg1"/>
                </a:solidFill>
                <a:latin typeface="+mj-lt"/>
                <a:ea typeface="+mj-ea"/>
                <a:cs typeface="+mj-cs"/>
              </a:defRPr>
            </a:lvl1pPr>
            <a:lvl2pPr>
              <a:defRPr lang="en-GB" sz="3000" b="1" dirty="0">
                <a:solidFill>
                  <a:schemeClr val="bg1"/>
                </a:solidFill>
                <a:latin typeface="+mj-lt"/>
              </a:defRPr>
            </a:lvl2pPr>
            <a:lvl3pPr>
              <a:defRPr lang="en-GB" sz="3000" b="1" dirty="0">
                <a:solidFill>
                  <a:schemeClr val="bg1"/>
                </a:solidFill>
                <a:latin typeface="+mj-lt"/>
              </a:defRPr>
            </a:lvl3pPr>
            <a:lvl4pPr>
              <a:defRPr lang="en-GB" sz="3000" b="1" dirty="0">
                <a:solidFill>
                  <a:schemeClr val="bg1"/>
                </a:solidFill>
                <a:latin typeface="+mj-lt"/>
              </a:defRPr>
            </a:lvl4pPr>
            <a:lvl5pPr>
              <a:defRPr lang="en-GB" sz="3000" b="1" dirty="0">
                <a:solidFill>
                  <a:schemeClr val="bg1"/>
                </a:solidFill>
                <a:latin typeface="+mj-lt"/>
              </a:defRPr>
            </a:lvl5pPr>
            <a:lvl6pPr>
              <a:defRPr lang="en-GB" sz="3000" b="1" dirty="0">
                <a:solidFill>
                  <a:schemeClr val="bg1"/>
                </a:solidFill>
                <a:latin typeface="+mj-lt"/>
              </a:defRPr>
            </a:lvl6pPr>
            <a:lvl7pPr>
              <a:defRPr lang="en-GB" sz="3000" b="1" dirty="0">
                <a:solidFill>
                  <a:schemeClr val="bg1"/>
                </a:solidFill>
                <a:latin typeface="+mj-lt"/>
              </a:defRPr>
            </a:lvl7pPr>
            <a:lvl8pPr>
              <a:defRPr lang="en-GB" sz="3000" b="1" dirty="0">
                <a:solidFill>
                  <a:schemeClr val="bg1"/>
                </a:solidFill>
                <a:latin typeface="+mj-lt"/>
              </a:defRPr>
            </a:lvl8pPr>
            <a:lvl9pPr>
              <a:defRPr sz="3000">
                <a:solidFill>
                  <a:schemeClr val="bg1"/>
                </a:solidFill>
              </a:defRPr>
            </a:lvl9pPr>
          </a:lstStyle>
          <a:p>
            <a:pPr lvl="0"/>
            <a:r>
              <a:rPr lang="en-US" dirty="0"/>
              <a:t>Click to edit Master title style</a:t>
            </a:r>
            <a:endParaRPr lang="en-GB" dirty="0"/>
          </a:p>
        </p:txBody>
      </p:sp>
      <p:sp>
        <p:nvSpPr>
          <p:cNvPr id="16" name="Text Placeholder 16"/>
          <p:cNvSpPr>
            <a:spLocks noGrp="1"/>
          </p:cNvSpPr>
          <p:nvPr>
            <p:ph type="body" sz="quarter" idx="10"/>
          </p:nvPr>
        </p:nvSpPr>
        <p:spPr bwMode="gray">
          <a:xfrm>
            <a:off x="827088" y="4005064"/>
            <a:ext cx="2520776" cy="1079500"/>
          </a:xfrm>
          <a:noFill/>
          <a:ln w="9525">
            <a:noFill/>
            <a:miter lim="800000"/>
            <a:headEnd/>
            <a:tailEnd/>
          </a:ln>
        </p:spPr>
        <p:txBody>
          <a:bodyPr vert="horz" wrap="square" lIns="0" tIns="0" rIns="0" bIns="0" numCol="1" anchor="t" anchorCtr="0" compatLnSpc="1">
            <a:prstTxWarp prst="textNoShape">
              <a:avLst/>
            </a:prstTxWarp>
            <a:normAutofit/>
          </a:bodyPr>
          <a:lstStyle>
            <a:lvl1pPr marL="0" indent="0" algn="l" rtl="0" eaLnBrk="1" fontAlgn="base" hangingPunct="1">
              <a:lnSpc>
                <a:spcPct val="110000"/>
              </a:lnSpc>
              <a:spcBef>
                <a:spcPts val="600"/>
              </a:spcBef>
              <a:spcAft>
                <a:spcPct val="0"/>
              </a:spcAft>
              <a:defRPr lang="en-US" sz="1200" b="0" dirty="0" smtClean="0">
                <a:solidFill>
                  <a:schemeClr val="bg1"/>
                </a:solidFill>
                <a:latin typeface="+mn-lt"/>
                <a:ea typeface="+mn-ea"/>
                <a:cs typeface="+mn-cs"/>
              </a:defRPr>
            </a:lvl1pPr>
            <a:lvl2pPr>
              <a:defRPr lang="en-US" sz="1200" b="0" kern="1200" noProof="0" dirty="0" smtClean="0">
                <a:solidFill>
                  <a:schemeClr val="bg1"/>
                </a:solidFill>
                <a:latin typeface="+mn-lt"/>
                <a:ea typeface="+mn-ea"/>
                <a:cs typeface="+mn-cs"/>
              </a:defRPr>
            </a:lvl2pPr>
            <a:lvl3pPr>
              <a:defRPr lang="en-US" sz="1200" b="0" kern="1200" noProof="0" dirty="0" smtClean="0">
                <a:solidFill>
                  <a:schemeClr val="bg1"/>
                </a:solidFill>
                <a:latin typeface="+mn-lt"/>
                <a:ea typeface="+mn-ea"/>
                <a:cs typeface="+mn-cs"/>
              </a:defRPr>
            </a:lvl3pPr>
            <a:lvl4pPr>
              <a:defRPr lang="en-US" sz="1200" b="0" kern="1200" noProof="0" dirty="0" smtClean="0">
                <a:solidFill>
                  <a:schemeClr val="bg1"/>
                </a:solidFill>
                <a:latin typeface="+mn-lt"/>
                <a:ea typeface="+mn-ea"/>
                <a:cs typeface="+mn-cs"/>
              </a:defRPr>
            </a:lvl4pPr>
            <a:lvl5pPr>
              <a:defRPr lang="en-US" sz="1200" b="0" kern="1200" noProof="0" dirty="0" smtClean="0">
                <a:solidFill>
                  <a:schemeClr val="bg1"/>
                </a:solidFill>
                <a:latin typeface="+mn-lt"/>
                <a:ea typeface="+mn-ea"/>
                <a:cs typeface="+mn-cs"/>
              </a:defRPr>
            </a:lvl5pPr>
            <a:lvl6pPr>
              <a:defRPr lang="en-US" sz="1200" b="0" kern="1200" noProof="0" dirty="0" smtClean="0">
                <a:solidFill>
                  <a:schemeClr val="bg1"/>
                </a:solidFill>
                <a:latin typeface="+mn-lt"/>
                <a:ea typeface="+mn-ea"/>
                <a:cs typeface="+mn-cs"/>
              </a:defRPr>
            </a:lvl6pPr>
            <a:lvl7pPr>
              <a:defRPr lang="en-US" sz="1200" b="0" kern="1200" noProof="0" dirty="0" smtClean="0">
                <a:solidFill>
                  <a:schemeClr val="bg1"/>
                </a:solidFill>
                <a:latin typeface="+mn-lt"/>
                <a:ea typeface="+mn-ea"/>
                <a:cs typeface="+mn-cs"/>
              </a:defRPr>
            </a:lvl7pPr>
            <a:lvl8pPr>
              <a:defRPr lang="en-US" sz="1200" b="0" kern="1200" noProof="0" dirty="0" smtClean="0">
                <a:solidFill>
                  <a:schemeClr val="bg1"/>
                </a:solidFill>
                <a:latin typeface="+mn-lt"/>
                <a:ea typeface="+mn-ea"/>
                <a:cs typeface="+mn-cs"/>
              </a:defRPr>
            </a:lvl8pPr>
            <a:lvl9pPr>
              <a:defRPr lang="en-US" sz="1200" b="0" kern="1200" noProof="0" dirty="0" smtClean="0">
                <a:solidFill>
                  <a:schemeClr val="bg1"/>
                </a:solidFill>
                <a:latin typeface="+mn-lt"/>
                <a:ea typeface="+mn-ea"/>
                <a:cs typeface="+mn-cs"/>
              </a:defRPr>
            </a:lvl9pPr>
          </a:lstStyle>
          <a:p>
            <a:pPr lvl="0"/>
            <a:r>
              <a:rPr lang="en-US" dirty="0"/>
              <a:t>Click to edit Master text styles</a:t>
            </a:r>
          </a:p>
        </p:txBody>
      </p:sp>
      <p:grpSp>
        <p:nvGrpSpPr>
          <p:cNvPr id="2" name="Group 7"/>
          <p:cNvGrpSpPr>
            <a:grpSpLocks noChangeAspect="1"/>
          </p:cNvGrpSpPr>
          <p:nvPr/>
        </p:nvGrpSpPr>
        <p:grpSpPr>
          <a:xfrm>
            <a:off x="683568" y="548680"/>
            <a:ext cx="1829504" cy="1080000"/>
            <a:chOff x="-2592388" y="0"/>
            <a:chExt cx="2592388" cy="1530350"/>
          </a:xfrm>
          <a:solidFill>
            <a:schemeClr val="bg1"/>
          </a:solidFill>
        </p:grpSpPr>
        <p:sp>
          <p:nvSpPr>
            <p:cNvPr id="9" name="Freeform 14"/>
            <p:cNvSpPr>
              <a:spLocks noEditPoints="1"/>
            </p:cNvSpPr>
            <p:nvPr userDrawn="1"/>
          </p:nvSpPr>
          <p:spPr bwMode="auto">
            <a:xfrm>
              <a:off x="-2384425" y="393700"/>
              <a:ext cx="2119313" cy="776288"/>
            </a:xfrm>
            <a:custGeom>
              <a:avLst/>
              <a:gdLst/>
              <a:ahLst/>
              <a:cxnLst>
                <a:cxn ang="0">
                  <a:pos x="2851" y="1035"/>
                </a:cxn>
                <a:cxn ang="0">
                  <a:pos x="3588" y="28"/>
                </a:cxn>
                <a:cxn ang="0">
                  <a:pos x="2718" y="826"/>
                </a:cxn>
                <a:cxn ang="0">
                  <a:pos x="1973" y="28"/>
                </a:cxn>
                <a:cxn ang="0">
                  <a:pos x="1663" y="659"/>
                </a:cxn>
                <a:cxn ang="0">
                  <a:pos x="1850" y="28"/>
                </a:cxn>
                <a:cxn ang="0">
                  <a:pos x="1165" y="1000"/>
                </a:cxn>
                <a:cxn ang="0">
                  <a:pos x="1334" y="806"/>
                </a:cxn>
                <a:cxn ang="0">
                  <a:pos x="479" y="1047"/>
                </a:cxn>
                <a:cxn ang="0">
                  <a:pos x="980" y="699"/>
                </a:cxn>
                <a:cxn ang="0">
                  <a:pos x="2747" y="0"/>
                </a:cxn>
                <a:cxn ang="0">
                  <a:pos x="1009" y="0"/>
                </a:cxn>
                <a:cxn ang="0">
                  <a:pos x="665" y="1435"/>
                </a:cxn>
                <a:cxn ang="0">
                  <a:pos x="1150" y="1133"/>
                </a:cxn>
                <a:cxn ang="0">
                  <a:pos x="1980" y="1434"/>
                </a:cxn>
                <a:cxn ang="0">
                  <a:pos x="2963" y="1451"/>
                </a:cxn>
                <a:cxn ang="0">
                  <a:pos x="348" y="2092"/>
                </a:cxn>
                <a:cxn ang="0">
                  <a:pos x="395" y="2104"/>
                </a:cxn>
                <a:cxn ang="0">
                  <a:pos x="880" y="1895"/>
                </a:cxn>
                <a:cxn ang="0">
                  <a:pos x="584" y="1895"/>
                </a:cxn>
                <a:cxn ang="0">
                  <a:pos x="645" y="2088"/>
                </a:cxn>
                <a:cxn ang="0">
                  <a:pos x="813" y="2088"/>
                </a:cxn>
                <a:cxn ang="0">
                  <a:pos x="935" y="1790"/>
                </a:cxn>
                <a:cxn ang="0">
                  <a:pos x="1104" y="1929"/>
                </a:cxn>
                <a:cxn ang="0">
                  <a:pos x="1151" y="1938"/>
                </a:cxn>
                <a:cxn ang="0">
                  <a:pos x="1504" y="2134"/>
                </a:cxn>
                <a:cxn ang="0">
                  <a:pos x="1370" y="2132"/>
                </a:cxn>
                <a:cxn ang="0">
                  <a:pos x="1428" y="1940"/>
                </a:cxn>
                <a:cxn ang="0">
                  <a:pos x="1719" y="1895"/>
                </a:cxn>
                <a:cxn ang="0">
                  <a:pos x="1803" y="2052"/>
                </a:cxn>
                <a:cxn ang="0">
                  <a:pos x="2137" y="1923"/>
                </a:cxn>
                <a:cxn ang="0">
                  <a:pos x="1881" y="2136"/>
                </a:cxn>
                <a:cxn ang="0">
                  <a:pos x="2253" y="2017"/>
                </a:cxn>
                <a:cxn ang="0">
                  <a:pos x="2503" y="1888"/>
                </a:cxn>
                <a:cxn ang="0">
                  <a:pos x="2740" y="2092"/>
                </a:cxn>
                <a:cxn ang="0">
                  <a:pos x="2787" y="2104"/>
                </a:cxn>
                <a:cxn ang="0">
                  <a:pos x="3126" y="2134"/>
                </a:cxn>
                <a:cxn ang="0">
                  <a:pos x="2992" y="2132"/>
                </a:cxn>
                <a:cxn ang="0">
                  <a:pos x="3051" y="1940"/>
                </a:cxn>
                <a:cxn ang="0">
                  <a:pos x="3441" y="1989"/>
                </a:cxn>
                <a:cxn ang="0">
                  <a:pos x="3257" y="1790"/>
                </a:cxn>
                <a:cxn ang="0">
                  <a:pos x="168" y="2120"/>
                </a:cxn>
                <a:cxn ang="0">
                  <a:pos x="3742" y="1935"/>
                </a:cxn>
                <a:cxn ang="0">
                  <a:pos x="3624" y="2110"/>
                </a:cxn>
                <a:cxn ang="0">
                  <a:pos x="3857" y="2017"/>
                </a:cxn>
                <a:cxn ang="0">
                  <a:pos x="4180" y="1894"/>
                </a:cxn>
                <a:cxn ang="0">
                  <a:pos x="4515" y="2136"/>
                </a:cxn>
                <a:cxn ang="0">
                  <a:pos x="4289" y="1939"/>
                </a:cxn>
                <a:cxn ang="0">
                  <a:pos x="4846" y="2010"/>
                </a:cxn>
                <a:cxn ang="0">
                  <a:pos x="4741" y="1935"/>
                </a:cxn>
                <a:cxn ang="0">
                  <a:pos x="4936" y="1789"/>
                </a:cxn>
                <a:cxn ang="0">
                  <a:pos x="5002" y="2021"/>
                </a:cxn>
                <a:cxn ang="0">
                  <a:pos x="5080" y="1988"/>
                </a:cxn>
                <a:cxn ang="0">
                  <a:pos x="5388" y="2136"/>
                </a:cxn>
                <a:cxn ang="0">
                  <a:pos x="5625" y="1893"/>
                </a:cxn>
                <a:cxn ang="0">
                  <a:pos x="5573" y="1790"/>
                </a:cxn>
                <a:cxn ang="0">
                  <a:pos x="5710" y="1848"/>
                </a:cxn>
                <a:cxn ang="0">
                  <a:pos x="5786" y="2086"/>
                </a:cxn>
                <a:cxn ang="0">
                  <a:pos x="5835" y="2229"/>
                </a:cxn>
              </a:cxnLst>
              <a:rect l="0" t="0" r="r" b="b"/>
              <a:pathLst>
                <a:path w="6099" h="2232">
                  <a:moveTo>
                    <a:pt x="3588" y="1105"/>
                  </a:moveTo>
                  <a:cubicBezTo>
                    <a:pt x="3401" y="1105"/>
                    <a:pt x="3401" y="1105"/>
                    <a:pt x="3401" y="1105"/>
                  </a:cubicBezTo>
                  <a:cubicBezTo>
                    <a:pt x="3431" y="981"/>
                    <a:pt x="3431" y="981"/>
                    <a:pt x="3431" y="981"/>
                  </a:cubicBezTo>
                  <a:cubicBezTo>
                    <a:pt x="3055" y="981"/>
                    <a:pt x="3055" y="981"/>
                    <a:pt x="3055" y="981"/>
                  </a:cubicBezTo>
                  <a:cubicBezTo>
                    <a:pt x="3024" y="1105"/>
                    <a:pt x="3024" y="1105"/>
                    <a:pt x="3024" y="1105"/>
                  </a:cubicBezTo>
                  <a:cubicBezTo>
                    <a:pt x="2843" y="1105"/>
                    <a:pt x="2843" y="1105"/>
                    <a:pt x="2843" y="1105"/>
                  </a:cubicBezTo>
                  <a:cubicBezTo>
                    <a:pt x="2843" y="1079"/>
                    <a:pt x="2843" y="1079"/>
                    <a:pt x="2843" y="1079"/>
                  </a:cubicBezTo>
                  <a:cubicBezTo>
                    <a:pt x="2845" y="1065"/>
                    <a:pt x="2848" y="1051"/>
                    <a:pt x="2851" y="1035"/>
                  </a:cubicBezTo>
                  <a:cubicBezTo>
                    <a:pt x="2884" y="901"/>
                    <a:pt x="2972" y="769"/>
                    <a:pt x="3124" y="769"/>
                  </a:cubicBezTo>
                  <a:cubicBezTo>
                    <a:pt x="3185" y="769"/>
                    <a:pt x="3244" y="792"/>
                    <a:pt x="3236" y="875"/>
                  </a:cubicBezTo>
                  <a:cubicBezTo>
                    <a:pt x="3460" y="875"/>
                    <a:pt x="3460" y="875"/>
                    <a:pt x="3460" y="875"/>
                  </a:cubicBezTo>
                  <a:cubicBezTo>
                    <a:pt x="3469" y="836"/>
                    <a:pt x="3484" y="770"/>
                    <a:pt x="3441" y="709"/>
                  </a:cubicBezTo>
                  <a:cubicBezTo>
                    <a:pt x="3394" y="643"/>
                    <a:pt x="3298" y="616"/>
                    <a:pt x="3173" y="616"/>
                  </a:cubicBezTo>
                  <a:cubicBezTo>
                    <a:pt x="3084" y="616"/>
                    <a:pt x="2955" y="631"/>
                    <a:pt x="2843" y="704"/>
                  </a:cubicBezTo>
                  <a:cubicBezTo>
                    <a:pt x="2843" y="28"/>
                    <a:pt x="2843" y="28"/>
                    <a:pt x="2843" y="28"/>
                  </a:cubicBezTo>
                  <a:cubicBezTo>
                    <a:pt x="3588" y="28"/>
                    <a:pt x="3588" y="28"/>
                    <a:pt x="3588" y="28"/>
                  </a:cubicBezTo>
                  <a:lnTo>
                    <a:pt x="3588" y="1105"/>
                  </a:lnTo>
                  <a:close/>
                  <a:moveTo>
                    <a:pt x="3148" y="1287"/>
                  </a:moveTo>
                  <a:cubicBezTo>
                    <a:pt x="3106" y="1294"/>
                    <a:pt x="3063" y="1300"/>
                    <a:pt x="3023" y="1300"/>
                  </a:cubicBezTo>
                  <a:cubicBezTo>
                    <a:pt x="2915" y="1300"/>
                    <a:pt x="2840" y="1250"/>
                    <a:pt x="2839" y="1133"/>
                  </a:cubicBezTo>
                  <a:cubicBezTo>
                    <a:pt x="3186" y="1133"/>
                    <a:pt x="3186" y="1133"/>
                    <a:pt x="3186" y="1133"/>
                  </a:cubicBezTo>
                  <a:lnTo>
                    <a:pt x="3148" y="1287"/>
                  </a:lnTo>
                  <a:close/>
                  <a:moveTo>
                    <a:pt x="2718" y="672"/>
                  </a:moveTo>
                  <a:cubicBezTo>
                    <a:pt x="2718" y="826"/>
                    <a:pt x="2718" y="826"/>
                    <a:pt x="2718" y="826"/>
                  </a:cubicBezTo>
                  <a:cubicBezTo>
                    <a:pt x="2666" y="898"/>
                    <a:pt x="2634" y="976"/>
                    <a:pt x="2619" y="1040"/>
                  </a:cubicBezTo>
                  <a:cubicBezTo>
                    <a:pt x="2613" y="1061"/>
                    <a:pt x="2609" y="1083"/>
                    <a:pt x="2607" y="1105"/>
                  </a:cubicBezTo>
                  <a:cubicBezTo>
                    <a:pt x="2497" y="1105"/>
                    <a:pt x="2497" y="1105"/>
                    <a:pt x="2497" y="1105"/>
                  </a:cubicBezTo>
                  <a:cubicBezTo>
                    <a:pt x="2591" y="660"/>
                    <a:pt x="2591" y="660"/>
                    <a:pt x="2591" y="660"/>
                  </a:cubicBezTo>
                  <a:cubicBezTo>
                    <a:pt x="2276" y="660"/>
                    <a:pt x="2276" y="660"/>
                    <a:pt x="2276" y="660"/>
                  </a:cubicBezTo>
                  <a:cubicBezTo>
                    <a:pt x="1993" y="1105"/>
                    <a:pt x="1993" y="1105"/>
                    <a:pt x="1993" y="1105"/>
                  </a:cubicBezTo>
                  <a:cubicBezTo>
                    <a:pt x="1973" y="1105"/>
                    <a:pt x="1973" y="1105"/>
                    <a:pt x="1973" y="1105"/>
                  </a:cubicBezTo>
                  <a:cubicBezTo>
                    <a:pt x="1973" y="28"/>
                    <a:pt x="1973" y="28"/>
                    <a:pt x="1973" y="28"/>
                  </a:cubicBezTo>
                  <a:cubicBezTo>
                    <a:pt x="2718" y="28"/>
                    <a:pt x="2718" y="28"/>
                    <a:pt x="2718" y="28"/>
                  </a:cubicBezTo>
                  <a:lnTo>
                    <a:pt x="2718" y="672"/>
                  </a:lnTo>
                  <a:close/>
                  <a:moveTo>
                    <a:pt x="2302" y="1105"/>
                  </a:moveTo>
                  <a:cubicBezTo>
                    <a:pt x="2190" y="1105"/>
                    <a:pt x="2190" y="1105"/>
                    <a:pt x="2190" y="1105"/>
                  </a:cubicBezTo>
                  <a:cubicBezTo>
                    <a:pt x="2360" y="838"/>
                    <a:pt x="2360" y="838"/>
                    <a:pt x="2360" y="838"/>
                  </a:cubicBezTo>
                  <a:lnTo>
                    <a:pt x="2302" y="1105"/>
                  </a:lnTo>
                  <a:close/>
                  <a:moveTo>
                    <a:pt x="1850" y="659"/>
                  </a:moveTo>
                  <a:cubicBezTo>
                    <a:pt x="1663" y="659"/>
                    <a:pt x="1663" y="659"/>
                    <a:pt x="1663" y="659"/>
                  </a:cubicBezTo>
                  <a:cubicBezTo>
                    <a:pt x="1535" y="1105"/>
                    <a:pt x="1535" y="1105"/>
                    <a:pt x="1535" y="1105"/>
                  </a:cubicBezTo>
                  <a:cubicBezTo>
                    <a:pt x="1337" y="1105"/>
                    <a:pt x="1337" y="1105"/>
                    <a:pt x="1337" y="1105"/>
                  </a:cubicBezTo>
                  <a:cubicBezTo>
                    <a:pt x="1438" y="1068"/>
                    <a:pt x="1499" y="996"/>
                    <a:pt x="1518" y="890"/>
                  </a:cubicBezTo>
                  <a:cubicBezTo>
                    <a:pt x="1534" y="809"/>
                    <a:pt x="1527" y="755"/>
                    <a:pt x="1493" y="714"/>
                  </a:cubicBezTo>
                  <a:cubicBezTo>
                    <a:pt x="1443" y="654"/>
                    <a:pt x="1342" y="659"/>
                    <a:pt x="1253" y="659"/>
                  </a:cubicBezTo>
                  <a:cubicBezTo>
                    <a:pt x="1237" y="659"/>
                    <a:pt x="1105" y="659"/>
                    <a:pt x="1105" y="659"/>
                  </a:cubicBezTo>
                  <a:cubicBezTo>
                    <a:pt x="1105" y="28"/>
                    <a:pt x="1105" y="28"/>
                    <a:pt x="1105" y="28"/>
                  </a:cubicBezTo>
                  <a:cubicBezTo>
                    <a:pt x="1850" y="28"/>
                    <a:pt x="1850" y="28"/>
                    <a:pt x="1850" y="28"/>
                  </a:cubicBezTo>
                  <a:lnTo>
                    <a:pt x="1850" y="659"/>
                  </a:lnTo>
                  <a:close/>
                  <a:moveTo>
                    <a:pt x="1730" y="1105"/>
                  </a:moveTo>
                  <a:cubicBezTo>
                    <a:pt x="1809" y="826"/>
                    <a:pt x="1809" y="826"/>
                    <a:pt x="1809" y="826"/>
                  </a:cubicBezTo>
                  <a:cubicBezTo>
                    <a:pt x="1812" y="1105"/>
                    <a:pt x="1812" y="1105"/>
                    <a:pt x="1812" y="1105"/>
                  </a:cubicBezTo>
                  <a:lnTo>
                    <a:pt x="1730" y="1105"/>
                  </a:lnTo>
                  <a:close/>
                  <a:moveTo>
                    <a:pt x="1188" y="999"/>
                  </a:moveTo>
                  <a:cubicBezTo>
                    <a:pt x="1187" y="999"/>
                    <a:pt x="1187" y="999"/>
                    <a:pt x="1187" y="999"/>
                  </a:cubicBezTo>
                  <a:cubicBezTo>
                    <a:pt x="1180" y="999"/>
                    <a:pt x="1173" y="1000"/>
                    <a:pt x="1165" y="1000"/>
                  </a:cubicBezTo>
                  <a:cubicBezTo>
                    <a:pt x="1154" y="1000"/>
                    <a:pt x="1145" y="1000"/>
                    <a:pt x="1137" y="1000"/>
                  </a:cubicBezTo>
                  <a:cubicBezTo>
                    <a:pt x="1089" y="1000"/>
                    <a:pt x="1089" y="1000"/>
                    <a:pt x="1089" y="1000"/>
                  </a:cubicBezTo>
                  <a:cubicBezTo>
                    <a:pt x="1111" y="918"/>
                    <a:pt x="1111" y="918"/>
                    <a:pt x="1111" y="918"/>
                  </a:cubicBezTo>
                  <a:cubicBezTo>
                    <a:pt x="1122" y="878"/>
                    <a:pt x="1122" y="878"/>
                    <a:pt x="1122" y="878"/>
                  </a:cubicBezTo>
                  <a:cubicBezTo>
                    <a:pt x="1147" y="783"/>
                    <a:pt x="1147" y="783"/>
                    <a:pt x="1147" y="783"/>
                  </a:cubicBezTo>
                  <a:cubicBezTo>
                    <a:pt x="1158" y="783"/>
                    <a:pt x="1169" y="782"/>
                    <a:pt x="1179" y="782"/>
                  </a:cubicBezTo>
                  <a:cubicBezTo>
                    <a:pt x="1216" y="782"/>
                    <a:pt x="1216" y="782"/>
                    <a:pt x="1216" y="782"/>
                  </a:cubicBezTo>
                  <a:cubicBezTo>
                    <a:pt x="1279" y="782"/>
                    <a:pt x="1319" y="786"/>
                    <a:pt x="1334" y="806"/>
                  </a:cubicBezTo>
                  <a:cubicBezTo>
                    <a:pt x="1345" y="822"/>
                    <a:pt x="1343" y="848"/>
                    <a:pt x="1330" y="888"/>
                  </a:cubicBezTo>
                  <a:cubicBezTo>
                    <a:pt x="1308" y="957"/>
                    <a:pt x="1279" y="992"/>
                    <a:pt x="1188" y="999"/>
                  </a:cubicBezTo>
                  <a:moveTo>
                    <a:pt x="980" y="699"/>
                  </a:moveTo>
                  <a:cubicBezTo>
                    <a:pt x="969" y="737"/>
                    <a:pt x="969" y="737"/>
                    <a:pt x="969" y="737"/>
                  </a:cubicBezTo>
                  <a:cubicBezTo>
                    <a:pt x="862" y="1092"/>
                    <a:pt x="862" y="1092"/>
                    <a:pt x="862" y="1092"/>
                  </a:cubicBezTo>
                  <a:cubicBezTo>
                    <a:pt x="858" y="1105"/>
                    <a:pt x="858" y="1105"/>
                    <a:pt x="858" y="1105"/>
                  </a:cubicBezTo>
                  <a:cubicBezTo>
                    <a:pt x="507" y="1105"/>
                    <a:pt x="507" y="1105"/>
                    <a:pt x="507" y="1105"/>
                  </a:cubicBezTo>
                  <a:cubicBezTo>
                    <a:pt x="479" y="1047"/>
                    <a:pt x="479" y="1047"/>
                    <a:pt x="479" y="1047"/>
                  </a:cubicBezTo>
                  <a:cubicBezTo>
                    <a:pt x="858" y="660"/>
                    <a:pt x="858" y="660"/>
                    <a:pt x="858" y="660"/>
                  </a:cubicBezTo>
                  <a:cubicBezTo>
                    <a:pt x="615" y="660"/>
                    <a:pt x="615" y="660"/>
                    <a:pt x="615" y="660"/>
                  </a:cubicBezTo>
                  <a:cubicBezTo>
                    <a:pt x="319" y="979"/>
                    <a:pt x="319" y="979"/>
                    <a:pt x="319" y="979"/>
                  </a:cubicBezTo>
                  <a:cubicBezTo>
                    <a:pt x="415" y="660"/>
                    <a:pt x="415" y="660"/>
                    <a:pt x="415" y="660"/>
                  </a:cubicBezTo>
                  <a:cubicBezTo>
                    <a:pt x="235" y="660"/>
                    <a:pt x="235" y="660"/>
                    <a:pt x="235" y="660"/>
                  </a:cubicBezTo>
                  <a:cubicBezTo>
                    <a:pt x="235" y="28"/>
                    <a:pt x="235" y="28"/>
                    <a:pt x="235" y="28"/>
                  </a:cubicBezTo>
                  <a:cubicBezTo>
                    <a:pt x="980" y="28"/>
                    <a:pt x="980" y="28"/>
                    <a:pt x="980" y="28"/>
                  </a:cubicBezTo>
                  <a:lnTo>
                    <a:pt x="980" y="699"/>
                  </a:lnTo>
                  <a:close/>
                  <a:moveTo>
                    <a:pt x="281" y="1105"/>
                  </a:moveTo>
                  <a:cubicBezTo>
                    <a:pt x="282" y="1101"/>
                    <a:pt x="282" y="1101"/>
                    <a:pt x="282" y="1101"/>
                  </a:cubicBezTo>
                  <a:cubicBezTo>
                    <a:pt x="285" y="1105"/>
                    <a:pt x="285" y="1105"/>
                    <a:pt x="285" y="1105"/>
                  </a:cubicBezTo>
                  <a:lnTo>
                    <a:pt x="281" y="1105"/>
                  </a:lnTo>
                  <a:close/>
                  <a:moveTo>
                    <a:pt x="2814" y="0"/>
                  </a:moveTo>
                  <a:cubicBezTo>
                    <a:pt x="2814" y="724"/>
                    <a:pt x="2814" y="724"/>
                    <a:pt x="2814" y="724"/>
                  </a:cubicBezTo>
                  <a:cubicBezTo>
                    <a:pt x="2789" y="744"/>
                    <a:pt x="2767" y="765"/>
                    <a:pt x="2747" y="788"/>
                  </a:cubicBezTo>
                  <a:cubicBezTo>
                    <a:pt x="2747" y="0"/>
                    <a:pt x="2747" y="0"/>
                    <a:pt x="2747" y="0"/>
                  </a:cubicBezTo>
                  <a:cubicBezTo>
                    <a:pt x="1945" y="0"/>
                    <a:pt x="1945" y="0"/>
                    <a:pt x="1945" y="0"/>
                  </a:cubicBezTo>
                  <a:cubicBezTo>
                    <a:pt x="1945" y="659"/>
                    <a:pt x="1945" y="659"/>
                    <a:pt x="1945" y="659"/>
                  </a:cubicBezTo>
                  <a:cubicBezTo>
                    <a:pt x="1878" y="659"/>
                    <a:pt x="1878" y="659"/>
                    <a:pt x="1878" y="659"/>
                  </a:cubicBezTo>
                  <a:cubicBezTo>
                    <a:pt x="1878" y="0"/>
                    <a:pt x="1878" y="0"/>
                    <a:pt x="1878" y="0"/>
                  </a:cubicBezTo>
                  <a:cubicBezTo>
                    <a:pt x="1076" y="0"/>
                    <a:pt x="1076" y="0"/>
                    <a:pt x="1076" y="0"/>
                  </a:cubicBezTo>
                  <a:cubicBezTo>
                    <a:pt x="1076" y="660"/>
                    <a:pt x="1076" y="660"/>
                    <a:pt x="1076" y="660"/>
                  </a:cubicBezTo>
                  <a:cubicBezTo>
                    <a:pt x="1009" y="660"/>
                    <a:pt x="1009" y="660"/>
                    <a:pt x="1009" y="660"/>
                  </a:cubicBezTo>
                  <a:cubicBezTo>
                    <a:pt x="1009" y="0"/>
                    <a:pt x="1009" y="0"/>
                    <a:pt x="1009" y="0"/>
                  </a:cubicBezTo>
                  <a:cubicBezTo>
                    <a:pt x="207" y="0"/>
                    <a:pt x="207" y="0"/>
                    <a:pt x="207" y="0"/>
                  </a:cubicBezTo>
                  <a:cubicBezTo>
                    <a:pt x="207" y="753"/>
                    <a:pt x="207" y="753"/>
                    <a:pt x="207" y="753"/>
                  </a:cubicBezTo>
                  <a:cubicBezTo>
                    <a:pt x="2" y="1435"/>
                    <a:pt x="2" y="1435"/>
                    <a:pt x="2" y="1435"/>
                  </a:cubicBezTo>
                  <a:cubicBezTo>
                    <a:pt x="182" y="1435"/>
                    <a:pt x="182" y="1435"/>
                    <a:pt x="182" y="1435"/>
                  </a:cubicBezTo>
                  <a:cubicBezTo>
                    <a:pt x="273" y="1133"/>
                    <a:pt x="273" y="1133"/>
                    <a:pt x="273" y="1133"/>
                  </a:cubicBezTo>
                  <a:cubicBezTo>
                    <a:pt x="299" y="1133"/>
                    <a:pt x="299" y="1133"/>
                    <a:pt x="299" y="1133"/>
                  </a:cubicBezTo>
                  <a:cubicBezTo>
                    <a:pt x="448" y="1435"/>
                    <a:pt x="448" y="1435"/>
                    <a:pt x="448" y="1435"/>
                  </a:cubicBezTo>
                  <a:cubicBezTo>
                    <a:pt x="665" y="1435"/>
                    <a:pt x="665" y="1435"/>
                    <a:pt x="665" y="1435"/>
                  </a:cubicBezTo>
                  <a:cubicBezTo>
                    <a:pt x="520" y="1133"/>
                    <a:pt x="520" y="1133"/>
                    <a:pt x="520" y="1133"/>
                  </a:cubicBezTo>
                  <a:cubicBezTo>
                    <a:pt x="849" y="1133"/>
                    <a:pt x="849" y="1133"/>
                    <a:pt x="849" y="1133"/>
                  </a:cubicBezTo>
                  <a:cubicBezTo>
                    <a:pt x="758" y="1435"/>
                    <a:pt x="758" y="1435"/>
                    <a:pt x="758" y="1435"/>
                  </a:cubicBezTo>
                  <a:cubicBezTo>
                    <a:pt x="955" y="1435"/>
                    <a:pt x="955" y="1435"/>
                    <a:pt x="955" y="1435"/>
                  </a:cubicBezTo>
                  <a:cubicBezTo>
                    <a:pt x="1045" y="1134"/>
                    <a:pt x="1045" y="1134"/>
                    <a:pt x="1045" y="1134"/>
                  </a:cubicBezTo>
                  <a:cubicBezTo>
                    <a:pt x="1088" y="1134"/>
                    <a:pt x="1088" y="1134"/>
                    <a:pt x="1088" y="1134"/>
                  </a:cubicBezTo>
                  <a:cubicBezTo>
                    <a:pt x="1088" y="1133"/>
                    <a:pt x="1088" y="1133"/>
                    <a:pt x="1088" y="1133"/>
                  </a:cubicBezTo>
                  <a:cubicBezTo>
                    <a:pt x="1150" y="1133"/>
                    <a:pt x="1150" y="1133"/>
                    <a:pt x="1150" y="1133"/>
                  </a:cubicBezTo>
                  <a:cubicBezTo>
                    <a:pt x="1155" y="1133"/>
                    <a:pt x="1155" y="1133"/>
                    <a:pt x="1155" y="1133"/>
                  </a:cubicBezTo>
                  <a:cubicBezTo>
                    <a:pt x="1527" y="1133"/>
                    <a:pt x="1527" y="1133"/>
                    <a:pt x="1527" y="1133"/>
                  </a:cubicBezTo>
                  <a:cubicBezTo>
                    <a:pt x="1440" y="1434"/>
                    <a:pt x="1440" y="1434"/>
                    <a:pt x="1440" y="1434"/>
                  </a:cubicBezTo>
                  <a:cubicBezTo>
                    <a:pt x="1638" y="1434"/>
                    <a:pt x="1638" y="1434"/>
                    <a:pt x="1638" y="1434"/>
                  </a:cubicBezTo>
                  <a:cubicBezTo>
                    <a:pt x="1722" y="1133"/>
                    <a:pt x="1722" y="1133"/>
                    <a:pt x="1722" y="1133"/>
                  </a:cubicBezTo>
                  <a:cubicBezTo>
                    <a:pt x="1812" y="1133"/>
                    <a:pt x="1812" y="1133"/>
                    <a:pt x="1812" y="1133"/>
                  </a:cubicBezTo>
                  <a:cubicBezTo>
                    <a:pt x="1814" y="1434"/>
                    <a:pt x="1814" y="1434"/>
                    <a:pt x="1814" y="1434"/>
                  </a:cubicBezTo>
                  <a:cubicBezTo>
                    <a:pt x="1980" y="1434"/>
                    <a:pt x="1980" y="1434"/>
                    <a:pt x="1980" y="1434"/>
                  </a:cubicBezTo>
                  <a:cubicBezTo>
                    <a:pt x="2171" y="1133"/>
                    <a:pt x="2171" y="1133"/>
                    <a:pt x="2171" y="1133"/>
                  </a:cubicBezTo>
                  <a:cubicBezTo>
                    <a:pt x="2296" y="1133"/>
                    <a:pt x="2296" y="1133"/>
                    <a:pt x="2296" y="1133"/>
                  </a:cubicBezTo>
                  <a:cubicBezTo>
                    <a:pt x="2232" y="1434"/>
                    <a:pt x="2232" y="1434"/>
                    <a:pt x="2232" y="1434"/>
                  </a:cubicBezTo>
                  <a:cubicBezTo>
                    <a:pt x="2427" y="1434"/>
                    <a:pt x="2427" y="1434"/>
                    <a:pt x="2427" y="1434"/>
                  </a:cubicBezTo>
                  <a:cubicBezTo>
                    <a:pt x="2491" y="1133"/>
                    <a:pt x="2491" y="1133"/>
                    <a:pt x="2491" y="1133"/>
                  </a:cubicBezTo>
                  <a:cubicBezTo>
                    <a:pt x="2604" y="1133"/>
                    <a:pt x="2604" y="1133"/>
                    <a:pt x="2604" y="1133"/>
                  </a:cubicBezTo>
                  <a:cubicBezTo>
                    <a:pt x="2599" y="1226"/>
                    <a:pt x="2623" y="1311"/>
                    <a:pt x="2685" y="1368"/>
                  </a:cubicBezTo>
                  <a:cubicBezTo>
                    <a:pt x="2761" y="1438"/>
                    <a:pt x="2877" y="1451"/>
                    <a:pt x="2963" y="1451"/>
                  </a:cubicBezTo>
                  <a:cubicBezTo>
                    <a:pt x="3081" y="1451"/>
                    <a:pt x="3203" y="1434"/>
                    <a:pt x="3326" y="1407"/>
                  </a:cubicBezTo>
                  <a:cubicBezTo>
                    <a:pt x="3394" y="1133"/>
                    <a:pt x="3394" y="1133"/>
                    <a:pt x="3394" y="1133"/>
                  </a:cubicBezTo>
                  <a:cubicBezTo>
                    <a:pt x="3617" y="1133"/>
                    <a:pt x="3617" y="1133"/>
                    <a:pt x="3617" y="1133"/>
                  </a:cubicBezTo>
                  <a:cubicBezTo>
                    <a:pt x="3617" y="0"/>
                    <a:pt x="3617" y="0"/>
                    <a:pt x="3617" y="0"/>
                  </a:cubicBezTo>
                  <a:lnTo>
                    <a:pt x="2814" y="0"/>
                  </a:lnTo>
                  <a:close/>
                  <a:moveTo>
                    <a:pt x="351" y="1894"/>
                  </a:moveTo>
                  <a:cubicBezTo>
                    <a:pt x="321" y="2038"/>
                    <a:pt x="321" y="2038"/>
                    <a:pt x="321" y="2038"/>
                  </a:cubicBezTo>
                  <a:cubicBezTo>
                    <a:pt x="316" y="2060"/>
                    <a:pt x="309" y="2092"/>
                    <a:pt x="348" y="2092"/>
                  </a:cubicBezTo>
                  <a:cubicBezTo>
                    <a:pt x="393" y="2092"/>
                    <a:pt x="400" y="2058"/>
                    <a:pt x="409" y="2016"/>
                  </a:cubicBezTo>
                  <a:cubicBezTo>
                    <a:pt x="435" y="1894"/>
                    <a:pt x="435" y="1894"/>
                    <a:pt x="435" y="1894"/>
                  </a:cubicBezTo>
                  <a:cubicBezTo>
                    <a:pt x="508" y="1894"/>
                    <a:pt x="508" y="1894"/>
                    <a:pt x="508" y="1894"/>
                  </a:cubicBezTo>
                  <a:cubicBezTo>
                    <a:pt x="474" y="2053"/>
                    <a:pt x="474" y="2053"/>
                    <a:pt x="474" y="2053"/>
                  </a:cubicBezTo>
                  <a:cubicBezTo>
                    <a:pt x="464" y="2106"/>
                    <a:pt x="463" y="2112"/>
                    <a:pt x="462" y="2118"/>
                  </a:cubicBezTo>
                  <a:cubicBezTo>
                    <a:pt x="461" y="2125"/>
                    <a:pt x="460" y="2130"/>
                    <a:pt x="460" y="2136"/>
                  </a:cubicBezTo>
                  <a:cubicBezTo>
                    <a:pt x="391" y="2136"/>
                    <a:pt x="391" y="2136"/>
                    <a:pt x="391" y="2136"/>
                  </a:cubicBezTo>
                  <a:cubicBezTo>
                    <a:pt x="395" y="2104"/>
                    <a:pt x="395" y="2104"/>
                    <a:pt x="395" y="2104"/>
                  </a:cubicBezTo>
                  <a:cubicBezTo>
                    <a:pt x="386" y="2115"/>
                    <a:pt x="362" y="2143"/>
                    <a:pt x="315" y="2143"/>
                  </a:cubicBezTo>
                  <a:cubicBezTo>
                    <a:pt x="283" y="2143"/>
                    <a:pt x="259" y="2128"/>
                    <a:pt x="250" y="2110"/>
                  </a:cubicBezTo>
                  <a:cubicBezTo>
                    <a:pt x="238" y="2090"/>
                    <a:pt x="245" y="2056"/>
                    <a:pt x="248" y="2045"/>
                  </a:cubicBezTo>
                  <a:cubicBezTo>
                    <a:pt x="279" y="1894"/>
                    <a:pt x="279" y="1894"/>
                    <a:pt x="279" y="1894"/>
                  </a:cubicBezTo>
                  <a:lnTo>
                    <a:pt x="351" y="1894"/>
                  </a:lnTo>
                  <a:close/>
                  <a:moveTo>
                    <a:pt x="812" y="1942"/>
                  </a:moveTo>
                  <a:cubicBezTo>
                    <a:pt x="870" y="1942"/>
                    <a:pt x="870" y="1942"/>
                    <a:pt x="870" y="1942"/>
                  </a:cubicBezTo>
                  <a:cubicBezTo>
                    <a:pt x="880" y="1895"/>
                    <a:pt x="880" y="1895"/>
                    <a:pt x="880" y="1895"/>
                  </a:cubicBezTo>
                  <a:cubicBezTo>
                    <a:pt x="822" y="1895"/>
                    <a:pt x="822" y="1895"/>
                    <a:pt x="822" y="1895"/>
                  </a:cubicBezTo>
                  <a:cubicBezTo>
                    <a:pt x="838" y="1822"/>
                    <a:pt x="838" y="1822"/>
                    <a:pt x="838" y="1822"/>
                  </a:cubicBezTo>
                  <a:cubicBezTo>
                    <a:pt x="762" y="1848"/>
                    <a:pt x="762" y="1848"/>
                    <a:pt x="762" y="1848"/>
                  </a:cubicBezTo>
                  <a:cubicBezTo>
                    <a:pt x="752" y="1895"/>
                    <a:pt x="752" y="1895"/>
                    <a:pt x="752" y="1895"/>
                  </a:cubicBezTo>
                  <a:cubicBezTo>
                    <a:pt x="654" y="1895"/>
                    <a:pt x="654" y="1895"/>
                    <a:pt x="654" y="1895"/>
                  </a:cubicBezTo>
                  <a:cubicBezTo>
                    <a:pt x="670" y="1822"/>
                    <a:pt x="670" y="1822"/>
                    <a:pt x="670" y="1822"/>
                  </a:cubicBezTo>
                  <a:cubicBezTo>
                    <a:pt x="594" y="1848"/>
                    <a:pt x="594" y="1848"/>
                    <a:pt x="594" y="1848"/>
                  </a:cubicBezTo>
                  <a:cubicBezTo>
                    <a:pt x="584" y="1895"/>
                    <a:pt x="584" y="1895"/>
                    <a:pt x="584" y="1895"/>
                  </a:cubicBezTo>
                  <a:cubicBezTo>
                    <a:pt x="537" y="1895"/>
                    <a:pt x="537" y="1895"/>
                    <a:pt x="537" y="1895"/>
                  </a:cubicBezTo>
                  <a:cubicBezTo>
                    <a:pt x="527" y="1942"/>
                    <a:pt x="527" y="1942"/>
                    <a:pt x="527" y="1942"/>
                  </a:cubicBezTo>
                  <a:cubicBezTo>
                    <a:pt x="574" y="1942"/>
                    <a:pt x="574" y="1942"/>
                    <a:pt x="574" y="1942"/>
                  </a:cubicBezTo>
                  <a:cubicBezTo>
                    <a:pt x="545" y="2075"/>
                    <a:pt x="545" y="2075"/>
                    <a:pt x="545" y="2075"/>
                  </a:cubicBezTo>
                  <a:cubicBezTo>
                    <a:pt x="541" y="2095"/>
                    <a:pt x="531" y="2141"/>
                    <a:pt x="603" y="2141"/>
                  </a:cubicBezTo>
                  <a:cubicBezTo>
                    <a:pt x="615" y="2141"/>
                    <a:pt x="636" y="2139"/>
                    <a:pt x="660" y="2133"/>
                  </a:cubicBezTo>
                  <a:cubicBezTo>
                    <a:pt x="670" y="2086"/>
                    <a:pt x="670" y="2086"/>
                    <a:pt x="670" y="2086"/>
                  </a:cubicBezTo>
                  <a:cubicBezTo>
                    <a:pt x="661" y="2087"/>
                    <a:pt x="656" y="2088"/>
                    <a:pt x="645" y="2088"/>
                  </a:cubicBezTo>
                  <a:cubicBezTo>
                    <a:pt x="614" y="2088"/>
                    <a:pt x="617" y="2074"/>
                    <a:pt x="621" y="2052"/>
                  </a:cubicBezTo>
                  <a:cubicBezTo>
                    <a:pt x="645" y="1942"/>
                    <a:pt x="645" y="1942"/>
                    <a:pt x="645" y="1942"/>
                  </a:cubicBezTo>
                  <a:cubicBezTo>
                    <a:pt x="741" y="1942"/>
                    <a:pt x="741" y="1942"/>
                    <a:pt x="741" y="1942"/>
                  </a:cubicBezTo>
                  <a:cubicBezTo>
                    <a:pt x="713" y="2075"/>
                    <a:pt x="713" y="2075"/>
                    <a:pt x="713" y="2075"/>
                  </a:cubicBezTo>
                  <a:cubicBezTo>
                    <a:pt x="709" y="2095"/>
                    <a:pt x="699" y="2141"/>
                    <a:pt x="771" y="2141"/>
                  </a:cubicBezTo>
                  <a:cubicBezTo>
                    <a:pt x="782" y="2141"/>
                    <a:pt x="804" y="2139"/>
                    <a:pt x="828" y="2133"/>
                  </a:cubicBezTo>
                  <a:cubicBezTo>
                    <a:pt x="838" y="2086"/>
                    <a:pt x="838" y="2086"/>
                    <a:pt x="838" y="2086"/>
                  </a:cubicBezTo>
                  <a:cubicBezTo>
                    <a:pt x="829" y="2087"/>
                    <a:pt x="824" y="2088"/>
                    <a:pt x="813" y="2088"/>
                  </a:cubicBezTo>
                  <a:cubicBezTo>
                    <a:pt x="781" y="2088"/>
                    <a:pt x="785" y="2074"/>
                    <a:pt x="788" y="2052"/>
                  </a:cubicBezTo>
                  <a:lnTo>
                    <a:pt x="812" y="1942"/>
                  </a:lnTo>
                  <a:close/>
                  <a:moveTo>
                    <a:pt x="916" y="1893"/>
                  </a:moveTo>
                  <a:cubicBezTo>
                    <a:pt x="987" y="1893"/>
                    <a:pt x="987" y="1893"/>
                    <a:pt x="987" y="1893"/>
                  </a:cubicBezTo>
                  <a:cubicBezTo>
                    <a:pt x="935" y="2136"/>
                    <a:pt x="935" y="2136"/>
                    <a:pt x="935" y="2136"/>
                  </a:cubicBezTo>
                  <a:cubicBezTo>
                    <a:pt x="864" y="2136"/>
                    <a:pt x="864" y="2136"/>
                    <a:pt x="864" y="2136"/>
                  </a:cubicBezTo>
                  <a:lnTo>
                    <a:pt x="916" y="1893"/>
                  </a:lnTo>
                  <a:close/>
                  <a:moveTo>
                    <a:pt x="935" y="1790"/>
                  </a:moveTo>
                  <a:cubicBezTo>
                    <a:pt x="1011" y="1790"/>
                    <a:pt x="1011" y="1790"/>
                    <a:pt x="1011" y="1790"/>
                  </a:cubicBezTo>
                  <a:cubicBezTo>
                    <a:pt x="998" y="1851"/>
                    <a:pt x="998" y="1851"/>
                    <a:pt x="998" y="1851"/>
                  </a:cubicBezTo>
                  <a:cubicBezTo>
                    <a:pt x="922" y="1851"/>
                    <a:pt x="922" y="1851"/>
                    <a:pt x="922" y="1851"/>
                  </a:cubicBezTo>
                  <a:lnTo>
                    <a:pt x="935" y="1790"/>
                  </a:lnTo>
                  <a:close/>
                  <a:moveTo>
                    <a:pt x="1034" y="1937"/>
                  </a:moveTo>
                  <a:cubicBezTo>
                    <a:pt x="1034" y="1936"/>
                    <a:pt x="1040" y="1909"/>
                    <a:pt x="1042" y="1893"/>
                  </a:cubicBezTo>
                  <a:cubicBezTo>
                    <a:pt x="1110" y="1893"/>
                    <a:pt x="1110" y="1893"/>
                    <a:pt x="1110" y="1893"/>
                  </a:cubicBezTo>
                  <a:cubicBezTo>
                    <a:pt x="1104" y="1929"/>
                    <a:pt x="1104" y="1929"/>
                    <a:pt x="1104" y="1929"/>
                  </a:cubicBezTo>
                  <a:cubicBezTo>
                    <a:pt x="1113" y="1918"/>
                    <a:pt x="1139" y="1887"/>
                    <a:pt x="1192" y="1887"/>
                  </a:cubicBezTo>
                  <a:cubicBezTo>
                    <a:pt x="1239" y="1887"/>
                    <a:pt x="1254" y="1916"/>
                    <a:pt x="1256" y="1933"/>
                  </a:cubicBezTo>
                  <a:cubicBezTo>
                    <a:pt x="1259" y="1948"/>
                    <a:pt x="1257" y="1960"/>
                    <a:pt x="1248" y="2005"/>
                  </a:cubicBezTo>
                  <a:cubicBezTo>
                    <a:pt x="1220" y="2136"/>
                    <a:pt x="1220" y="2136"/>
                    <a:pt x="1220" y="2136"/>
                  </a:cubicBezTo>
                  <a:cubicBezTo>
                    <a:pt x="1147" y="2136"/>
                    <a:pt x="1147" y="2136"/>
                    <a:pt x="1147" y="2136"/>
                  </a:cubicBezTo>
                  <a:cubicBezTo>
                    <a:pt x="1179" y="1985"/>
                    <a:pt x="1179" y="1985"/>
                    <a:pt x="1179" y="1985"/>
                  </a:cubicBezTo>
                  <a:cubicBezTo>
                    <a:pt x="1181" y="1975"/>
                    <a:pt x="1183" y="1967"/>
                    <a:pt x="1181" y="1959"/>
                  </a:cubicBezTo>
                  <a:cubicBezTo>
                    <a:pt x="1178" y="1949"/>
                    <a:pt x="1169" y="1938"/>
                    <a:pt x="1151" y="1938"/>
                  </a:cubicBezTo>
                  <a:cubicBezTo>
                    <a:pt x="1136" y="1938"/>
                    <a:pt x="1120" y="1946"/>
                    <a:pt x="1110" y="1957"/>
                  </a:cubicBezTo>
                  <a:cubicBezTo>
                    <a:pt x="1104" y="1963"/>
                    <a:pt x="1097" y="1975"/>
                    <a:pt x="1093" y="1994"/>
                  </a:cubicBezTo>
                  <a:cubicBezTo>
                    <a:pt x="1063" y="2136"/>
                    <a:pt x="1063" y="2136"/>
                    <a:pt x="1063" y="2136"/>
                  </a:cubicBezTo>
                  <a:cubicBezTo>
                    <a:pt x="992" y="2136"/>
                    <a:pt x="992" y="2136"/>
                    <a:pt x="992" y="2136"/>
                  </a:cubicBezTo>
                  <a:lnTo>
                    <a:pt x="1034" y="1937"/>
                  </a:lnTo>
                  <a:close/>
                  <a:moveTo>
                    <a:pt x="1558" y="1895"/>
                  </a:moveTo>
                  <a:cubicBezTo>
                    <a:pt x="1552" y="1914"/>
                    <a:pt x="1547" y="1930"/>
                    <a:pt x="1542" y="1955"/>
                  </a:cubicBezTo>
                  <a:cubicBezTo>
                    <a:pt x="1504" y="2134"/>
                    <a:pt x="1504" y="2134"/>
                    <a:pt x="1504" y="2134"/>
                  </a:cubicBezTo>
                  <a:cubicBezTo>
                    <a:pt x="1486" y="2223"/>
                    <a:pt x="1409" y="2232"/>
                    <a:pt x="1363" y="2232"/>
                  </a:cubicBezTo>
                  <a:cubicBezTo>
                    <a:pt x="1328" y="2232"/>
                    <a:pt x="1261" y="2228"/>
                    <a:pt x="1272" y="2154"/>
                  </a:cubicBezTo>
                  <a:cubicBezTo>
                    <a:pt x="1340" y="2154"/>
                    <a:pt x="1340" y="2154"/>
                    <a:pt x="1340" y="2154"/>
                  </a:cubicBezTo>
                  <a:cubicBezTo>
                    <a:pt x="1340" y="2158"/>
                    <a:pt x="1339" y="2166"/>
                    <a:pt x="1344" y="2174"/>
                  </a:cubicBezTo>
                  <a:cubicBezTo>
                    <a:pt x="1348" y="2181"/>
                    <a:pt x="1357" y="2188"/>
                    <a:pt x="1375" y="2188"/>
                  </a:cubicBezTo>
                  <a:cubicBezTo>
                    <a:pt x="1397" y="2188"/>
                    <a:pt x="1417" y="2178"/>
                    <a:pt x="1427" y="2156"/>
                  </a:cubicBezTo>
                  <a:cubicBezTo>
                    <a:pt x="1432" y="2144"/>
                    <a:pt x="1434" y="2135"/>
                    <a:pt x="1442" y="2099"/>
                  </a:cubicBezTo>
                  <a:cubicBezTo>
                    <a:pt x="1413" y="2128"/>
                    <a:pt x="1387" y="2132"/>
                    <a:pt x="1370" y="2132"/>
                  </a:cubicBezTo>
                  <a:cubicBezTo>
                    <a:pt x="1300" y="2132"/>
                    <a:pt x="1280" y="2071"/>
                    <a:pt x="1293" y="2012"/>
                  </a:cubicBezTo>
                  <a:cubicBezTo>
                    <a:pt x="1306" y="1951"/>
                    <a:pt x="1352" y="1892"/>
                    <a:pt x="1422" y="1892"/>
                  </a:cubicBezTo>
                  <a:cubicBezTo>
                    <a:pt x="1466" y="1892"/>
                    <a:pt x="1477" y="1916"/>
                    <a:pt x="1482" y="1927"/>
                  </a:cubicBezTo>
                  <a:cubicBezTo>
                    <a:pt x="1492" y="1895"/>
                    <a:pt x="1492" y="1895"/>
                    <a:pt x="1492" y="1895"/>
                  </a:cubicBezTo>
                  <a:lnTo>
                    <a:pt x="1558" y="1895"/>
                  </a:lnTo>
                  <a:close/>
                  <a:moveTo>
                    <a:pt x="1397" y="2083"/>
                  </a:moveTo>
                  <a:cubicBezTo>
                    <a:pt x="1447" y="2083"/>
                    <a:pt x="1459" y="2025"/>
                    <a:pt x="1461" y="2014"/>
                  </a:cubicBezTo>
                  <a:cubicBezTo>
                    <a:pt x="1467" y="1986"/>
                    <a:pt x="1472" y="1940"/>
                    <a:pt x="1428" y="1940"/>
                  </a:cubicBezTo>
                  <a:cubicBezTo>
                    <a:pt x="1401" y="1940"/>
                    <a:pt x="1375" y="1960"/>
                    <a:pt x="1364" y="2012"/>
                  </a:cubicBezTo>
                  <a:cubicBezTo>
                    <a:pt x="1362" y="2025"/>
                    <a:pt x="1349" y="2083"/>
                    <a:pt x="1397" y="2083"/>
                  </a:cubicBezTo>
                  <a:moveTo>
                    <a:pt x="1842" y="2133"/>
                  </a:moveTo>
                  <a:cubicBezTo>
                    <a:pt x="1818" y="2139"/>
                    <a:pt x="1797" y="2141"/>
                    <a:pt x="1786" y="2141"/>
                  </a:cubicBezTo>
                  <a:cubicBezTo>
                    <a:pt x="1714" y="2141"/>
                    <a:pt x="1723" y="2095"/>
                    <a:pt x="1728" y="2075"/>
                  </a:cubicBezTo>
                  <a:cubicBezTo>
                    <a:pt x="1756" y="1942"/>
                    <a:pt x="1756" y="1942"/>
                    <a:pt x="1756" y="1942"/>
                  </a:cubicBezTo>
                  <a:cubicBezTo>
                    <a:pt x="1710" y="1942"/>
                    <a:pt x="1710" y="1942"/>
                    <a:pt x="1710" y="1942"/>
                  </a:cubicBezTo>
                  <a:cubicBezTo>
                    <a:pt x="1719" y="1895"/>
                    <a:pt x="1719" y="1895"/>
                    <a:pt x="1719" y="1895"/>
                  </a:cubicBezTo>
                  <a:cubicBezTo>
                    <a:pt x="1766" y="1895"/>
                    <a:pt x="1766" y="1895"/>
                    <a:pt x="1766" y="1895"/>
                  </a:cubicBezTo>
                  <a:cubicBezTo>
                    <a:pt x="1776" y="1848"/>
                    <a:pt x="1776" y="1848"/>
                    <a:pt x="1776" y="1848"/>
                  </a:cubicBezTo>
                  <a:cubicBezTo>
                    <a:pt x="1852" y="1822"/>
                    <a:pt x="1852" y="1822"/>
                    <a:pt x="1852" y="1822"/>
                  </a:cubicBezTo>
                  <a:cubicBezTo>
                    <a:pt x="1837" y="1895"/>
                    <a:pt x="1837" y="1895"/>
                    <a:pt x="1837" y="1895"/>
                  </a:cubicBezTo>
                  <a:cubicBezTo>
                    <a:pt x="1895" y="1895"/>
                    <a:pt x="1895" y="1895"/>
                    <a:pt x="1895" y="1895"/>
                  </a:cubicBezTo>
                  <a:cubicBezTo>
                    <a:pt x="1884" y="1942"/>
                    <a:pt x="1884" y="1942"/>
                    <a:pt x="1884" y="1942"/>
                  </a:cubicBezTo>
                  <a:cubicBezTo>
                    <a:pt x="1827" y="1942"/>
                    <a:pt x="1827" y="1942"/>
                    <a:pt x="1827" y="1942"/>
                  </a:cubicBezTo>
                  <a:cubicBezTo>
                    <a:pt x="1803" y="2052"/>
                    <a:pt x="1803" y="2052"/>
                    <a:pt x="1803" y="2052"/>
                  </a:cubicBezTo>
                  <a:cubicBezTo>
                    <a:pt x="1799" y="2074"/>
                    <a:pt x="1796" y="2088"/>
                    <a:pt x="1828" y="2088"/>
                  </a:cubicBezTo>
                  <a:cubicBezTo>
                    <a:pt x="1838" y="2088"/>
                    <a:pt x="1844" y="2087"/>
                    <a:pt x="1852" y="2086"/>
                  </a:cubicBezTo>
                  <a:lnTo>
                    <a:pt x="1842" y="2133"/>
                  </a:lnTo>
                  <a:close/>
                  <a:moveTo>
                    <a:pt x="1954" y="1790"/>
                  </a:moveTo>
                  <a:cubicBezTo>
                    <a:pt x="2025" y="1790"/>
                    <a:pt x="2025" y="1790"/>
                    <a:pt x="2025" y="1790"/>
                  </a:cubicBezTo>
                  <a:cubicBezTo>
                    <a:pt x="1996" y="1927"/>
                    <a:pt x="1996" y="1927"/>
                    <a:pt x="1996" y="1927"/>
                  </a:cubicBezTo>
                  <a:cubicBezTo>
                    <a:pt x="2007" y="1915"/>
                    <a:pt x="2030" y="1890"/>
                    <a:pt x="2074" y="1890"/>
                  </a:cubicBezTo>
                  <a:cubicBezTo>
                    <a:pt x="2110" y="1890"/>
                    <a:pt x="2129" y="1908"/>
                    <a:pt x="2137" y="1923"/>
                  </a:cubicBezTo>
                  <a:cubicBezTo>
                    <a:pt x="2143" y="1935"/>
                    <a:pt x="2146" y="1957"/>
                    <a:pt x="2139" y="1989"/>
                  </a:cubicBezTo>
                  <a:cubicBezTo>
                    <a:pt x="2108" y="2136"/>
                    <a:pt x="2108" y="2136"/>
                    <a:pt x="2108" y="2136"/>
                  </a:cubicBezTo>
                  <a:cubicBezTo>
                    <a:pt x="2037" y="2136"/>
                    <a:pt x="2037" y="2136"/>
                    <a:pt x="2037" y="2136"/>
                  </a:cubicBezTo>
                  <a:cubicBezTo>
                    <a:pt x="2068" y="1991"/>
                    <a:pt x="2068" y="1991"/>
                    <a:pt x="2068" y="1991"/>
                  </a:cubicBezTo>
                  <a:cubicBezTo>
                    <a:pt x="2071" y="1977"/>
                    <a:pt x="2079" y="1938"/>
                    <a:pt x="2040" y="1938"/>
                  </a:cubicBezTo>
                  <a:cubicBezTo>
                    <a:pt x="2019" y="1938"/>
                    <a:pt x="1991" y="1950"/>
                    <a:pt x="1983" y="1988"/>
                  </a:cubicBezTo>
                  <a:cubicBezTo>
                    <a:pt x="1952" y="2136"/>
                    <a:pt x="1952" y="2136"/>
                    <a:pt x="1952" y="2136"/>
                  </a:cubicBezTo>
                  <a:cubicBezTo>
                    <a:pt x="1881" y="2136"/>
                    <a:pt x="1881" y="2136"/>
                    <a:pt x="1881" y="2136"/>
                  </a:cubicBezTo>
                  <a:lnTo>
                    <a:pt x="1954" y="1790"/>
                  </a:lnTo>
                  <a:close/>
                  <a:moveTo>
                    <a:pt x="2195" y="1953"/>
                  </a:moveTo>
                  <a:cubicBezTo>
                    <a:pt x="2197" y="1942"/>
                    <a:pt x="2203" y="1906"/>
                    <a:pt x="2205" y="1893"/>
                  </a:cubicBezTo>
                  <a:cubicBezTo>
                    <a:pt x="2271" y="1893"/>
                    <a:pt x="2271" y="1893"/>
                    <a:pt x="2271" y="1893"/>
                  </a:cubicBezTo>
                  <a:cubicBezTo>
                    <a:pt x="2263" y="1939"/>
                    <a:pt x="2263" y="1939"/>
                    <a:pt x="2263" y="1939"/>
                  </a:cubicBezTo>
                  <a:cubicBezTo>
                    <a:pt x="2276" y="1919"/>
                    <a:pt x="2298" y="1889"/>
                    <a:pt x="2356" y="1892"/>
                  </a:cubicBezTo>
                  <a:cubicBezTo>
                    <a:pt x="2342" y="1956"/>
                    <a:pt x="2342" y="1956"/>
                    <a:pt x="2342" y="1956"/>
                  </a:cubicBezTo>
                  <a:cubicBezTo>
                    <a:pt x="2271" y="1949"/>
                    <a:pt x="2259" y="1986"/>
                    <a:pt x="2253" y="2017"/>
                  </a:cubicBezTo>
                  <a:cubicBezTo>
                    <a:pt x="2227" y="2136"/>
                    <a:pt x="2227" y="2136"/>
                    <a:pt x="2227" y="2136"/>
                  </a:cubicBezTo>
                  <a:cubicBezTo>
                    <a:pt x="2156" y="2136"/>
                    <a:pt x="2156" y="2136"/>
                    <a:pt x="2156" y="2136"/>
                  </a:cubicBezTo>
                  <a:lnTo>
                    <a:pt x="2195" y="1953"/>
                  </a:lnTo>
                  <a:close/>
                  <a:moveTo>
                    <a:pt x="2503" y="1888"/>
                  </a:moveTo>
                  <a:cubicBezTo>
                    <a:pt x="2591" y="1888"/>
                    <a:pt x="2617" y="1948"/>
                    <a:pt x="2602" y="2015"/>
                  </a:cubicBezTo>
                  <a:cubicBezTo>
                    <a:pt x="2587" y="2083"/>
                    <a:pt x="2535" y="2145"/>
                    <a:pt x="2447" y="2145"/>
                  </a:cubicBezTo>
                  <a:cubicBezTo>
                    <a:pt x="2378" y="2145"/>
                    <a:pt x="2332" y="2102"/>
                    <a:pt x="2350" y="2017"/>
                  </a:cubicBezTo>
                  <a:cubicBezTo>
                    <a:pt x="2362" y="1959"/>
                    <a:pt x="2408" y="1888"/>
                    <a:pt x="2503" y="1888"/>
                  </a:cubicBezTo>
                  <a:moveTo>
                    <a:pt x="2460" y="2095"/>
                  </a:moveTo>
                  <a:cubicBezTo>
                    <a:pt x="2491" y="2095"/>
                    <a:pt x="2516" y="2077"/>
                    <a:pt x="2530" y="2012"/>
                  </a:cubicBezTo>
                  <a:cubicBezTo>
                    <a:pt x="2537" y="1980"/>
                    <a:pt x="2540" y="1935"/>
                    <a:pt x="2493" y="1935"/>
                  </a:cubicBezTo>
                  <a:cubicBezTo>
                    <a:pt x="2441" y="1935"/>
                    <a:pt x="2427" y="1995"/>
                    <a:pt x="2423" y="2018"/>
                  </a:cubicBezTo>
                  <a:cubicBezTo>
                    <a:pt x="2411" y="2072"/>
                    <a:pt x="2425" y="2095"/>
                    <a:pt x="2460" y="2095"/>
                  </a:cubicBezTo>
                  <a:moveTo>
                    <a:pt x="2743" y="1894"/>
                  </a:moveTo>
                  <a:cubicBezTo>
                    <a:pt x="2713" y="2038"/>
                    <a:pt x="2713" y="2038"/>
                    <a:pt x="2713" y="2038"/>
                  </a:cubicBezTo>
                  <a:cubicBezTo>
                    <a:pt x="2708" y="2060"/>
                    <a:pt x="2701" y="2092"/>
                    <a:pt x="2740" y="2092"/>
                  </a:cubicBezTo>
                  <a:cubicBezTo>
                    <a:pt x="2785" y="2092"/>
                    <a:pt x="2792" y="2058"/>
                    <a:pt x="2801" y="2016"/>
                  </a:cubicBezTo>
                  <a:cubicBezTo>
                    <a:pt x="2827" y="1894"/>
                    <a:pt x="2827" y="1894"/>
                    <a:pt x="2827" y="1894"/>
                  </a:cubicBezTo>
                  <a:cubicBezTo>
                    <a:pt x="2900" y="1894"/>
                    <a:pt x="2900" y="1894"/>
                    <a:pt x="2900" y="1894"/>
                  </a:cubicBezTo>
                  <a:cubicBezTo>
                    <a:pt x="2867" y="2053"/>
                    <a:pt x="2867" y="2053"/>
                    <a:pt x="2867" y="2053"/>
                  </a:cubicBezTo>
                  <a:cubicBezTo>
                    <a:pt x="2856" y="2106"/>
                    <a:pt x="2855" y="2112"/>
                    <a:pt x="2854" y="2118"/>
                  </a:cubicBezTo>
                  <a:cubicBezTo>
                    <a:pt x="2853" y="2125"/>
                    <a:pt x="2852" y="2130"/>
                    <a:pt x="2852" y="2136"/>
                  </a:cubicBezTo>
                  <a:cubicBezTo>
                    <a:pt x="2783" y="2136"/>
                    <a:pt x="2783" y="2136"/>
                    <a:pt x="2783" y="2136"/>
                  </a:cubicBezTo>
                  <a:cubicBezTo>
                    <a:pt x="2787" y="2104"/>
                    <a:pt x="2787" y="2104"/>
                    <a:pt x="2787" y="2104"/>
                  </a:cubicBezTo>
                  <a:cubicBezTo>
                    <a:pt x="2778" y="2115"/>
                    <a:pt x="2753" y="2143"/>
                    <a:pt x="2707" y="2143"/>
                  </a:cubicBezTo>
                  <a:cubicBezTo>
                    <a:pt x="2675" y="2143"/>
                    <a:pt x="2651" y="2128"/>
                    <a:pt x="2641" y="2110"/>
                  </a:cubicBezTo>
                  <a:cubicBezTo>
                    <a:pt x="2630" y="2090"/>
                    <a:pt x="2637" y="2056"/>
                    <a:pt x="2639" y="2045"/>
                  </a:cubicBezTo>
                  <a:cubicBezTo>
                    <a:pt x="2671" y="1894"/>
                    <a:pt x="2671" y="1894"/>
                    <a:pt x="2671" y="1894"/>
                  </a:cubicBezTo>
                  <a:lnTo>
                    <a:pt x="2743" y="1894"/>
                  </a:lnTo>
                  <a:close/>
                  <a:moveTo>
                    <a:pt x="3181" y="1895"/>
                  </a:moveTo>
                  <a:cubicBezTo>
                    <a:pt x="3175" y="1914"/>
                    <a:pt x="3170" y="1930"/>
                    <a:pt x="3164" y="1955"/>
                  </a:cubicBezTo>
                  <a:cubicBezTo>
                    <a:pt x="3126" y="2134"/>
                    <a:pt x="3126" y="2134"/>
                    <a:pt x="3126" y="2134"/>
                  </a:cubicBezTo>
                  <a:cubicBezTo>
                    <a:pt x="3108" y="2223"/>
                    <a:pt x="3031" y="2232"/>
                    <a:pt x="2985" y="2232"/>
                  </a:cubicBezTo>
                  <a:cubicBezTo>
                    <a:pt x="2950" y="2232"/>
                    <a:pt x="2883" y="2228"/>
                    <a:pt x="2894" y="2154"/>
                  </a:cubicBezTo>
                  <a:cubicBezTo>
                    <a:pt x="2962" y="2154"/>
                    <a:pt x="2962" y="2154"/>
                    <a:pt x="2962" y="2154"/>
                  </a:cubicBezTo>
                  <a:cubicBezTo>
                    <a:pt x="2962" y="2158"/>
                    <a:pt x="2962" y="2166"/>
                    <a:pt x="2966" y="2174"/>
                  </a:cubicBezTo>
                  <a:cubicBezTo>
                    <a:pt x="2970" y="2181"/>
                    <a:pt x="2979" y="2188"/>
                    <a:pt x="2998" y="2188"/>
                  </a:cubicBezTo>
                  <a:cubicBezTo>
                    <a:pt x="3019" y="2188"/>
                    <a:pt x="3040" y="2178"/>
                    <a:pt x="3049" y="2156"/>
                  </a:cubicBezTo>
                  <a:cubicBezTo>
                    <a:pt x="3054" y="2144"/>
                    <a:pt x="3056" y="2135"/>
                    <a:pt x="3064" y="2099"/>
                  </a:cubicBezTo>
                  <a:cubicBezTo>
                    <a:pt x="3036" y="2128"/>
                    <a:pt x="3009" y="2132"/>
                    <a:pt x="2992" y="2132"/>
                  </a:cubicBezTo>
                  <a:cubicBezTo>
                    <a:pt x="2922" y="2132"/>
                    <a:pt x="2903" y="2071"/>
                    <a:pt x="2915" y="2012"/>
                  </a:cubicBezTo>
                  <a:cubicBezTo>
                    <a:pt x="2928" y="1951"/>
                    <a:pt x="2974" y="1892"/>
                    <a:pt x="3044" y="1892"/>
                  </a:cubicBezTo>
                  <a:cubicBezTo>
                    <a:pt x="3088" y="1892"/>
                    <a:pt x="3099" y="1916"/>
                    <a:pt x="3105" y="1927"/>
                  </a:cubicBezTo>
                  <a:cubicBezTo>
                    <a:pt x="3114" y="1895"/>
                    <a:pt x="3114" y="1895"/>
                    <a:pt x="3114" y="1895"/>
                  </a:cubicBezTo>
                  <a:lnTo>
                    <a:pt x="3181" y="1895"/>
                  </a:lnTo>
                  <a:close/>
                  <a:moveTo>
                    <a:pt x="3019" y="2083"/>
                  </a:moveTo>
                  <a:cubicBezTo>
                    <a:pt x="3069" y="2083"/>
                    <a:pt x="3081" y="2025"/>
                    <a:pt x="3083" y="2014"/>
                  </a:cubicBezTo>
                  <a:cubicBezTo>
                    <a:pt x="3089" y="1986"/>
                    <a:pt x="3094" y="1940"/>
                    <a:pt x="3051" y="1940"/>
                  </a:cubicBezTo>
                  <a:cubicBezTo>
                    <a:pt x="3024" y="1940"/>
                    <a:pt x="2997" y="1960"/>
                    <a:pt x="2986" y="2012"/>
                  </a:cubicBezTo>
                  <a:cubicBezTo>
                    <a:pt x="2984" y="2025"/>
                    <a:pt x="2971" y="2083"/>
                    <a:pt x="3019" y="2083"/>
                  </a:cubicBezTo>
                  <a:moveTo>
                    <a:pt x="3257" y="1790"/>
                  </a:moveTo>
                  <a:cubicBezTo>
                    <a:pt x="3327" y="1790"/>
                    <a:pt x="3327" y="1790"/>
                    <a:pt x="3327" y="1790"/>
                  </a:cubicBezTo>
                  <a:cubicBezTo>
                    <a:pt x="3298" y="1927"/>
                    <a:pt x="3298" y="1927"/>
                    <a:pt x="3298" y="1927"/>
                  </a:cubicBezTo>
                  <a:cubicBezTo>
                    <a:pt x="3309" y="1915"/>
                    <a:pt x="3332" y="1890"/>
                    <a:pt x="3376" y="1890"/>
                  </a:cubicBezTo>
                  <a:cubicBezTo>
                    <a:pt x="3412" y="1890"/>
                    <a:pt x="3431" y="1908"/>
                    <a:pt x="3440" y="1923"/>
                  </a:cubicBezTo>
                  <a:cubicBezTo>
                    <a:pt x="3446" y="1935"/>
                    <a:pt x="3448" y="1957"/>
                    <a:pt x="3441" y="1989"/>
                  </a:cubicBezTo>
                  <a:cubicBezTo>
                    <a:pt x="3410" y="2136"/>
                    <a:pt x="3410" y="2136"/>
                    <a:pt x="3410" y="2136"/>
                  </a:cubicBezTo>
                  <a:cubicBezTo>
                    <a:pt x="3340" y="2136"/>
                    <a:pt x="3340" y="2136"/>
                    <a:pt x="3340" y="2136"/>
                  </a:cubicBezTo>
                  <a:cubicBezTo>
                    <a:pt x="3370" y="1991"/>
                    <a:pt x="3370" y="1991"/>
                    <a:pt x="3370" y="1991"/>
                  </a:cubicBezTo>
                  <a:cubicBezTo>
                    <a:pt x="3373" y="1977"/>
                    <a:pt x="3382" y="1938"/>
                    <a:pt x="3342" y="1938"/>
                  </a:cubicBezTo>
                  <a:cubicBezTo>
                    <a:pt x="3322" y="1938"/>
                    <a:pt x="3293" y="1950"/>
                    <a:pt x="3286" y="1988"/>
                  </a:cubicBezTo>
                  <a:cubicBezTo>
                    <a:pt x="3255" y="2136"/>
                    <a:pt x="3255" y="2136"/>
                    <a:pt x="3255" y="2136"/>
                  </a:cubicBezTo>
                  <a:cubicBezTo>
                    <a:pt x="3183" y="2136"/>
                    <a:pt x="3183" y="2136"/>
                    <a:pt x="3183" y="2136"/>
                  </a:cubicBezTo>
                  <a:lnTo>
                    <a:pt x="3257" y="1790"/>
                  </a:lnTo>
                  <a:close/>
                  <a:moveTo>
                    <a:pt x="158" y="1980"/>
                  </a:moveTo>
                  <a:cubicBezTo>
                    <a:pt x="159" y="1971"/>
                    <a:pt x="164" y="1935"/>
                    <a:pt x="137" y="1935"/>
                  </a:cubicBezTo>
                  <a:cubicBezTo>
                    <a:pt x="103" y="1935"/>
                    <a:pt x="89" y="1986"/>
                    <a:pt x="83" y="2012"/>
                  </a:cubicBezTo>
                  <a:cubicBezTo>
                    <a:pt x="80" y="2026"/>
                    <a:pt x="72" y="2069"/>
                    <a:pt x="85" y="2087"/>
                  </a:cubicBezTo>
                  <a:cubicBezTo>
                    <a:pt x="90" y="2094"/>
                    <a:pt x="97" y="2095"/>
                    <a:pt x="102" y="2095"/>
                  </a:cubicBezTo>
                  <a:cubicBezTo>
                    <a:pt x="109" y="2095"/>
                    <a:pt x="133" y="2092"/>
                    <a:pt x="145" y="2048"/>
                  </a:cubicBezTo>
                  <a:cubicBezTo>
                    <a:pt x="215" y="2048"/>
                    <a:pt x="215" y="2048"/>
                    <a:pt x="215" y="2048"/>
                  </a:cubicBezTo>
                  <a:cubicBezTo>
                    <a:pt x="210" y="2067"/>
                    <a:pt x="201" y="2097"/>
                    <a:pt x="168" y="2120"/>
                  </a:cubicBezTo>
                  <a:cubicBezTo>
                    <a:pt x="148" y="2135"/>
                    <a:pt x="124" y="2143"/>
                    <a:pt x="94" y="2143"/>
                  </a:cubicBezTo>
                  <a:cubicBezTo>
                    <a:pt x="62" y="2143"/>
                    <a:pt x="35" y="2135"/>
                    <a:pt x="18" y="2110"/>
                  </a:cubicBezTo>
                  <a:cubicBezTo>
                    <a:pt x="2" y="2086"/>
                    <a:pt x="0" y="2053"/>
                    <a:pt x="8" y="2015"/>
                  </a:cubicBezTo>
                  <a:cubicBezTo>
                    <a:pt x="32" y="1904"/>
                    <a:pt x="116" y="1889"/>
                    <a:pt x="148" y="1889"/>
                  </a:cubicBezTo>
                  <a:cubicBezTo>
                    <a:pt x="193" y="1889"/>
                    <a:pt x="241" y="1914"/>
                    <a:pt x="228" y="1980"/>
                  </a:cubicBezTo>
                  <a:lnTo>
                    <a:pt x="158" y="1980"/>
                  </a:lnTo>
                  <a:close/>
                  <a:moveTo>
                    <a:pt x="3764" y="1980"/>
                  </a:moveTo>
                  <a:cubicBezTo>
                    <a:pt x="3765" y="1971"/>
                    <a:pt x="3770" y="1935"/>
                    <a:pt x="3742" y="1935"/>
                  </a:cubicBezTo>
                  <a:cubicBezTo>
                    <a:pt x="3709" y="1935"/>
                    <a:pt x="3694" y="1986"/>
                    <a:pt x="3688" y="2012"/>
                  </a:cubicBezTo>
                  <a:cubicBezTo>
                    <a:pt x="3685" y="2026"/>
                    <a:pt x="3678" y="2069"/>
                    <a:pt x="3691" y="2087"/>
                  </a:cubicBezTo>
                  <a:cubicBezTo>
                    <a:pt x="3695" y="2094"/>
                    <a:pt x="3703" y="2095"/>
                    <a:pt x="3708" y="2095"/>
                  </a:cubicBezTo>
                  <a:cubicBezTo>
                    <a:pt x="3715" y="2095"/>
                    <a:pt x="3738" y="2092"/>
                    <a:pt x="3751" y="2048"/>
                  </a:cubicBezTo>
                  <a:cubicBezTo>
                    <a:pt x="3820" y="2048"/>
                    <a:pt x="3820" y="2048"/>
                    <a:pt x="3820" y="2048"/>
                  </a:cubicBezTo>
                  <a:cubicBezTo>
                    <a:pt x="3816" y="2067"/>
                    <a:pt x="3807" y="2097"/>
                    <a:pt x="3774" y="2120"/>
                  </a:cubicBezTo>
                  <a:cubicBezTo>
                    <a:pt x="3754" y="2135"/>
                    <a:pt x="3730" y="2143"/>
                    <a:pt x="3700" y="2143"/>
                  </a:cubicBezTo>
                  <a:cubicBezTo>
                    <a:pt x="3668" y="2143"/>
                    <a:pt x="3641" y="2135"/>
                    <a:pt x="3624" y="2110"/>
                  </a:cubicBezTo>
                  <a:cubicBezTo>
                    <a:pt x="3608" y="2086"/>
                    <a:pt x="3606" y="2053"/>
                    <a:pt x="3614" y="2015"/>
                  </a:cubicBezTo>
                  <a:cubicBezTo>
                    <a:pt x="3638" y="1904"/>
                    <a:pt x="3722" y="1889"/>
                    <a:pt x="3754" y="1889"/>
                  </a:cubicBezTo>
                  <a:cubicBezTo>
                    <a:pt x="3799" y="1889"/>
                    <a:pt x="3847" y="1914"/>
                    <a:pt x="3834" y="1980"/>
                  </a:cubicBezTo>
                  <a:lnTo>
                    <a:pt x="3764" y="1980"/>
                  </a:lnTo>
                  <a:close/>
                  <a:moveTo>
                    <a:pt x="4010" y="1888"/>
                  </a:moveTo>
                  <a:cubicBezTo>
                    <a:pt x="4098" y="1888"/>
                    <a:pt x="4123" y="1948"/>
                    <a:pt x="4109" y="2015"/>
                  </a:cubicBezTo>
                  <a:cubicBezTo>
                    <a:pt x="4094" y="2083"/>
                    <a:pt x="4042" y="2145"/>
                    <a:pt x="3954" y="2145"/>
                  </a:cubicBezTo>
                  <a:cubicBezTo>
                    <a:pt x="3884" y="2145"/>
                    <a:pt x="3839" y="2102"/>
                    <a:pt x="3857" y="2017"/>
                  </a:cubicBezTo>
                  <a:cubicBezTo>
                    <a:pt x="3870" y="1959"/>
                    <a:pt x="3914" y="1888"/>
                    <a:pt x="4010" y="1888"/>
                  </a:cubicBezTo>
                  <a:moveTo>
                    <a:pt x="3967" y="2095"/>
                  </a:moveTo>
                  <a:cubicBezTo>
                    <a:pt x="3998" y="2095"/>
                    <a:pt x="4023" y="2077"/>
                    <a:pt x="4037" y="2012"/>
                  </a:cubicBezTo>
                  <a:cubicBezTo>
                    <a:pt x="4044" y="1980"/>
                    <a:pt x="4047" y="1935"/>
                    <a:pt x="4000" y="1935"/>
                  </a:cubicBezTo>
                  <a:cubicBezTo>
                    <a:pt x="3948" y="1935"/>
                    <a:pt x="3935" y="1995"/>
                    <a:pt x="3930" y="2018"/>
                  </a:cubicBezTo>
                  <a:cubicBezTo>
                    <a:pt x="3918" y="2072"/>
                    <a:pt x="3932" y="2095"/>
                    <a:pt x="3967" y="2095"/>
                  </a:cubicBezTo>
                  <a:moveTo>
                    <a:pt x="4173" y="1939"/>
                  </a:moveTo>
                  <a:cubicBezTo>
                    <a:pt x="4176" y="1924"/>
                    <a:pt x="4178" y="1909"/>
                    <a:pt x="4180" y="1894"/>
                  </a:cubicBezTo>
                  <a:cubicBezTo>
                    <a:pt x="4248" y="1894"/>
                    <a:pt x="4248" y="1894"/>
                    <a:pt x="4248" y="1894"/>
                  </a:cubicBezTo>
                  <a:cubicBezTo>
                    <a:pt x="4245" y="1925"/>
                    <a:pt x="4245" y="1925"/>
                    <a:pt x="4245" y="1925"/>
                  </a:cubicBezTo>
                  <a:cubicBezTo>
                    <a:pt x="4254" y="1915"/>
                    <a:pt x="4279" y="1889"/>
                    <a:pt x="4327" y="1889"/>
                  </a:cubicBezTo>
                  <a:cubicBezTo>
                    <a:pt x="4383" y="1889"/>
                    <a:pt x="4392" y="1923"/>
                    <a:pt x="4394" y="1934"/>
                  </a:cubicBezTo>
                  <a:cubicBezTo>
                    <a:pt x="4423" y="1895"/>
                    <a:pt x="4456" y="1889"/>
                    <a:pt x="4481" y="1889"/>
                  </a:cubicBezTo>
                  <a:cubicBezTo>
                    <a:pt x="4530" y="1889"/>
                    <a:pt x="4544" y="1918"/>
                    <a:pt x="4547" y="1928"/>
                  </a:cubicBezTo>
                  <a:cubicBezTo>
                    <a:pt x="4555" y="1949"/>
                    <a:pt x="4548" y="1978"/>
                    <a:pt x="4544" y="1999"/>
                  </a:cubicBezTo>
                  <a:cubicBezTo>
                    <a:pt x="4515" y="2136"/>
                    <a:pt x="4515" y="2136"/>
                    <a:pt x="4515" y="2136"/>
                  </a:cubicBezTo>
                  <a:cubicBezTo>
                    <a:pt x="4443" y="2136"/>
                    <a:pt x="4443" y="2136"/>
                    <a:pt x="4443" y="2136"/>
                  </a:cubicBezTo>
                  <a:cubicBezTo>
                    <a:pt x="4473" y="1994"/>
                    <a:pt x="4473" y="1994"/>
                    <a:pt x="4473" y="1994"/>
                  </a:cubicBezTo>
                  <a:cubicBezTo>
                    <a:pt x="4479" y="1968"/>
                    <a:pt x="4481" y="1939"/>
                    <a:pt x="4444" y="1939"/>
                  </a:cubicBezTo>
                  <a:cubicBezTo>
                    <a:pt x="4401" y="1939"/>
                    <a:pt x="4392" y="1979"/>
                    <a:pt x="4385" y="2015"/>
                  </a:cubicBezTo>
                  <a:cubicBezTo>
                    <a:pt x="4358" y="2136"/>
                    <a:pt x="4358" y="2136"/>
                    <a:pt x="4358" y="2136"/>
                  </a:cubicBezTo>
                  <a:cubicBezTo>
                    <a:pt x="4286" y="2136"/>
                    <a:pt x="4286" y="2136"/>
                    <a:pt x="4286" y="2136"/>
                  </a:cubicBezTo>
                  <a:cubicBezTo>
                    <a:pt x="4318" y="1992"/>
                    <a:pt x="4318" y="1992"/>
                    <a:pt x="4318" y="1992"/>
                  </a:cubicBezTo>
                  <a:cubicBezTo>
                    <a:pt x="4321" y="1974"/>
                    <a:pt x="4328" y="1939"/>
                    <a:pt x="4289" y="1939"/>
                  </a:cubicBezTo>
                  <a:cubicBezTo>
                    <a:pt x="4244" y="1939"/>
                    <a:pt x="4236" y="1977"/>
                    <a:pt x="4232" y="1994"/>
                  </a:cubicBezTo>
                  <a:cubicBezTo>
                    <a:pt x="4202" y="2136"/>
                    <a:pt x="4202" y="2136"/>
                    <a:pt x="4202" y="2136"/>
                  </a:cubicBezTo>
                  <a:cubicBezTo>
                    <a:pt x="4131" y="2136"/>
                    <a:pt x="4131" y="2136"/>
                    <a:pt x="4131" y="2136"/>
                  </a:cubicBezTo>
                  <a:lnTo>
                    <a:pt x="4173" y="1939"/>
                  </a:lnTo>
                  <a:close/>
                  <a:moveTo>
                    <a:pt x="4694" y="1894"/>
                  </a:moveTo>
                  <a:cubicBezTo>
                    <a:pt x="4689" y="1928"/>
                    <a:pt x="4689" y="1928"/>
                    <a:pt x="4689" y="1928"/>
                  </a:cubicBezTo>
                  <a:cubicBezTo>
                    <a:pt x="4719" y="1889"/>
                    <a:pt x="4759" y="1889"/>
                    <a:pt x="4771" y="1889"/>
                  </a:cubicBezTo>
                  <a:cubicBezTo>
                    <a:pt x="4834" y="1889"/>
                    <a:pt x="4862" y="1936"/>
                    <a:pt x="4846" y="2010"/>
                  </a:cubicBezTo>
                  <a:cubicBezTo>
                    <a:pt x="4832" y="2079"/>
                    <a:pt x="4783" y="2140"/>
                    <a:pt x="4713" y="2140"/>
                  </a:cubicBezTo>
                  <a:cubicBezTo>
                    <a:pt x="4669" y="2140"/>
                    <a:pt x="4656" y="2117"/>
                    <a:pt x="4652" y="2109"/>
                  </a:cubicBezTo>
                  <a:cubicBezTo>
                    <a:pt x="4626" y="2229"/>
                    <a:pt x="4626" y="2229"/>
                    <a:pt x="4626" y="2229"/>
                  </a:cubicBezTo>
                  <a:cubicBezTo>
                    <a:pt x="4554" y="2229"/>
                    <a:pt x="4554" y="2229"/>
                    <a:pt x="4554" y="2229"/>
                  </a:cubicBezTo>
                  <a:cubicBezTo>
                    <a:pt x="4625" y="1894"/>
                    <a:pt x="4625" y="1894"/>
                    <a:pt x="4625" y="1894"/>
                  </a:cubicBezTo>
                  <a:lnTo>
                    <a:pt x="4694" y="1894"/>
                  </a:lnTo>
                  <a:close/>
                  <a:moveTo>
                    <a:pt x="4774" y="2013"/>
                  </a:moveTo>
                  <a:cubicBezTo>
                    <a:pt x="4780" y="1984"/>
                    <a:pt x="4783" y="1935"/>
                    <a:pt x="4741" y="1935"/>
                  </a:cubicBezTo>
                  <a:cubicBezTo>
                    <a:pt x="4718" y="1935"/>
                    <a:pt x="4682" y="1952"/>
                    <a:pt x="4668" y="2017"/>
                  </a:cubicBezTo>
                  <a:cubicBezTo>
                    <a:pt x="4665" y="2031"/>
                    <a:pt x="4652" y="2093"/>
                    <a:pt x="4705" y="2093"/>
                  </a:cubicBezTo>
                  <a:cubicBezTo>
                    <a:pt x="4738" y="2093"/>
                    <a:pt x="4763" y="2061"/>
                    <a:pt x="4774" y="2013"/>
                  </a:cubicBezTo>
                  <a:moveTo>
                    <a:pt x="4936" y="1789"/>
                  </a:moveTo>
                  <a:cubicBezTo>
                    <a:pt x="5007" y="1789"/>
                    <a:pt x="5007" y="1789"/>
                    <a:pt x="5007" y="1789"/>
                  </a:cubicBezTo>
                  <a:cubicBezTo>
                    <a:pt x="4933" y="2136"/>
                    <a:pt x="4933" y="2136"/>
                    <a:pt x="4933" y="2136"/>
                  </a:cubicBezTo>
                  <a:cubicBezTo>
                    <a:pt x="4862" y="2136"/>
                    <a:pt x="4862" y="2136"/>
                    <a:pt x="4862" y="2136"/>
                  </a:cubicBezTo>
                  <a:lnTo>
                    <a:pt x="4936" y="1789"/>
                  </a:lnTo>
                  <a:close/>
                  <a:moveTo>
                    <a:pt x="5068" y="2033"/>
                  </a:moveTo>
                  <a:cubicBezTo>
                    <a:pt x="5064" y="2049"/>
                    <a:pt x="5054" y="2098"/>
                    <a:pt x="5104" y="2098"/>
                  </a:cubicBezTo>
                  <a:cubicBezTo>
                    <a:pt x="5121" y="2098"/>
                    <a:pt x="5140" y="2091"/>
                    <a:pt x="5153" y="2064"/>
                  </a:cubicBezTo>
                  <a:cubicBezTo>
                    <a:pt x="5218" y="2064"/>
                    <a:pt x="5218" y="2064"/>
                    <a:pt x="5218" y="2064"/>
                  </a:cubicBezTo>
                  <a:cubicBezTo>
                    <a:pt x="5214" y="2076"/>
                    <a:pt x="5208" y="2097"/>
                    <a:pt x="5184" y="2117"/>
                  </a:cubicBezTo>
                  <a:cubicBezTo>
                    <a:pt x="5162" y="2136"/>
                    <a:pt x="5128" y="2145"/>
                    <a:pt x="5092" y="2145"/>
                  </a:cubicBezTo>
                  <a:cubicBezTo>
                    <a:pt x="5072" y="2145"/>
                    <a:pt x="5033" y="2142"/>
                    <a:pt x="5013" y="2115"/>
                  </a:cubicBezTo>
                  <a:cubicBezTo>
                    <a:pt x="4996" y="2092"/>
                    <a:pt x="4994" y="2060"/>
                    <a:pt x="5002" y="2021"/>
                  </a:cubicBezTo>
                  <a:cubicBezTo>
                    <a:pt x="5011" y="1981"/>
                    <a:pt x="5030" y="1934"/>
                    <a:pt x="5077" y="1906"/>
                  </a:cubicBezTo>
                  <a:cubicBezTo>
                    <a:pt x="5099" y="1893"/>
                    <a:pt x="5123" y="1886"/>
                    <a:pt x="5150" y="1886"/>
                  </a:cubicBezTo>
                  <a:cubicBezTo>
                    <a:pt x="5184" y="1886"/>
                    <a:pt x="5222" y="1899"/>
                    <a:pt x="5235" y="1944"/>
                  </a:cubicBezTo>
                  <a:cubicBezTo>
                    <a:pt x="5244" y="1977"/>
                    <a:pt x="5236" y="2013"/>
                    <a:pt x="5231" y="2033"/>
                  </a:cubicBezTo>
                  <a:lnTo>
                    <a:pt x="5068" y="2033"/>
                  </a:lnTo>
                  <a:close/>
                  <a:moveTo>
                    <a:pt x="5167" y="1988"/>
                  </a:moveTo>
                  <a:cubicBezTo>
                    <a:pt x="5170" y="1977"/>
                    <a:pt x="5178" y="1934"/>
                    <a:pt x="5137" y="1934"/>
                  </a:cubicBezTo>
                  <a:cubicBezTo>
                    <a:pt x="5105" y="1934"/>
                    <a:pt x="5087" y="1960"/>
                    <a:pt x="5080" y="1988"/>
                  </a:cubicBezTo>
                  <a:lnTo>
                    <a:pt x="5167" y="1988"/>
                  </a:lnTo>
                  <a:close/>
                  <a:moveTo>
                    <a:pt x="5353" y="1894"/>
                  </a:moveTo>
                  <a:cubicBezTo>
                    <a:pt x="5382" y="1973"/>
                    <a:pt x="5382" y="1973"/>
                    <a:pt x="5382" y="1973"/>
                  </a:cubicBezTo>
                  <a:cubicBezTo>
                    <a:pt x="5447" y="1894"/>
                    <a:pt x="5447" y="1894"/>
                    <a:pt x="5447" y="1894"/>
                  </a:cubicBezTo>
                  <a:cubicBezTo>
                    <a:pt x="5520" y="1894"/>
                    <a:pt x="5520" y="1894"/>
                    <a:pt x="5520" y="1894"/>
                  </a:cubicBezTo>
                  <a:cubicBezTo>
                    <a:pt x="5417" y="2012"/>
                    <a:pt x="5417" y="2012"/>
                    <a:pt x="5417" y="2012"/>
                  </a:cubicBezTo>
                  <a:cubicBezTo>
                    <a:pt x="5471" y="2136"/>
                    <a:pt x="5471" y="2136"/>
                    <a:pt x="5471" y="2136"/>
                  </a:cubicBezTo>
                  <a:cubicBezTo>
                    <a:pt x="5388" y="2136"/>
                    <a:pt x="5388" y="2136"/>
                    <a:pt x="5388" y="2136"/>
                  </a:cubicBezTo>
                  <a:cubicBezTo>
                    <a:pt x="5357" y="2047"/>
                    <a:pt x="5357" y="2047"/>
                    <a:pt x="5357" y="2047"/>
                  </a:cubicBezTo>
                  <a:cubicBezTo>
                    <a:pt x="5289" y="2136"/>
                    <a:pt x="5289" y="2136"/>
                    <a:pt x="5289" y="2136"/>
                  </a:cubicBezTo>
                  <a:cubicBezTo>
                    <a:pt x="5214" y="2136"/>
                    <a:pt x="5214" y="2136"/>
                    <a:pt x="5214" y="2136"/>
                  </a:cubicBezTo>
                  <a:cubicBezTo>
                    <a:pt x="5323" y="2006"/>
                    <a:pt x="5323" y="2006"/>
                    <a:pt x="5323" y="2006"/>
                  </a:cubicBezTo>
                  <a:cubicBezTo>
                    <a:pt x="5269" y="1894"/>
                    <a:pt x="5269" y="1894"/>
                    <a:pt x="5269" y="1894"/>
                  </a:cubicBezTo>
                  <a:lnTo>
                    <a:pt x="5353" y="1894"/>
                  </a:lnTo>
                  <a:close/>
                  <a:moveTo>
                    <a:pt x="5553" y="1893"/>
                  </a:moveTo>
                  <a:cubicBezTo>
                    <a:pt x="5625" y="1893"/>
                    <a:pt x="5625" y="1893"/>
                    <a:pt x="5625" y="1893"/>
                  </a:cubicBezTo>
                  <a:cubicBezTo>
                    <a:pt x="5573" y="2136"/>
                    <a:pt x="5573" y="2136"/>
                    <a:pt x="5573" y="2136"/>
                  </a:cubicBezTo>
                  <a:cubicBezTo>
                    <a:pt x="5501" y="2136"/>
                    <a:pt x="5501" y="2136"/>
                    <a:pt x="5501" y="2136"/>
                  </a:cubicBezTo>
                  <a:lnTo>
                    <a:pt x="5553" y="1893"/>
                  </a:lnTo>
                  <a:close/>
                  <a:moveTo>
                    <a:pt x="5573" y="1790"/>
                  </a:moveTo>
                  <a:cubicBezTo>
                    <a:pt x="5648" y="1790"/>
                    <a:pt x="5648" y="1790"/>
                    <a:pt x="5648" y="1790"/>
                  </a:cubicBezTo>
                  <a:cubicBezTo>
                    <a:pt x="5636" y="1851"/>
                    <a:pt x="5636" y="1851"/>
                    <a:pt x="5636" y="1851"/>
                  </a:cubicBezTo>
                  <a:cubicBezTo>
                    <a:pt x="5560" y="1851"/>
                    <a:pt x="5560" y="1851"/>
                    <a:pt x="5560" y="1851"/>
                  </a:cubicBezTo>
                  <a:lnTo>
                    <a:pt x="5573" y="1790"/>
                  </a:lnTo>
                  <a:close/>
                  <a:moveTo>
                    <a:pt x="5775" y="2133"/>
                  </a:moveTo>
                  <a:cubicBezTo>
                    <a:pt x="5752" y="2139"/>
                    <a:pt x="5730" y="2141"/>
                    <a:pt x="5719" y="2141"/>
                  </a:cubicBezTo>
                  <a:cubicBezTo>
                    <a:pt x="5647" y="2141"/>
                    <a:pt x="5657" y="2095"/>
                    <a:pt x="5662" y="2075"/>
                  </a:cubicBezTo>
                  <a:cubicBezTo>
                    <a:pt x="5689" y="1942"/>
                    <a:pt x="5689" y="1942"/>
                    <a:pt x="5689" y="1942"/>
                  </a:cubicBezTo>
                  <a:cubicBezTo>
                    <a:pt x="5643" y="1942"/>
                    <a:pt x="5643" y="1942"/>
                    <a:pt x="5643" y="1942"/>
                  </a:cubicBezTo>
                  <a:cubicBezTo>
                    <a:pt x="5653" y="1895"/>
                    <a:pt x="5653" y="1895"/>
                    <a:pt x="5653" y="1895"/>
                  </a:cubicBezTo>
                  <a:cubicBezTo>
                    <a:pt x="5700" y="1895"/>
                    <a:pt x="5700" y="1895"/>
                    <a:pt x="5700" y="1895"/>
                  </a:cubicBezTo>
                  <a:cubicBezTo>
                    <a:pt x="5710" y="1848"/>
                    <a:pt x="5710" y="1848"/>
                    <a:pt x="5710" y="1848"/>
                  </a:cubicBezTo>
                  <a:cubicBezTo>
                    <a:pt x="5786" y="1822"/>
                    <a:pt x="5786" y="1822"/>
                    <a:pt x="5786" y="1822"/>
                  </a:cubicBezTo>
                  <a:cubicBezTo>
                    <a:pt x="5770" y="1895"/>
                    <a:pt x="5770" y="1895"/>
                    <a:pt x="5770" y="1895"/>
                  </a:cubicBezTo>
                  <a:cubicBezTo>
                    <a:pt x="5828" y="1895"/>
                    <a:pt x="5828" y="1895"/>
                    <a:pt x="5828" y="1895"/>
                  </a:cubicBezTo>
                  <a:cubicBezTo>
                    <a:pt x="5818" y="1942"/>
                    <a:pt x="5818" y="1942"/>
                    <a:pt x="5818" y="1942"/>
                  </a:cubicBezTo>
                  <a:cubicBezTo>
                    <a:pt x="5760" y="1942"/>
                    <a:pt x="5760" y="1942"/>
                    <a:pt x="5760" y="1942"/>
                  </a:cubicBezTo>
                  <a:cubicBezTo>
                    <a:pt x="5736" y="2052"/>
                    <a:pt x="5736" y="2052"/>
                    <a:pt x="5736" y="2052"/>
                  </a:cubicBezTo>
                  <a:cubicBezTo>
                    <a:pt x="5733" y="2074"/>
                    <a:pt x="5729" y="2088"/>
                    <a:pt x="5761" y="2088"/>
                  </a:cubicBezTo>
                  <a:cubicBezTo>
                    <a:pt x="5772" y="2088"/>
                    <a:pt x="5777" y="2087"/>
                    <a:pt x="5786" y="2086"/>
                  </a:cubicBezTo>
                  <a:lnTo>
                    <a:pt x="5775" y="2133"/>
                  </a:lnTo>
                  <a:close/>
                  <a:moveTo>
                    <a:pt x="5921" y="1894"/>
                  </a:moveTo>
                  <a:cubicBezTo>
                    <a:pt x="5939" y="2062"/>
                    <a:pt x="5939" y="2062"/>
                    <a:pt x="5939" y="2062"/>
                  </a:cubicBezTo>
                  <a:cubicBezTo>
                    <a:pt x="6028" y="1894"/>
                    <a:pt x="6028" y="1894"/>
                    <a:pt x="6028" y="1894"/>
                  </a:cubicBezTo>
                  <a:cubicBezTo>
                    <a:pt x="6099" y="1894"/>
                    <a:pt x="6099" y="1894"/>
                    <a:pt x="6099" y="1894"/>
                  </a:cubicBezTo>
                  <a:cubicBezTo>
                    <a:pt x="5957" y="2132"/>
                    <a:pt x="5957" y="2132"/>
                    <a:pt x="5957" y="2132"/>
                  </a:cubicBezTo>
                  <a:cubicBezTo>
                    <a:pt x="5907" y="2229"/>
                    <a:pt x="5907" y="2229"/>
                    <a:pt x="5907" y="2229"/>
                  </a:cubicBezTo>
                  <a:cubicBezTo>
                    <a:pt x="5835" y="2229"/>
                    <a:pt x="5835" y="2229"/>
                    <a:pt x="5835" y="2229"/>
                  </a:cubicBezTo>
                  <a:cubicBezTo>
                    <a:pt x="5886" y="2137"/>
                    <a:pt x="5886" y="2137"/>
                    <a:pt x="5886" y="2137"/>
                  </a:cubicBezTo>
                  <a:cubicBezTo>
                    <a:pt x="5844" y="1894"/>
                    <a:pt x="5844" y="1894"/>
                    <a:pt x="5844" y="1894"/>
                  </a:cubicBezTo>
                  <a:lnTo>
                    <a:pt x="5921" y="1894"/>
                  </a:ln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sp>
          <p:nvSpPr>
            <p:cNvPr id="10" name="Freeform 15"/>
            <p:cNvSpPr>
              <a:spLocks noEditPoints="1"/>
            </p:cNvSpPr>
            <p:nvPr userDrawn="1"/>
          </p:nvSpPr>
          <p:spPr bwMode="auto">
            <a:xfrm>
              <a:off x="-2592388" y="0"/>
              <a:ext cx="2592388" cy="1530350"/>
            </a:xfrm>
            <a:custGeom>
              <a:avLst/>
              <a:gdLst/>
              <a:ahLst/>
              <a:cxnLst>
                <a:cxn ang="0">
                  <a:pos x="176" y="248"/>
                </a:cxn>
                <a:cxn ang="0">
                  <a:pos x="0" y="248"/>
                </a:cxn>
                <a:cxn ang="0">
                  <a:pos x="0" y="0"/>
                </a:cxn>
                <a:cxn ang="0">
                  <a:pos x="176" y="0"/>
                </a:cxn>
                <a:cxn ang="0">
                  <a:pos x="176" y="248"/>
                </a:cxn>
                <a:cxn ang="0">
                  <a:pos x="176" y="716"/>
                </a:cxn>
                <a:cxn ang="0">
                  <a:pos x="0" y="716"/>
                </a:cxn>
                <a:cxn ang="0">
                  <a:pos x="0" y="964"/>
                </a:cxn>
                <a:cxn ang="0">
                  <a:pos x="176" y="964"/>
                </a:cxn>
                <a:cxn ang="0">
                  <a:pos x="176" y="716"/>
                </a:cxn>
                <a:cxn ang="0">
                  <a:pos x="1633" y="0"/>
                </a:cxn>
                <a:cxn ang="0">
                  <a:pos x="1457" y="0"/>
                </a:cxn>
                <a:cxn ang="0">
                  <a:pos x="1457" y="248"/>
                </a:cxn>
                <a:cxn ang="0">
                  <a:pos x="1633" y="248"/>
                </a:cxn>
                <a:cxn ang="0">
                  <a:pos x="1633" y="0"/>
                </a:cxn>
                <a:cxn ang="0">
                  <a:pos x="1633" y="716"/>
                </a:cxn>
                <a:cxn ang="0">
                  <a:pos x="1457" y="716"/>
                </a:cxn>
                <a:cxn ang="0">
                  <a:pos x="1457" y="964"/>
                </a:cxn>
                <a:cxn ang="0">
                  <a:pos x="1633" y="964"/>
                </a:cxn>
                <a:cxn ang="0">
                  <a:pos x="1633" y="716"/>
                </a:cxn>
              </a:cxnLst>
              <a:rect l="0" t="0" r="r" b="b"/>
              <a:pathLst>
                <a:path w="1633" h="964">
                  <a:moveTo>
                    <a:pt x="176" y="248"/>
                  </a:moveTo>
                  <a:lnTo>
                    <a:pt x="0" y="248"/>
                  </a:lnTo>
                  <a:lnTo>
                    <a:pt x="0" y="0"/>
                  </a:lnTo>
                  <a:lnTo>
                    <a:pt x="176" y="0"/>
                  </a:lnTo>
                  <a:lnTo>
                    <a:pt x="176" y="248"/>
                  </a:lnTo>
                  <a:close/>
                  <a:moveTo>
                    <a:pt x="176" y="716"/>
                  </a:moveTo>
                  <a:lnTo>
                    <a:pt x="0" y="716"/>
                  </a:lnTo>
                  <a:lnTo>
                    <a:pt x="0" y="964"/>
                  </a:lnTo>
                  <a:lnTo>
                    <a:pt x="176" y="964"/>
                  </a:lnTo>
                  <a:lnTo>
                    <a:pt x="176" y="716"/>
                  </a:lnTo>
                  <a:close/>
                  <a:moveTo>
                    <a:pt x="1633" y="0"/>
                  </a:moveTo>
                  <a:lnTo>
                    <a:pt x="1457" y="0"/>
                  </a:lnTo>
                  <a:lnTo>
                    <a:pt x="1457" y="248"/>
                  </a:lnTo>
                  <a:lnTo>
                    <a:pt x="1633" y="248"/>
                  </a:lnTo>
                  <a:lnTo>
                    <a:pt x="1633" y="0"/>
                  </a:lnTo>
                  <a:close/>
                  <a:moveTo>
                    <a:pt x="1633" y="716"/>
                  </a:moveTo>
                  <a:lnTo>
                    <a:pt x="1457" y="716"/>
                  </a:lnTo>
                  <a:lnTo>
                    <a:pt x="1457" y="964"/>
                  </a:lnTo>
                  <a:lnTo>
                    <a:pt x="1633" y="964"/>
                  </a:lnTo>
                  <a:lnTo>
                    <a:pt x="1633" y="716"/>
                  </a:ln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grpSp>
    </p:spTree>
    <p:extLst>
      <p:ext uri="{BB962C8B-B14F-4D97-AF65-F5344CB8AC3E}">
        <p14:creationId xmlns:p14="http://schemas.microsoft.com/office/powerpoint/2010/main" val="17520678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Title Slide 4">
    <p:spTree>
      <p:nvGrpSpPr>
        <p:cNvPr id="1" name=""/>
        <p:cNvGrpSpPr/>
        <p:nvPr/>
      </p:nvGrpSpPr>
      <p:grpSpPr>
        <a:xfrm>
          <a:off x="0" y="0"/>
          <a:ext cx="0" cy="0"/>
          <a:chOff x="0" y="0"/>
          <a:chExt cx="0" cy="0"/>
        </a:xfrm>
      </p:grpSpPr>
      <p:grpSp>
        <p:nvGrpSpPr>
          <p:cNvPr id="2" name="Group 9"/>
          <p:cNvGrpSpPr/>
          <p:nvPr/>
        </p:nvGrpSpPr>
        <p:grpSpPr bwMode="gray">
          <a:xfrm>
            <a:off x="0" y="0"/>
            <a:ext cx="9144000" cy="6859588"/>
            <a:chOff x="3175" y="-1588"/>
            <a:chExt cx="9140826" cy="6859588"/>
          </a:xfrm>
        </p:grpSpPr>
        <p:sp>
          <p:nvSpPr>
            <p:cNvPr id="14" name="Freeform 23"/>
            <p:cNvSpPr>
              <a:spLocks noChangeAspect="1"/>
            </p:cNvSpPr>
            <p:nvPr userDrawn="1"/>
          </p:nvSpPr>
          <p:spPr bwMode="gray">
            <a:xfrm>
              <a:off x="3175" y="-1588"/>
              <a:ext cx="5008563" cy="3239162"/>
            </a:xfrm>
            <a:custGeom>
              <a:avLst/>
              <a:gdLst/>
              <a:ahLst/>
              <a:cxnLst>
                <a:cxn ang="0">
                  <a:pos x="20946" y="0"/>
                </a:cxn>
                <a:cxn ang="0">
                  <a:pos x="0" y="0"/>
                </a:cxn>
                <a:cxn ang="0">
                  <a:pos x="0" y="13538"/>
                </a:cxn>
                <a:cxn ang="0">
                  <a:pos x="16939" y="13538"/>
                </a:cxn>
                <a:cxn ang="0">
                  <a:pos x="20946" y="0"/>
                </a:cxn>
              </a:cxnLst>
              <a:rect l="0" t="0" r="r" b="b"/>
              <a:pathLst>
                <a:path w="20946" h="13538">
                  <a:moveTo>
                    <a:pt x="20946" y="0"/>
                  </a:moveTo>
                  <a:lnTo>
                    <a:pt x="0" y="0"/>
                  </a:lnTo>
                  <a:lnTo>
                    <a:pt x="0" y="13538"/>
                  </a:lnTo>
                  <a:lnTo>
                    <a:pt x="16939" y="13538"/>
                  </a:lnTo>
                  <a:lnTo>
                    <a:pt x="20946"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13" name="Freeform 22"/>
            <p:cNvSpPr>
              <a:spLocks noChangeAspect="1"/>
            </p:cNvSpPr>
            <p:nvPr userDrawn="1"/>
          </p:nvSpPr>
          <p:spPr bwMode="gray">
            <a:xfrm>
              <a:off x="1979613" y="1820540"/>
              <a:ext cx="7164388" cy="5037460"/>
            </a:xfrm>
            <a:custGeom>
              <a:avLst/>
              <a:gdLst/>
              <a:ahLst/>
              <a:cxnLst>
                <a:cxn ang="0">
                  <a:pos x="6229" y="0"/>
                </a:cxn>
                <a:cxn ang="0">
                  <a:pos x="0" y="21055"/>
                </a:cxn>
                <a:cxn ang="0">
                  <a:pos x="29957" y="21055"/>
                </a:cxn>
                <a:cxn ang="0">
                  <a:pos x="29957" y="0"/>
                </a:cxn>
                <a:cxn ang="0">
                  <a:pos x="6229" y="0"/>
                </a:cxn>
              </a:cxnLst>
              <a:rect l="0" t="0" r="r" b="b"/>
              <a:pathLst>
                <a:path w="29957" h="21055">
                  <a:moveTo>
                    <a:pt x="6229" y="0"/>
                  </a:moveTo>
                  <a:lnTo>
                    <a:pt x="0" y="21055"/>
                  </a:lnTo>
                  <a:lnTo>
                    <a:pt x="29957" y="21055"/>
                  </a:lnTo>
                  <a:lnTo>
                    <a:pt x="29957" y="0"/>
                  </a:lnTo>
                  <a:lnTo>
                    <a:pt x="6229"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15" name="Freeform 24"/>
            <p:cNvSpPr>
              <a:spLocks noChangeAspect="1"/>
            </p:cNvSpPr>
            <p:nvPr userDrawn="1"/>
          </p:nvSpPr>
          <p:spPr bwMode="gray">
            <a:xfrm>
              <a:off x="3049588" y="1820540"/>
              <a:ext cx="1423988" cy="1418623"/>
            </a:xfrm>
            <a:custGeom>
              <a:avLst/>
              <a:gdLst/>
              <a:ahLst/>
              <a:cxnLst>
                <a:cxn ang="0">
                  <a:pos x="0" y="5926"/>
                </a:cxn>
                <a:cxn ang="0">
                  <a:pos x="4197" y="5926"/>
                </a:cxn>
                <a:cxn ang="0">
                  <a:pos x="5950" y="0"/>
                </a:cxn>
                <a:cxn ang="0">
                  <a:pos x="1752" y="0"/>
                </a:cxn>
                <a:cxn ang="0">
                  <a:pos x="0" y="5926"/>
                </a:cxn>
              </a:cxnLst>
              <a:rect l="0" t="0" r="r" b="b"/>
              <a:pathLst>
                <a:path w="5950" h="5926">
                  <a:moveTo>
                    <a:pt x="0" y="5926"/>
                  </a:moveTo>
                  <a:lnTo>
                    <a:pt x="4197" y="5926"/>
                  </a:lnTo>
                  <a:lnTo>
                    <a:pt x="5950" y="0"/>
                  </a:lnTo>
                  <a:lnTo>
                    <a:pt x="1752" y="0"/>
                  </a:lnTo>
                  <a:lnTo>
                    <a:pt x="0" y="5926"/>
                  </a:lnTo>
                  <a:close/>
                </a:path>
              </a:pathLst>
            </a:custGeom>
            <a:solidFill>
              <a:srgbClr val="00257A"/>
            </a:soli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grpSp>
      <p:sp>
        <p:nvSpPr>
          <p:cNvPr id="20" name="Title 19"/>
          <p:cNvSpPr>
            <a:spLocks noGrp="1"/>
          </p:cNvSpPr>
          <p:nvPr>
            <p:ph type="title"/>
          </p:nvPr>
        </p:nvSpPr>
        <p:spPr bwMode="gray">
          <a:xfrm>
            <a:off x="4644008" y="2492896"/>
            <a:ext cx="4104456" cy="2160240"/>
          </a:xfrm>
        </p:spPr>
        <p:txBody>
          <a:bodyPr anchor="t"/>
          <a:lstStyle>
            <a:lvl1pPr algn="r">
              <a:defRPr sz="3000"/>
            </a:lvl1pPr>
          </a:lstStyle>
          <a:p>
            <a:r>
              <a:rPr lang="en-US" dirty="0"/>
              <a:t>Click to edit Master title style</a:t>
            </a:r>
            <a:endParaRPr lang="en-GB" dirty="0"/>
          </a:p>
        </p:txBody>
      </p:sp>
      <p:sp>
        <p:nvSpPr>
          <p:cNvPr id="22" name="Text Placeholder 21"/>
          <p:cNvSpPr>
            <a:spLocks noGrp="1"/>
          </p:cNvSpPr>
          <p:nvPr>
            <p:ph type="body" sz="quarter" idx="10" hasCustomPrompt="1"/>
          </p:nvPr>
        </p:nvSpPr>
        <p:spPr bwMode="gray">
          <a:xfrm>
            <a:off x="4643438" y="5013325"/>
            <a:ext cx="4105275" cy="1439863"/>
          </a:xfrm>
        </p:spPr>
        <p:txBody>
          <a:bodyPr>
            <a:normAutofit/>
          </a:bodyPr>
          <a:lstStyle>
            <a:lvl1pPr algn="r">
              <a:defRPr sz="1200" b="0">
                <a:solidFill>
                  <a:schemeClr val="bg1"/>
                </a:solidFill>
              </a:defRPr>
            </a:lvl1pPr>
          </a:lstStyle>
          <a:p>
            <a:pPr lvl="0"/>
            <a:r>
              <a:rPr lang="en-US" dirty="0"/>
              <a:t>Click to edit Master subtitle styles</a:t>
            </a:r>
          </a:p>
        </p:txBody>
      </p:sp>
      <p:grpSp>
        <p:nvGrpSpPr>
          <p:cNvPr id="3" name="Group 11"/>
          <p:cNvGrpSpPr>
            <a:grpSpLocks noChangeAspect="1"/>
          </p:cNvGrpSpPr>
          <p:nvPr/>
        </p:nvGrpSpPr>
        <p:grpSpPr>
          <a:xfrm>
            <a:off x="128464" y="0"/>
            <a:ext cx="2592388" cy="1530350"/>
            <a:chOff x="-2592388" y="0"/>
            <a:chExt cx="2592388" cy="1530350"/>
          </a:xfrm>
          <a:solidFill>
            <a:schemeClr val="bg1"/>
          </a:solidFill>
        </p:grpSpPr>
        <p:sp>
          <p:nvSpPr>
            <p:cNvPr id="18" name="Freeform 14"/>
            <p:cNvSpPr>
              <a:spLocks noEditPoints="1"/>
            </p:cNvSpPr>
            <p:nvPr userDrawn="1"/>
          </p:nvSpPr>
          <p:spPr bwMode="auto">
            <a:xfrm>
              <a:off x="-2384425" y="393700"/>
              <a:ext cx="2119313" cy="776288"/>
            </a:xfrm>
            <a:custGeom>
              <a:avLst/>
              <a:gdLst/>
              <a:ahLst/>
              <a:cxnLst>
                <a:cxn ang="0">
                  <a:pos x="2851" y="1035"/>
                </a:cxn>
                <a:cxn ang="0">
                  <a:pos x="3588" y="28"/>
                </a:cxn>
                <a:cxn ang="0">
                  <a:pos x="2718" y="826"/>
                </a:cxn>
                <a:cxn ang="0">
                  <a:pos x="1973" y="28"/>
                </a:cxn>
                <a:cxn ang="0">
                  <a:pos x="1663" y="659"/>
                </a:cxn>
                <a:cxn ang="0">
                  <a:pos x="1850" y="28"/>
                </a:cxn>
                <a:cxn ang="0">
                  <a:pos x="1165" y="1000"/>
                </a:cxn>
                <a:cxn ang="0">
                  <a:pos x="1334" y="806"/>
                </a:cxn>
                <a:cxn ang="0">
                  <a:pos x="479" y="1047"/>
                </a:cxn>
                <a:cxn ang="0">
                  <a:pos x="980" y="699"/>
                </a:cxn>
                <a:cxn ang="0">
                  <a:pos x="2747" y="0"/>
                </a:cxn>
                <a:cxn ang="0">
                  <a:pos x="1009" y="0"/>
                </a:cxn>
                <a:cxn ang="0">
                  <a:pos x="665" y="1435"/>
                </a:cxn>
                <a:cxn ang="0">
                  <a:pos x="1150" y="1133"/>
                </a:cxn>
                <a:cxn ang="0">
                  <a:pos x="1980" y="1434"/>
                </a:cxn>
                <a:cxn ang="0">
                  <a:pos x="2963" y="1451"/>
                </a:cxn>
                <a:cxn ang="0">
                  <a:pos x="348" y="2092"/>
                </a:cxn>
                <a:cxn ang="0">
                  <a:pos x="395" y="2104"/>
                </a:cxn>
                <a:cxn ang="0">
                  <a:pos x="880" y="1895"/>
                </a:cxn>
                <a:cxn ang="0">
                  <a:pos x="584" y="1895"/>
                </a:cxn>
                <a:cxn ang="0">
                  <a:pos x="645" y="2088"/>
                </a:cxn>
                <a:cxn ang="0">
                  <a:pos x="813" y="2088"/>
                </a:cxn>
                <a:cxn ang="0">
                  <a:pos x="935" y="1790"/>
                </a:cxn>
                <a:cxn ang="0">
                  <a:pos x="1104" y="1929"/>
                </a:cxn>
                <a:cxn ang="0">
                  <a:pos x="1151" y="1938"/>
                </a:cxn>
                <a:cxn ang="0">
                  <a:pos x="1504" y="2134"/>
                </a:cxn>
                <a:cxn ang="0">
                  <a:pos x="1370" y="2132"/>
                </a:cxn>
                <a:cxn ang="0">
                  <a:pos x="1428" y="1940"/>
                </a:cxn>
                <a:cxn ang="0">
                  <a:pos x="1719" y="1895"/>
                </a:cxn>
                <a:cxn ang="0">
                  <a:pos x="1803" y="2052"/>
                </a:cxn>
                <a:cxn ang="0">
                  <a:pos x="2137" y="1923"/>
                </a:cxn>
                <a:cxn ang="0">
                  <a:pos x="1881" y="2136"/>
                </a:cxn>
                <a:cxn ang="0">
                  <a:pos x="2253" y="2017"/>
                </a:cxn>
                <a:cxn ang="0">
                  <a:pos x="2503" y="1888"/>
                </a:cxn>
                <a:cxn ang="0">
                  <a:pos x="2740" y="2092"/>
                </a:cxn>
                <a:cxn ang="0">
                  <a:pos x="2787" y="2104"/>
                </a:cxn>
                <a:cxn ang="0">
                  <a:pos x="3126" y="2134"/>
                </a:cxn>
                <a:cxn ang="0">
                  <a:pos x="2992" y="2132"/>
                </a:cxn>
                <a:cxn ang="0">
                  <a:pos x="3051" y="1940"/>
                </a:cxn>
                <a:cxn ang="0">
                  <a:pos x="3441" y="1989"/>
                </a:cxn>
                <a:cxn ang="0">
                  <a:pos x="3257" y="1790"/>
                </a:cxn>
                <a:cxn ang="0">
                  <a:pos x="168" y="2120"/>
                </a:cxn>
                <a:cxn ang="0">
                  <a:pos x="3742" y="1935"/>
                </a:cxn>
                <a:cxn ang="0">
                  <a:pos x="3624" y="2110"/>
                </a:cxn>
                <a:cxn ang="0">
                  <a:pos x="3857" y="2017"/>
                </a:cxn>
                <a:cxn ang="0">
                  <a:pos x="4180" y="1894"/>
                </a:cxn>
                <a:cxn ang="0">
                  <a:pos x="4515" y="2136"/>
                </a:cxn>
                <a:cxn ang="0">
                  <a:pos x="4289" y="1939"/>
                </a:cxn>
                <a:cxn ang="0">
                  <a:pos x="4846" y="2010"/>
                </a:cxn>
                <a:cxn ang="0">
                  <a:pos x="4741" y="1935"/>
                </a:cxn>
                <a:cxn ang="0">
                  <a:pos x="4936" y="1789"/>
                </a:cxn>
                <a:cxn ang="0">
                  <a:pos x="5002" y="2021"/>
                </a:cxn>
                <a:cxn ang="0">
                  <a:pos x="5080" y="1988"/>
                </a:cxn>
                <a:cxn ang="0">
                  <a:pos x="5388" y="2136"/>
                </a:cxn>
                <a:cxn ang="0">
                  <a:pos x="5625" y="1893"/>
                </a:cxn>
                <a:cxn ang="0">
                  <a:pos x="5573" y="1790"/>
                </a:cxn>
                <a:cxn ang="0">
                  <a:pos x="5710" y="1848"/>
                </a:cxn>
                <a:cxn ang="0">
                  <a:pos x="5786" y="2086"/>
                </a:cxn>
                <a:cxn ang="0">
                  <a:pos x="5835" y="2229"/>
                </a:cxn>
              </a:cxnLst>
              <a:rect l="0" t="0" r="r" b="b"/>
              <a:pathLst>
                <a:path w="6099" h="2232">
                  <a:moveTo>
                    <a:pt x="3588" y="1105"/>
                  </a:moveTo>
                  <a:cubicBezTo>
                    <a:pt x="3401" y="1105"/>
                    <a:pt x="3401" y="1105"/>
                    <a:pt x="3401" y="1105"/>
                  </a:cubicBezTo>
                  <a:cubicBezTo>
                    <a:pt x="3431" y="981"/>
                    <a:pt x="3431" y="981"/>
                    <a:pt x="3431" y="981"/>
                  </a:cubicBezTo>
                  <a:cubicBezTo>
                    <a:pt x="3055" y="981"/>
                    <a:pt x="3055" y="981"/>
                    <a:pt x="3055" y="981"/>
                  </a:cubicBezTo>
                  <a:cubicBezTo>
                    <a:pt x="3024" y="1105"/>
                    <a:pt x="3024" y="1105"/>
                    <a:pt x="3024" y="1105"/>
                  </a:cubicBezTo>
                  <a:cubicBezTo>
                    <a:pt x="2843" y="1105"/>
                    <a:pt x="2843" y="1105"/>
                    <a:pt x="2843" y="1105"/>
                  </a:cubicBezTo>
                  <a:cubicBezTo>
                    <a:pt x="2843" y="1079"/>
                    <a:pt x="2843" y="1079"/>
                    <a:pt x="2843" y="1079"/>
                  </a:cubicBezTo>
                  <a:cubicBezTo>
                    <a:pt x="2845" y="1065"/>
                    <a:pt x="2848" y="1051"/>
                    <a:pt x="2851" y="1035"/>
                  </a:cubicBezTo>
                  <a:cubicBezTo>
                    <a:pt x="2884" y="901"/>
                    <a:pt x="2972" y="769"/>
                    <a:pt x="3124" y="769"/>
                  </a:cubicBezTo>
                  <a:cubicBezTo>
                    <a:pt x="3185" y="769"/>
                    <a:pt x="3244" y="792"/>
                    <a:pt x="3236" y="875"/>
                  </a:cubicBezTo>
                  <a:cubicBezTo>
                    <a:pt x="3460" y="875"/>
                    <a:pt x="3460" y="875"/>
                    <a:pt x="3460" y="875"/>
                  </a:cubicBezTo>
                  <a:cubicBezTo>
                    <a:pt x="3469" y="836"/>
                    <a:pt x="3484" y="770"/>
                    <a:pt x="3441" y="709"/>
                  </a:cubicBezTo>
                  <a:cubicBezTo>
                    <a:pt x="3394" y="643"/>
                    <a:pt x="3298" y="616"/>
                    <a:pt x="3173" y="616"/>
                  </a:cubicBezTo>
                  <a:cubicBezTo>
                    <a:pt x="3084" y="616"/>
                    <a:pt x="2955" y="631"/>
                    <a:pt x="2843" y="704"/>
                  </a:cubicBezTo>
                  <a:cubicBezTo>
                    <a:pt x="2843" y="28"/>
                    <a:pt x="2843" y="28"/>
                    <a:pt x="2843" y="28"/>
                  </a:cubicBezTo>
                  <a:cubicBezTo>
                    <a:pt x="3588" y="28"/>
                    <a:pt x="3588" y="28"/>
                    <a:pt x="3588" y="28"/>
                  </a:cubicBezTo>
                  <a:lnTo>
                    <a:pt x="3588" y="1105"/>
                  </a:lnTo>
                  <a:close/>
                  <a:moveTo>
                    <a:pt x="3148" y="1287"/>
                  </a:moveTo>
                  <a:cubicBezTo>
                    <a:pt x="3106" y="1294"/>
                    <a:pt x="3063" y="1300"/>
                    <a:pt x="3023" y="1300"/>
                  </a:cubicBezTo>
                  <a:cubicBezTo>
                    <a:pt x="2915" y="1300"/>
                    <a:pt x="2840" y="1250"/>
                    <a:pt x="2839" y="1133"/>
                  </a:cubicBezTo>
                  <a:cubicBezTo>
                    <a:pt x="3186" y="1133"/>
                    <a:pt x="3186" y="1133"/>
                    <a:pt x="3186" y="1133"/>
                  </a:cubicBezTo>
                  <a:lnTo>
                    <a:pt x="3148" y="1287"/>
                  </a:lnTo>
                  <a:close/>
                  <a:moveTo>
                    <a:pt x="2718" y="672"/>
                  </a:moveTo>
                  <a:cubicBezTo>
                    <a:pt x="2718" y="826"/>
                    <a:pt x="2718" y="826"/>
                    <a:pt x="2718" y="826"/>
                  </a:cubicBezTo>
                  <a:cubicBezTo>
                    <a:pt x="2666" y="898"/>
                    <a:pt x="2634" y="976"/>
                    <a:pt x="2619" y="1040"/>
                  </a:cubicBezTo>
                  <a:cubicBezTo>
                    <a:pt x="2613" y="1061"/>
                    <a:pt x="2609" y="1083"/>
                    <a:pt x="2607" y="1105"/>
                  </a:cubicBezTo>
                  <a:cubicBezTo>
                    <a:pt x="2497" y="1105"/>
                    <a:pt x="2497" y="1105"/>
                    <a:pt x="2497" y="1105"/>
                  </a:cubicBezTo>
                  <a:cubicBezTo>
                    <a:pt x="2591" y="660"/>
                    <a:pt x="2591" y="660"/>
                    <a:pt x="2591" y="660"/>
                  </a:cubicBezTo>
                  <a:cubicBezTo>
                    <a:pt x="2276" y="660"/>
                    <a:pt x="2276" y="660"/>
                    <a:pt x="2276" y="660"/>
                  </a:cubicBezTo>
                  <a:cubicBezTo>
                    <a:pt x="1993" y="1105"/>
                    <a:pt x="1993" y="1105"/>
                    <a:pt x="1993" y="1105"/>
                  </a:cubicBezTo>
                  <a:cubicBezTo>
                    <a:pt x="1973" y="1105"/>
                    <a:pt x="1973" y="1105"/>
                    <a:pt x="1973" y="1105"/>
                  </a:cubicBezTo>
                  <a:cubicBezTo>
                    <a:pt x="1973" y="28"/>
                    <a:pt x="1973" y="28"/>
                    <a:pt x="1973" y="28"/>
                  </a:cubicBezTo>
                  <a:cubicBezTo>
                    <a:pt x="2718" y="28"/>
                    <a:pt x="2718" y="28"/>
                    <a:pt x="2718" y="28"/>
                  </a:cubicBezTo>
                  <a:lnTo>
                    <a:pt x="2718" y="672"/>
                  </a:lnTo>
                  <a:close/>
                  <a:moveTo>
                    <a:pt x="2302" y="1105"/>
                  </a:moveTo>
                  <a:cubicBezTo>
                    <a:pt x="2190" y="1105"/>
                    <a:pt x="2190" y="1105"/>
                    <a:pt x="2190" y="1105"/>
                  </a:cubicBezTo>
                  <a:cubicBezTo>
                    <a:pt x="2360" y="838"/>
                    <a:pt x="2360" y="838"/>
                    <a:pt x="2360" y="838"/>
                  </a:cubicBezTo>
                  <a:lnTo>
                    <a:pt x="2302" y="1105"/>
                  </a:lnTo>
                  <a:close/>
                  <a:moveTo>
                    <a:pt x="1850" y="659"/>
                  </a:moveTo>
                  <a:cubicBezTo>
                    <a:pt x="1663" y="659"/>
                    <a:pt x="1663" y="659"/>
                    <a:pt x="1663" y="659"/>
                  </a:cubicBezTo>
                  <a:cubicBezTo>
                    <a:pt x="1535" y="1105"/>
                    <a:pt x="1535" y="1105"/>
                    <a:pt x="1535" y="1105"/>
                  </a:cubicBezTo>
                  <a:cubicBezTo>
                    <a:pt x="1337" y="1105"/>
                    <a:pt x="1337" y="1105"/>
                    <a:pt x="1337" y="1105"/>
                  </a:cubicBezTo>
                  <a:cubicBezTo>
                    <a:pt x="1438" y="1068"/>
                    <a:pt x="1499" y="996"/>
                    <a:pt x="1518" y="890"/>
                  </a:cubicBezTo>
                  <a:cubicBezTo>
                    <a:pt x="1534" y="809"/>
                    <a:pt x="1527" y="755"/>
                    <a:pt x="1493" y="714"/>
                  </a:cubicBezTo>
                  <a:cubicBezTo>
                    <a:pt x="1443" y="654"/>
                    <a:pt x="1342" y="659"/>
                    <a:pt x="1253" y="659"/>
                  </a:cubicBezTo>
                  <a:cubicBezTo>
                    <a:pt x="1237" y="659"/>
                    <a:pt x="1105" y="659"/>
                    <a:pt x="1105" y="659"/>
                  </a:cubicBezTo>
                  <a:cubicBezTo>
                    <a:pt x="1105" y="28"/>
                    <a:pt x="1105" y="28"/>
                    <a:pt x="1105" y="28"/>
                  </a:cubicBezTo>
                  <a:cubicBezTo>
                    <a:pt x="1850" y="28"/>
                    <a:pt x="1850" y="28"/>
                    <a:pt x="1850" y="28"/>
                  </a:cubicBezTo>
                  <a:lnTo>
                    <a:pt x="1850" y="659"/>
                  </a:lnTo>
                  <a:close/>
                  <a:moveTo>
                    <a:pt x="1730" y="1105"/>
                  </a:moveTo>
                  <a:cubicBezTo>
                    <a:pt x="1809" y="826"/>
                    <a:pt x="1809" y="826"/>
                    <a:pt x="1809" y="826"/>
                  </a:cubicBezTo>
                  <a:cubicBezTo>
                    <a:pt x="1812" y="1105"/>
                    <a:pt x="1812" y="1105"/>
                    <a:pt x="1812" y="1105"/>
                  </a:cubicBezTo>
                  <a:lnTo>
                    <a:pt x="1730" y="1105"/>
                  </a:lnTo>
                  <a:close/>
                  <a:moveTo>
                    <a:pt x="1188" y="999"/>
                  </a:moveTo>
                  <a:cubicBezTo>
                    <a:pt x="1187" y="999"/>
                    <a:pt x="1187" y="999"/>
                    <a:pt x="1187" y="999"/>
                  </a:cubicBezTo>
                  <a:cubicBezTo>
                    <a:pt x="1180" y="999"/>
                    <a:pt x="1173" y="1000"/>
                    <a:pt x="1165" y="1000"/>
                  </a:cubicBezTo>
                  <a:cubicBezTo>
                    <a:pt x="1154" y="1000"/>
                    <a:pt x="1145" y="1000"/>
                    <a:pt x="1137" y="1000"/>
                  </a:cubicBezTo>
                  <a:cubicBezTo>
                    <a:pt x="1089" y="1000"/>
                    <a:pt x="1089" y="1000"/>
                    <a:pt x="1089" y="1000"/>
                  </a:cubicBezTo>
                  <a:cubicBezTo>
                    <a:pt x="1111" y="918"/>
                    <a:pt x="1111" y="918"/>
                    <a:pt x="1111" y="918"/>
                  </a:cubicBezTo>
                  <a:cubicBezTo>
                    <a:pt x="1122" y="878"/>
                    <a:pt x="1122" y="878"/>
                    <a:pt x="1122" y="878"/>
                  </a:cubicBezTo>
                  <a:cubicBezTo>
                    <a:pt x="1147" y="783"/>
                    <a:pt x="1147" y="783"/>
                    <a:pt x="1147" y="783"/>
                  </a:cubicBezTo>
                  <a:cubicBezTo>
                    <a:pt x="1158" y="783"/>
                    <a:pt x="1169" y="782"/>
                    <a:pt x="1179" y="782"/>
                  </a:cubicBezTo>
                  <a:cubicBezTo>
                    <a:pt x="1216" y="782"/>
                    <a:pt x="1216" y="782"/>
                    <a:pt x="1216" y="782"/>
                  </a:cubicBezTo>
                  <a:cubicBezTo>
                    <a:pt x="1279" y="782"/>
                    <a:pt x="1319" y="786"/>
                    <a:pt x="1334" y="806"/>
                  </a:cubicBezTo>
                  <a:cubicBezTo>
                    <a:pt x="1345" y="822"/>
                    <a:pt x="1343" y="848"/>
                    <a:pt x="1330" y="888"/>
                  </a:cubicBezTo>
                  <a:cubicBezTo>
                    <a:pt x="1308" y="957"/>
                    <a:pt x="1279" y="992"/>
                    <a:pt x="1188" y="999"/>
                  </a:cubicBezTo>
                  <a:moveTo>
                    <a:pt x="980" y="699"/>
                  </a:moveTo>
                  <a:cubicBezTo>
                    <a:pt x="969" y="737"/>
                    <a:pt x="969" y="737"/>
                    <a:pt x="969" y="737"/>
                  </a:cubicBezTo>
                  <a:cubicBezTo>
                    <a:pt x="862" y="1092"/>
                    <a:pt x="862" y="1092"/>
                    <a:pt x="862" y="1092"/>
                  </a:cubicBezTo>
                  <a:cubicBezTo>
                    <a:pt x="858" y="1105"/>
                    <a:pt x="858" y="1105"/>
                    <a:pt x="858" y="1105"/>
                  </a:cubicBezTo>
                  <a:cubicBezTo>
                    <a:pt x="507" y="1105"/>
                    <a:pt x="507" y="1105"/>
                    <a:pt x="507" y="1105"/>
                  </a:cubicBezTo>
                  <a:cubicBezTo>
                    <a:pt x="479" y="1047"/>
                    <a:pt x="479" y="1047"/>
                    <a:pt x="479" y="1047"/>
                  </a:cubicBezTo>
                  <a:cubicBezTo>
                    <a:pt x="858" y="660"/>
                    <a:pt x="858" y="660"/>
                    <a:pt x="858" y="660"/>
                  </a:cubicBezTo>
                  <a:cubicBezTo>
                    <a:pt x="615" y="660"/>
                    <a:pt x="615" y="660"/>
                    <a:pt x="615" y="660"/>
                  </a:cubicBezTo>
                  <a:cubicBezTo>
                    <a:pt x="319" y="979"/>
                    <a:pt x="319" y="979"/>
                    <a:pt x="319" y="979"/>
                  </a:cubicBezTo>
                  <a:cubicBezTo>
                    <a:pt x="415" y="660"/>
                    <a:pt x="415" y="660"/>
                    <a:pt x="415" y="660"/>
                  </a:cubicBezTo>
                  <a:cubicBezTo>
                    <a:pt x="235" y="660"/>
                    <a:pt x="235" y="660"/>
                    <a:pt x="235" y="660"/>
                  </a:cubicBezTo>
                  <a:cubicBezTo>
                    <a:pt x="235" y="28"/>
                    <a:pt x="235" y="28"/>
                    <a:pt x="235" y="28"/>
                  </a:cubicBezTo>
                  <a:cubicBezTo>
                    <a:pt x="980" y="28"/>
                    <a:pt x="980" y="28"/>
                    <a:pt x="980" y="28"/>
                  </a:cubicBezTo>
                  <a:lnTo>
                    <a:pt x="980" y="699"/>
                  </a:lnTo>
                  <a:close/>
                  <a:moveTo>
                    <a:pt x="281" y="1105"/>
                  </a:moveTo>
                  <a:cubicBezTo>
                    <a:pt x="282" y="1101"/>
                    <a:pt x="282" y="1101"/>
                    <a:pt x="282" y="1101"/>
                  </a:cubicBezTo>
                  <a:cubicBezTo>
                    <a:pt x="285" y="1105"/>
                    <a:pt x="285" y="1105"/>
                    <a:pt x="285" y="1105"/>
                  </a:cubicBezTo>
                  <a:lnTo>
                    <a:pt x="281" y="1105"/>
                  </a:lnTo>
                  <a:close/>
                  <a:moveTo>
                    <a:pt x="2814" y="0"/>
                  </a:moveTo>
                  <a:cubicBezTo>
                    <a:pt x="2814" y="724"/>
                    <a:pt x="2814" y="724"/>
                    <a:pt x="2814" y="724"/>
                  </a:cubicBezTo>
                  <a:cubicBezTo>
                    <a:pt x="2789" y="744"/>
                    <a:pt x="2767" y="765"/>
                    <a:pt x="2747" y="788"/>
                  </a:cubicBezTo>
                  <a:cubicBezTo>
                    <a:pt x="2747" y="0"/>
                    <a:pt x="2747" y="0"/>
                    <a:pt x="2747" y="0"/>
                  </a:cubicBezTo>
                  <a:cubicBezTo>
                    <a:pt x="1945" y="0"/>
                    <a:pt x="1945" y="0"/>
                    <a:pt x="1945" y="0"/>
                  </a:cubicBezTo>
                  <a:cubicBezTo>
                    <a:pt x="1945" y="659"/>
                    <a:pt x="1945" y="659"/>
                    <a:pt x="1945" y="659"/>
                  </a:cubicBezTo>
                  <a:cubicBezTo>
                    <a:pt x="1878" y="659"/>
                    <a:pt x="1878" y="659"/>
                    <a:pt x="1878" y="659"/>
                  </a:cubicBezTo>
                  <a:cubicBezTo>
                    <a:pt x="1878" y="0"/>
                    <a:pt x="1878" y="0"/>
                    <a:pt x="1878" y="0"/>
                  </a:cubicBezTo>
                  <a:cubicBezTo>
                    <a:pt x="1076" y="0"/>
                    <a:pt x="1076" y="0"/>
                    <a:pt x="1076" y="0"/>
                  </a:cubicBezTo>
                  <a:cubicBezTo>
                    <a:pt x="1076" y="660"/>
                    <a:pt x="1076" y="660"/>
                    <a:pt x="1076" y="660"/>
                  </a:cubicBezTo>
                  <a:cubicBezTo>
                    <a:pt x="1009" y="660"/>
                    <a:pt x="1009" y="660"/>
                    <a:pt x="1009" y="660"/>
                  </a:cubicBezTo>
                  <a:cubicBezTo>
                    <a:pt x="1009" y="0"/>
                    <a:pt x="1009" y="0"/>
                    <a:pt x="1009" y="0"/>
                  </a:cubicBezTo>
                  <a:cubicBezTo>
                    <a:pt x="207" y="0"/>
                    <a:pt x="207" y="0"/>
                    <a:pt x="207" y="0"/>
                  </a:cubicBezTo>
                  <a:cubicBezTo>
                    <a:pt x="207" y="753"/>
                    <a:pt x="207" y="753"/>
                    <a:pt x="207" y="753"/>
                  </a:cubicBezTo>
                  <a:cubicBezTo>
                    <a:pt x="2" y="1435"/>
                    <a:pt x="2" y="1435"/>
                    <a:pt x="2" y="1435"/>
                  </a:cubicBezTo>
                  <a:cubicBezTo>
                    <a:pt x="182" y="1435"/>
                    <a:pt x="182" y="1435"/>
                    <a:pt x="182" y="1435"/>
                  </a:cubicBezTo>
                  <a:cubicBezTo>
                    <a:pt x="273" y="1133"/>
                    <a:pt x="273" y="1133"/>
                    <a:pt x="273" y="1133"/>
                  </a:cubicBezTo>
                  <a:cubicBezTo>
                    <a:pt x="299" y="1133"/>
                    <a:pt x="299" y="1133"/>
                    <a:pt x="299" y="1133"/>
                  </a:cubicBezTo>
                  <a:cubicBezTo>
                    <a:pt x="448" y="1435"/>
                    <a:pt x="448" y="1435"/>
                    <a:pt x="448" y="1435"/>
                  </a:cubicBezTo>
                  <a:cubicBezTo>
                    <a:pt x="665" y="1435"/>
                    <a:pt x="665" y="1435"/>
                    <a:pt x="665" y="1435"/>
                  </a:cubicBezTo>
                  <a:cubicBezTo>
                    <a:pt x="520" y="1133"/>
                    <a:pt x="520" y="1133"/>
                    <a:pt x="520" y="1133"/>
                  </a:cubicBezTo>
                  <a:cubicBezTo>
                    <a:pt x="849" y="1133"/>
                    <a:pt x="849" y="1133"/>
                    <a:pt x="849" y="1133"/>
                  </a:cubicBezTo>
                  <a:cubicBezTo>
                    <a:pt x="758" y="1435"/>
                    <a:pt x="758" y="1435"/>
                    <a:pt x="758" y="1435"/>
                  </a:cubicBezTo>
                  <a:cubicBezTo>
                    <a:pt x="955" y="1435"/>
                    <a:pt x="955" y="1435"/>
                    <a:pt x="955" y="1435"/>
                  </a:cubicBezTo>
                  <a:cubicBezTo>
                    <a:pt x="1045" y="1134"/>
                    <a:pt x="1045" y="1134"/>
                    <a:pt x="1045" y="1134"/>
                  </a:cubicBezTo>
                  <a:cubicBezTo>
                    <a:pt x="1088" y="1134"/>
                    <a:pt x="1088" y="1134"/>
                    <a:pt x="1088" y="1134"/>
                  </a:cubicBezTo>
                  <a:cubicBezTo>
                    <a:pt x="1088" y="1133"/>
                    <a:pt x="1088" y="1133"/>
                    <a:pt x="1088" y="1133"/>
                  </a:cubicBezTo>
                  <a:cubicBezTo>
                    <a:pt x="1150" y="1133"/>
                    <a:pt x="1150" y="1133"/>
                    <a:pt x="1150" y="1133"/>
                  </a:cubicBezTo>
                  <a:cubicBezTo>
                    <a:pt x="1155" y="1133"/>
                    <a:pt x="1155" y="1133"/>
                    <a:pt x="1155" y="1133"/>
                  </a:cubicBezTo>
                  <a:cubicBezTo>
                    <a:pt x="1527" y="1133"/>
                    <a:pt x="1527" y="1133"/>
                    <a:pt x="1527" y="1133"/>
                  </a:cubicBezTo>
                  <a:cubicBezTo>
                    <a:pt x="1440" y="1434"/>
                    <a:pt x="1440" y="1434"/>
                    <a:pt x="1440" y="1434"/>
                  </a:cubicBezTo>
                  <a:cubicBezTo>
                    <a:pt x="1638" y="1434"/>
                    <a:pt x="1638" y="1434"/>
                    <a:pt x="1638" y="1434"/>
                  </a:cubicBezTo>
                  <a:cubicBezTo>
                    <a:pt x="1722" y="1133"/>
                    <a:pt x="1722" y="1133"/>
                    <a:pt x="1722" y="1133"/>
                  </a:cubicBezTo>
                  <a:cubicBezTo>
                    <a:pt x="1812" y="1133"/>
                    <a:pt x="1812" y="1133"/>
                    <a:pt x="1812" y="1133"/>
                  </a:cubicBezTo>
                  <a:cubicBezTo>
                    <a:pt x="1814" y="1434"/>
                    <a:pt x="1814" y="1434"/>
                    <a:pt x="1814" y="1434"/>
                  </a:cubicBezTo>
                  <a:cubicBezTo>
                    <a:pt x="1980" y="1434"/>
                    <a:pt x="1980" y="1434"/>
                    <a:pt x="1980" y="1434"/>
                  </a:cubicBezTo>
                  <a:cubicBezTo>
                    <a:pt x="2171" y="1133"/>
                    <a:pt x="2171" y="1133"/>
                    <a:pt x="2171" y="1133"/>
                  </a:cubicBezTo>
                  <a:cubicBezTo>
                    <a:pt x="2296" y="1133"/>
                    <a:pt x="2296" y="1133"/>
                    <a:pt x="2296" y="1133"/>
                  </a:cubicBezTo>
                  <a:cubicBezTo>
                    <a:pt x="2232" y="1434"/>
                    <a:pt x="2232" y="1434"/>
                    <a:pt x="2232" y="1434"/>
                  </a:cubicBezTo>
                  <a:cubicBezTo>
                    <a:pt x="2427" y="1434"/>
                    <a:pt x="2427" y="1434"/>
                    <a:pt x="2427" y="1434"/>
                  </a:cubicBezTo>
                  <a:cubicBezTo>
                    <a:pt x="2491" y="1133"/>
                    <a:pt x="2491" y="1133"/>
                    <a:pt x="2491" y="1133"/>
                  </a:cubicBezTo>
                  <a:cubicBezTo>
                    <a:pt x="2604" y="1133"/>
                    <a:pt x="2604" y="1133"/>
                    <a:pt x="2604" y="1133"/>
                  </a:cubicBezTo>
                  <a:cubicBezTo>
                    <a:pt x="2599" y="1226"/>
                    <a:pt x="2623" y="1311"/>
                    <a:pt x="2685" y="1368"/>
                  </a:cubicBezTo>
                  <a:cubicBezTo>
                    <a:pt x="2761" y="1438"/>
                    <a:pt x="2877" y="1451"/>
                    <a:pt x="2963" y="1451"/>
                  </a:cubicBezTo>
                  <a:cubicBezTo>
                    <a:pt x="3081" y="1451"/>
                    <a:pt x="3203" y="1434"/>
                    <a:pt x="3326" y="1407"/>
                  </a:cubicBezTo>
                  <a:cubicBezTo>
                    <a:pt x="3394" y="1133"/>
                    <a:pt x="3394" y="1133"/>
                    <a:pt x="3394" y="1133"/>
                  </a:cubicBezTo>
                  <a:cubicBezTo>
                    <a:pt x="3617" y="1133"/>
                    <a:pt x="3617" y="1133"/>
                    <a:pt x="3617" y="1133"/>
                  </a:cubicBezTo>
                  <a:cubicBezTo>
                    <a:pt x="3617" y="0"/>
                    <a:pt x="3617" y="0"/>
                    <a:pt x="3617" y="0"/>
                  </a:cubicBezTo>
                  <a:lnTo>
                    <a:pt x="2814" y="0"/>
                  </a:lnTo>
                  <a:close/>
                  <a:moveTo>
                    <a:pt x="351" y="1894"/>
                  </a:moveTo>
                  <a:cubicBezTo>
                    <a:pt x="321" y="2038"/>
                    <a:pt x="321" y="2038"/>
                    <a:pt x="321" y="2038"/>
                  </a:cubicBezTo>
                  <a:cubicBezTo>
                    <a:pt x="316" y="2060"/>
                    <a:pt x="309" y="2092"/>
                    <a:pt x="348" y="2092"/>
                  </a:cubicBezTo>
                  <a:cubicBezTo>
                    <a:pt x="393" y="2092"/>
                    <a:pt x="400" y="2058"/>
                    <a:pt x="409" y="2016"/>
                  </a:cubicBezTo>
                  <a:cubicBezTo>
                    <a:pt x="435" y="1894"/>
                    <a:pt x="435" y="1894"/>
                    <a:pt x="435" y="1894"/>
                  </a:cubicBezTo>
                  <a:cubicBezTo>
                    <a:pt x="508" y="1894"/>
                    <a:pt x="508" y="1894"/>
                    <a:pt x="508" y="1894"/>
                  </a:cubicBezTo>
                  <a:cubicBezTo>
                    <a:pt x="474" y="2053"/>
                    <a:pt x="474" y="2053"/>
                    <a:pt x="474" y="2053"/>
                  </a:cubicBezTo>
                  <a:cubicBezTo>
                    <a:pt x="464" y="2106"/>
                    <a:pt x="463" y="2112"/>
                    <a:pt x="462" y="2118"/>
                  </a:cubicBezTo>
                  <a:cubicBezTo>
                    <a:pt x="461" y="2125"/>
                    <a:pt x="460" y="2130"/>
                    <a:pt x="460" y="2136"/>
                  </a:cubicBezTo>
                  <a:cubicBezTo>
                    <a:pt x="391" y="2136"/>
                    <a:pt x="391" y="2136"/>
                    <a:pt x="391" y="2136"/>
                  </a:cubicBezTo>
                  <a:cubicBezTo>
                    <a:pt x="395" y="2104"/>
                    <a:pt x="395" y="2104"/>
                    <a:pt x="395" y="2104"/>
                  </a:cubicBezTo>
                  <a:cubicBezTo>
                    <a:pt x="386" y="2115"/>
                    <a:pt x="362" y="2143"/>
                    <a:pt x="315" y="2143"/>
                  </a:cubicBezTo>
                  <a:cubicBezTo>
                    <a:pt x="283" y="2143"/>
                    <a:pt x="259" y="2128"/>
                    <a:pt x="250" y="2110"/>
                  </a:cubicBezTo>
                  <a:cubicBezTo>
                    <a:pt x="238" y="2090"/>
                    <a:pt x="245" y="2056"/>
                    <a:pt x="248" y="2045"/>
                  </a:cubicBezTo>
                  <a:cubicBezTo>
                    <a:pt x="279" y="1894"/>
                    <a:pt x="279" y="1894"/>
                    <a:pt x="279" y="1894"/>
                  </a:cubicBezTo>
                  <a:lnTo>
                    <a:pt x="351" y="1894"/>
                  </a:lnTo>
                  <a:close/>
                  <a:moveTo>
                    <a:pt x="812" y="1942"/>
                  </a:moveTo>
                  <a:cubicBezTo>
                    <a:pt x="870" y="1942"/>
                    <a:pt x="870" y="1942"/>
                    <a:pt x="870" y="1942"/>
                  </a:cubicBezTo>
                  <a:cubicBezTo>
                    <a:pt x="880" y="1895"/>
                    <a:pt x="880" y="1895"/>
                    <a:pt x="880" y="1895"/>
                  </a:cubicBezTo>
                  <a:cubicBezTo>
                    <a:pt x="822" y="1895"/>
                    <a:pt x="822" y="1895"/>
                    <a:pt x="822" y="1895"/>
                  </a:cubicBezTo>
                  <a:cubicBezTo>
                    <a:pt x="838" y="1822"/>
                    <a:pt x="838" y="1822"/>
                    <a:pt x="838" y="1822"/>
                  </a:cubicBezTo>
                  <a:cubicBezTo>
                    <a:pt x="762" y="1848"/>
                    <a:pt x="762" y="1848"/>
                    <a:pt x="762" y="1848"/>
                  </a:cubicBezTo>
                  <a:cubicBezTo>
                    <a:pt x="752" y="1895"/>
                    <a:pt x="752" y="1895"/>
                    <a:pt x="752" y="1895"/>
                  </a:cubicBezTo>
                  <a:cubicBezTo>
                    <a:pt x="654" y="1895"/>
                    <a:pt x="654" y="1895"/>
                    <a:pt x="654" y="1895"/>
                  </a:cubicBezTo>
                  <a:cubicBezTo>
                    <a:pt x="670" y="1822"/>
                    <a:pt x="670" y="1822"/>
                    <a:pt x="670" y="1822"/>
                  </a:cubicBezTo>
                  <a:cubicBezTo>
                    <a:pt x="594" y="1848"/>
                    <a:pt x="594" y="1848"/>
                    <a:pt x="594" y="1848"/>
                  </a:cubicBezTo>
                  <a:cubicBezTo>
                    <a:pt x="584" y="1895"/>
                    <a:pt x="584" y="1895"/>
                    <a:pt x="584" y="1895"/>
                  </a:cubicBezTo>
                  <a:cubicBezTo>
                    <a:pt x="537" y="1895"/>
                    <a:pt x="537" y="1895"/>
                    <a:pt x="537" y="1895"/>
                  </a:cubicBezTo>
                  <a:cubicBezTo>
                    <a:pt x="527" y="1942"/>
                    <a:pt x="527" y="1942"/>
                    <a:pt x="527" y="1942"/>
                  </a:cubicBezTo>
                  <a:cubicBezTo>
                    <a:pt x="574" y="1942"/>
                    <a:pt x="574" y="1942"/>
                    <a:pt x="574" y="1942"/>
                  </a:cubicBezTo>
                  <a:cubicBezTo>
                    <a:pt x="545" y="2075"/>
                    <a:pt x="545" y="2075"/>
                    <a:pt x="545" y="2075"/>
                  </a:cubicBezTo>
                  <a:cubicBezTo>
                    <a:pt x="541" y="2095"/>
                    <a:pt x="531" y="2141"/>
                    <a:pt x="603" y="2141"/>
                  </a:cubicBezTo>
                  <a:cubicBezTo>
                    <a:pt x="615" y="2141"/>
                    <a:pt x="636" y="2139"/>
                    <a:pt x="660" y="2133"/>
                  </a:cubicBezTo>
                  <a:cubicBezTo>
                    <a:pt x="670" y="2086"/>
                    <a:pt x="670" y="2086"/>
                    <a:pt x="670" y="2086"/>
                  </a:cubicBezTo>
                  <a:cubicBezTo>
                    <a:pt x="661" y="2087"/>
                    <a:pt x="656" y="2088"/>
                    <a:pt x="645" y="2088"/>
                  </a:cubicBezTo>
                  <a:cubicBezTo>
                    <a:pt x="614" y="2088"/>
                    <a:pt x="617" y="2074"/>
                    <a:pt x="621" y="2052"/>
                  </a:cubicBezTo>
                  <a:cubicBezTo>
                    <a:pt x="645" y="1942"/>
                    <a:pt x="645" y="1942"/>
                    <a:pt x="645" y="1942"/>
                  </a:cubicBezTo>
                  <a:cubicBezTo>
                    <a:pt x="741" y="1942"/>
                    <a:pt x="741" y="1942"/>
                    <a:pt x="741" y="1942"/>
                  </a:cubicBezTo>
                  <a:cubicBezTo>
                    <a:pt x="713" y="2075"/>
                    <a:pt x="713" y="2075"/>
                    <a:pt x="713" y="2075"/>
                  </a:cubicBezTo>
                  <a:cubicBezTo>
                    <a:pt x="709" y="2095"/>
                    <a:pt x="699" y="2141"/>
                    <a:pt x="771" y="2141"/>
                  </a:cubicBezTo>
                  <a:cubicBezTo>
                    <a:pt x="782" y="2141"/>
                    <a:pt x="804" y="2139"/>
                    <a:pt x="828" y="2133"/>
                  </a:cubicBezTo>
                  <a:cubicBezTo>
                    <a:pt x="838" y="2086"/>
                    <a:pt x="838" y="2086"/>
                    <a:pt x="838" y="2086"/>
                  </a:cubicBezTo>
                  <a:cubicBezTo>
                    <a:pt x="829" y="2087"/>
                    <a:pt x="824" y="2088"/>
                    <a:pt x="813" y="2088"/>
                  </a:cubicBezTo>
                  <a:cubicBezTo>
                    <a:pt x="781" y="2088"/>
                    <a:pt x="785" y="2074"/>
                    <a:pt x="788" y="2052"/>
                  </a:cubicBezTo>
                  <a:lnTo>
                    <a:pt x="812" y="1942"/>
                  </a:lnTo>
                  <a:close/>
                  <a:moveTo>
                    <a:pt x="916" y="1893"/>
                  </a:moveTo>
                  <a:cubicBezTo>
                    <a:pt x="987" y="1893"/>
                    <a:pt x="987" y="1893"/>
                    <a:pt x="987" y="1893"/>
                  </a:cubicBezTo>
                  <a:cubicBezTo>
                    <a:pt x="935" y="2136"/>
                    <a:pt x="935" y="2136"/>
                    <a:pt x="935" y="2136"/>
                  </a:cubicBezTo>
                  <a:cubicBezTo>
                    <a:pt x="864" y="2136"/>
                    <a:pt x="864" y="2136"/>
                    <a:pt x="864" y="2136"/>
                  </a:cubicBezTo>
                  <a:lnTo>
                    <a:pt x="916" y="1893"/>
                  </a:lnTo>
                  <a:close/>
                  <a:moveTo>
                    <a:pt x="935" y="1790"/>
                  </a:moveTo>
                  <a:cubicBezTo>
                    <a:pt x="1011" y="1790"/>
                    <a:pt x="1011" y="1790"/>
                    <a:pt x="1011" y="1790"/>
                  </a:cubicBezTo>
                  <a:cubicBezTo>
                    <a:pt x="998" y="1851"/>
                    <a:pt x="998" y="1851"/>
                    <a:pt x="998" y="1851"/>
                  </a:cubicBezTo>
                  <a:cubicBezTo>
                    <a:pt x="922" y="1851"/>
                    <a:pt x="922" y="1851"/>
                    <a:pt x="922" y="1851"/>
                  </a:cubicBezTo>
                  <a:lnTo>
                    <a:pt x="935" y="1790"/>
                  </a:lnTo>
                  <a:close/>
                  <a:moveTo>
                    <a:pt x="1034" y="1937"/>
                  </a:moveTo>
                  <a:cubicBezTo>
                    <a:pt x="1034" y="1936"/>
                    <a:pt x="1040" y="1909"/>
                    <a:pt x="1042" y="1893"/>
                  </a:cubicBezTo>
                  <a:cubicBezTo>
                    <a:pt x="1110" y="1893"/>
                    <a:pt x="1110" y="1893"/>
                    <a:pt x="1110" y="1893"/>
                  </a:cubicBezTo>
                  <a:cubicBezTo>
                    <a:pt x="1104" y="1929"/>
                    <a:pt x="1104" y="1929"/>
                    <a:pt x="1104" y="1929"/>
                  </a:cubicBezTo>
                  <a:cubicBezTo>
                    <a:pt x="1113" y="1918"/>
                    <a:pt x="1139" y="1887"/>
                    <a:pt x="1192" y="1887"/>
                  </a:cubicBezTo>
                  <a:cubicBezTo>
                    <a:pt x="1239" y="1887"/>
                    <a:pt x="1254" y="1916"/>
                    <a:pt x="1256" y="1933"/>
                  </a:cubicBezTo>
                  <a:cubicBezTo>
                    <a:pt x="1259" y="1948"/>
                    <a:pt x="1257" y="1960"/>
                    <a:pt x="1248" y="2005"/>
                  </a:cubicBezTo>
                  <a:cubicBezTo>
                    <a:pt x="1220" y="2136"/>
                    <a:pt x="1220" y="2136"/>
                    <a:pt x="1220" y="2136"/>
                  </a:cubicBezTo>
                  <a:cubicBezTo>
                    <a:pt x="1147" y="2136"/>
                    <a:pt x="1147" y="2136"/>
                    <a:pt x="1147" y="2136"/>
                  </a:cubicBezTo>
                  <a:cubicBezTo>
                    <a:pt x="1179" y="1985"/>
                    <a:pt x="1179" y="1985"/>
                    <a:pt x="1179" y="1985"/>
                  </a:cubicBezTo>
                  <a:cubicBezTo>
                    <a:pt x="1181" y="1975"/>
                    <a:pt x="1183" y="1967"/>
                    <a:pt x="1181" y="1959"/>
                  </a:cubicBezTo>
                  <a:cubicBezTo>
                    <a:pt x="1178" y="1949"/>
                    <a:pt x="1169" y="1938"/>
                    <a:pt x="1151" y="1938"/>
                  </a:cubicBezTo>
                  <a:cubicBezTo>
                    <a:pt x="1136" y="1938"/>
                    <a:pt x="1120" y="1946"/>
                    <a:pt x="1110" y="1957"/>
                  </a:cubicBezTo>
                  <a:cubicBezTo>
                    <a:pt x="1104" y="1963"/>
                    <a:pt x="1097" y="1975"/>
                    <a:pt x="1093" y="1994"/>
                  </a:cubicBezTo>
                  <a:cubicBezTo>
                    <a:pt x="1063" y="2136"/>
                    <a:pt x="1063" y="2136"/>
                    <a:pt x="1063" y="2136"/>
                  </a:cubicBezTo>
                  <a:cubicBezTo>
                    <a:pt x="992" y="2136"/>
                    <a:pt x="992" y="2136"/>
                    <a:pt x="992" y="2136"/>
                  </a:cubicBezTo>
                  <a:lnTo>
                    <a:pt x="1034" y="1937"/>
                  </a:lnTo>
                  <a:close/>
                  <a:moveTo>
                    <a:pt x="1558" y="1895"/>
                  </a:moveTo>
                  <a:cubicBezTo>
                    <a:pt x="1552" y="1914"/>
                    <a:pt x="1547" y="1930"/>
                    <a:pt x="1542" y="1955"/>
                  </a:cubicBezTo>
                  <a:cubicBezTo>
                    <a:pt x="1504" y="2134"/>
                    <a:pt x="1504" y="2134"/>
                    <a:pt x="1504" y="2134"/>
                  </a:cubicBezTo>
                  <a:cubicBezTo>
                    <a:pt x="1486" y="2223"/>
                    <a:pt x="1409" y="2232"/>
                    <a:pt x="1363" y="2232"/>
                  </a:cubicBezTo>
                  <a:cubicBezTo>
                    <a:pt x="1328" y="2232"/>
                    <a:pt x="1261" y="2228"/>
                    <a:pt x="1272" y="2154"/>
                  </a:cubicBezTo>
                  <a:cubicBezTo>
                    <a:pt x="1340" y="2154"/>
                    <a:pt x="1340" y="2154"/>
                    <a:pt x="1340" y="2154"/>
                  </a:cubicBezTo>
                  <a:cubicBezTo>
                    <a:pt x="1340" y="2158"/>
                    <a:pt x="1339" y="2166"/>
                    <a:pt x="1344" y="2174"/>
                  </a:cubicBezTo>
                  <a:cubicBezTo>
                    <a:pt x="1348" y="2181"/>
                    <a:pt x="1357" y="2188"/>
                    <a:pt x="1375" y="2188"/>
                  </a:cubicBezTo>
                  <a:cubicBezTo>
                    <a:pt x="1397" y="2188"/>
                    <a:pt x="1417" y="2178"/>
                    <a:pt x="1427" y="2156"/>
                  </a:cubicBezTo>
                  <a:cubicBezTo>
                    <a:pt x="1432" y="2144"/>
                    <a:pt x="1434" y="2135"/>
                    <a:pt x="1442" y="2099"/>
                  </a:cubicBezTo>
                  <a:cubicBezTo>
                    <a:pt x="1413" y="2128"/>
                    <a:pt x="1387" y="2132"/>
                    <a:pt x="1370" y="2132"/>
                  </a:cubicBezTo>
                  <a:cubicBezTo>
                    <a:pt x="1300" y="2132"/>
                    <a:pt x="1280" y="2071"/>
                    <a:pt x="1293" y="2012"/>
                  </a:cubicBezTo>
                  <a:cubicBezTo>
                    <a:pt x="1306" y="1951"/>
                    <a:pt x="1352" y="1892"/>
                    <a:pt x="1422" y="1892"/>
                  </a:cubicBezTo>
                  <a:cubicBezTo>
                    <a:pt x="1466" y="1892"/>
                    <a:pt x="1477" y="1916"/>
                    <a:pt x="1482" y="1927"/>
                  </a:cubicBezTo>
                  <a:cubicBezTo>
                    <a:pt x="1492" y="1895"/>
                    <a:pt x="1492" y="1895"/>
                    <a:pt x="1492" y="1895"/>
                  </a:cubicBezTo>
                  <a:lnTo>
                    <a:pt x="1558" y="1895"/>
                  </a:lnTo>
                  <a:close/>
                  <a:moveTo>
                    <a:pt x="1397" y="2083"/>
                  </a:moveTo>
                  <a:cubicBezTo>
                    <a:pt x="1447" y="2083"/>
                    <a:pt x="1459" y="2025"/>
                    <a:pt x="1461" y="2014"/>
                  </a:cubicBezTo>
                  <a:cubicBezTo>
                    <a:pt x="1467" y="1986"/>
                    <a:pt x="1472" y="1940"/>
                    <a:pt x="1428" y="1940"/>
                  </a:cubicBezTo>
                  <a:cubicBezTo>
                    <a:pt x="1401" y="1940"/>
                    <a:pt x="1375" y="1960"/>
                    <a:pt x="1364" y="2012"/>
                  </a:cubicBezTo>
                  <a:cubicBezTo>
                    <a:pt x="1362" y="2025"/>
                    <a:pt x="1349" y="2083"/>
                    <a:pt x="1397" y="2083"/>
                  </a:cubicBezTo>
                  <a:moveTo>
                    <a:pt x="1842" y="2133"/>
                  </a:moveTo>
                  <a:cubicBezTo>
                    <a:pt x="1818" y="2139"/>
                    <a:pt x="1797" y="2141"/>
                    <a:pt x="1786" y="2141"/>
                  </a:cubicBezTo>
                  <a:cubicBezTo>
                    <a:pt x="1714" y="2141"/>
                    <a:pt x="1723" y="2095"/>
                    <a:pt x="1728" y="2075"/>
                  </a:cubicBezTo>
                  <a:cubicBezTo>
                    <a:pt x="1756" y="1942"/>
                    <a:pt x="1756" y="1942"/>
                    <a:pt x="1756" y="1942"/>
                  </a:cubicBezTo>
                  <a:cubicBezTo>
                    <a:pt x="1710" y="1942"/>
                    <a:pt x="1710" y="1942"/>
                    <a:pt x="1710" y="1942"/>
                  </a:cubicBezTo>
                  <a:cubicBezTo>
                    <a:pt x="1719" y="1895"/>
                    <a:pt x="1719" y="1895"/>
                    <a:pt x="1719" y="1895"/>
                  </a:cubicBezTo>
                  <a:cubicBezTo>
                    <a:pt x="1766" y="1895"/>
                    <a:pt x="1766" y="1895"/>
                    <a:pt x="1766" y="1895"/>
                  </a:cubicBezTo>
                  <a:cubicBezTo>
                    <a:pt x="1776" y="1848"/>
                    <a:pt x="1776" y="1848"/>
                    <a:pt x="1776" y="1848"/>
                  </a:cubicBezTo>
                  <a:cubicBezTo>
                    <a:pt x="1852" y="1822"/>
                    <a:pt x="1852" y="1822"/>
                    <a:pt x="1852" y="1822"/>
                  </a:cubicBezTo>
                  <a:cubicBezTo>
                    <a:pt x="1837" y="1895"/>
                    <a:pt x="1837" y="1895"/>
                    <a:pt x="1837" y="1895"/>
                  </a:cubicBezTo>
                  <a:cubicBezTo>
                    <a:pt x="1895" y="1895"/>
                    <a:pt x="1895" y="1895"/>
                    <a:pt x="1895" y="1895"/>
                  </a:cubicBezTo>
                  <a:cubicBezTo>
                    <a:pt x="1884" y="1942"/>
                    <a:pt x="1884" y="1942"/>
                    <a:pt x="1884" y="1942"/>
                  </a:cubicBezTo>
                  <a:cubicBezTo>
                    <a:pt x="1827" y="1942"/>
                    <a:pt x="1827" y="1942"/>
                    <a:pt x="1827" y="1942"/>
                  </a:cubicBezTo>
                  <a:cubicBezTo>
                    <a:pt x="1803" y="2052"/>
                    <a:pt x="1803" y="2052"/>
                    <a:pt x="1803" y="2052"/>
                  </a:cubicBezTo>
                  <a:cubicBezTo>
                    <a:pt x="1799" y="2074"/>
                    <a:pt x="1796" y="2088"/>
                    <a:pt x="1828" y="2088"/>
                  </a:cubicBezTo>
                  <a:cubicBezTo>
                    <a:pt x="1838" y="2088"/>
                    <a:pt x="1844" y="2087"/>
                    <a:pt x="1852" y="2086"/>
                  </a:cubicBezTo>
                  <a:lnTo>
                    <a:pt x="1842" y="2133"/>
                  </a:lnTo>
                  <a:close/>
                  <a:moveTo>
                    <a:pt x="1954" y="1790"/>
                  </a:moveTo>
                  <a:cubicBezTo>
                    <a:pt x="2025" y="1790"/>
                    <a:pt x="2025" y="1790"/>
                    <a:pt x="2025" y="1790"/>
                  </a:cubicBezTo>
                  <a:cubicBezTo>
                    <a:pt x="1996" y="1927"/>
                    <a:pt x="1996" y="1927"/>
                    <a:pt x="1996" y="1927"/>
                  </a:cubicBezTo>
                  <a:cubicBezTo>
                    <a:pt x="2007" y="1915"/>
                    <a:pt x="2030" y="1890"/>
                    <a:pt x="2074" y="1890"/>
                  </a:cubicBezTo>
                  <a:cubicBezTo>
                    <a:pt x="2110" y="1890"/>
                    <a:pt x="2129" y="1908"/>
                    <a:pt x="2137" y="1923"/>
                  </a:cubicBezTo>
                  <a:cubicBezTo>
                    <a:pt x="2143" y="1935"/>
                    <a:pt x="2146" y="1957"/>
                    <a:pt x="2139" y="1989"/>
                  </a:cubicBezTo>
                  <a:cubicBezTo>
                    <a:pt x="2108" y="2136"/>
                    <a:pt x="2108" y="2136"/>
                    <a:pt x="2108" y="2136"/>
                  </a:cubicBezTo>
                  <a:cubicBezTo>
                    <a:pt x="2037" y="2136"/>
                    <a:pt x="2037" y="2136"/>
                    <a:pt x="2037" y="2136"/>
                  </a:cubicBezTo>
                  <a:cubicBezTo>
                    <a:pt x="2068" y="1991"/>
                    <a:pt x="2068" y="1991"/>
                    <a:pt x="2068" y="1991"/>
                  </a:cubicBezTo>
                  <a:cubicBezTo>
                    <a:pt x="2071" y="1977"/>
                    <a:pt x="2079" y="1938"/>
                    <a:pt x="2040" y="1938"/>
                  </a:cubicBezTo>
                  <a:cubicBezTo>
                    <a:pt x="2019" y="1938"/>
                    <a:pt x="1991" y="1950"/>
                    <a:pt x="1983" y="1988"/>
                  </a:cubicBezTo>
                  <a:cubicBezTo>
                    <a:pt x="1952" y="2136"/>
                    <a:pt x="1952" y="2136"/>
                    <a:pt x="1952" y="2136"/>
                  </a:cubicBezTo>
                  <a:cubicBezTo>
                    <a:pt x="1881" y="2136"/>
                    <a:pt x="1881" y="2136"/>
                    <a:pt x="1881" y="2136"/>
                  </a:cubicBezTo>
                  <a:lnTo>
                    <a:pt x="1954" y="1790"/>
                  </a:lnTo>
                  <a:close/>
                  <a:moveTo>
                    <a:pt x="2195" y="1953"/>
                  </a:moveTo>
                  <a:cubicBezTo>
                    <a:pt x="2197" y="1942"/>
                    <a:pt x="2203" y="1906"/>
                    <a:pt x="2205" y="1893"/>
                  </a:cubicBezTo>
                  <a:cubicBezTo>
                    <a:pt x="2271" y="1893"/>
                    <a:pt x="2271" y="1893"/>
                    <a:pt x="2271" y="1893"/>
                  </a:cubicBezTo>
                  <a:cubicBezTo>
                    <a:pt x="2263" y="1939"/>
                    <a:pt x="2263" y="1939"/>
                    <a:pt x="2263" y="1939"/>
                  </a:cubicBezTo>
                  <a:cubicBezTo>
                    <a:pt x="2276" y="1919"/>
                    <a:pt x="2298" y="1889"/>
                    <a:pt x="2356" y="1892"/>
                  </a:cubicBezTo>
                  <a:cubicBezTo>
                    <a:pt x="2342" y="1956"/>
                    <a:pt x="2342" y="1956"/>
                    <a:pt x="2342" y="1956"/>
                  </a:cubicBezTo>
                  <a:cubicBezTo>
                    <a:pt x="2271" y="1949"/>
                    <a:pt x="2259" y="1986"/>
                    <a:pt x="2253" y="2017"/>
                  </a:cubicBezTo>
                  <a:cubicBezTo>
                    <a:pt x="2227" y="2136"/>
                    <a:pt x="2227" y="2136"/>
                    <a:pt x="2227" y="2136"/>
                  </a:cubicBezTo>
                  <a:cubicBezTo>
                    <a:pt x="2156" y="2136"/>
                    <a:pt x="2156" y="2136"/>
                    <a:pt x="2156" y="2136"/>
                  </a:cubicBezTo>
                  <a:lnTo>
                    <a:pt x="2195" y="1953"/>
                  </a:lnTo>
                  <a:close/>
                  <a:moveTo>
                    <a:pt x="2503" y="1888"/>
                  </a:moveTo>
                  <a:cubicBezTo>
                    <a:pt x="2591" y="1888"/>
                    <a:pt x="2617" y="1948"/>
                    <a:pt x="2602" y="2015"/>
                  </a:cubicBezTo>
                  <a:cubicBezTo>
                    <a:pt x="2587" y="2083"/>
                    <a:pt x="2535" y="2145"/>
                    <a:pt x="2447" y="2145"/>
                  </a:cubicBezTo>
                  <a:cubicBezTo>
                    <a:pt x="2378" y="2145"/>
                    <a:pt x="2332" y="2102"/>
                    <a:pt x="2350" y="2017"/>
                  </a:cubicBezTo>
                  <a:cubicBezTo>
                    <a:pt x="2362" y="1959"/>
                    <a:pt x="2408" y="1888"/>
                    <a:pt x="2503" y="1888"/>
                  </a:cubicBezTo>
                  <a:moveTo>
                    <a:pt x="2460" y="2095"/>
                  </a:moveTo>
                  <a:cubicBezTo>
                    <a:pt x="2491" y="2095"/>
                    <a:pt x="2516" y="2077"/>
                    <a:pt x="2530" y="2012"/>
                  </a:cubicBezTo>
                  <a:cubicBezTo>
                    <a:pt x="2537" y="1980"/>
                    <a:pt x="2540" y="1935"/>
                    <a:pt x="2493" y="1935"/>
                  </a:cubicBezTo>
                  <a:cubicBezTo>
                    <a:pt x="2441" y="1935"/>
                    <a:pt x="2427" y="1995"/>
                    <a:pt x="2423" y="2018"/>
                  </a:cubicBezTo>
                  <a:cubicBezTo>
                    <a:pt x="2411" y="2072"/>
                    <a:pt x="2425" y="2095"/>
                    <a:pt x="2460" y="2095"/>
                  </a:cubicBezTo>
                  <a:moveTo>
                    <a:pt x="2743" y="1894"/>
                  </a:moveTo>
                  <a:cubicBezTo>
                    <a:pt x="2713" y="2038"/>
                    <a:pt x="2713" y="2038"/>
                    <a:pt x="2713" y="2038"/>
                  </a:cubicBezTo>
                  <a:cubicBezTo>
                    <a:pt x="2708" y="2060"/>
                    <a:pt x="2701" y="2092"/>
                    <a:pt x="2740" y="2092"/>
                  </a:cubicBezTo>
                  <a:cubicBezTo>
                    <a:pt x="2785" y="2092"/>
                    <a:pt x="2792" y="2058"/>
                    <a:pt x="2801" y="2016"/>
                  </a:cubicBezTo>
                  <a:cubicBezTo>
                    <a:pt x="2827" y="1894"/>
                    <a:pt x="2827" y="1894"/>
                    <a:pt x="2827" y="1894"/>
                  </a:cubicBezTo>
                  <a:cubicBezTo>
                    <a:pt x="2900" y="1894"/>
                    <a:pt x="2900" y="1894"/>
                    <a:pt x="2900" y="1894"/>
                  </a:cubicBezTo>
                  <a:cubicBezTo>
                    <a:pt x="2867" y="2053"/>
                    <a:pt x="2867" y="2053"/>
                    <a:pt x="2867" y="2053"/>
                  </a:cubicBezTo>
                  <a:cubicBezTo>
                    <a:pt x="2856" y="2106"/>
                    <a:pt x="2855" y="2112"/>
                    <a:pt x="2854" y="2118"/>
                  </a:cubicBezTo>
                  <a:cubicBezTo>
                    <a:pt x="2853" y="2125"/>
                    <a:pt x="2852" y="2130"/>
                    <a:pt x="2852" y="2136"/>
                  </a:cubicBezTo>
                  <a:cubicBezTo>
                    <a:pt x="2783" y="2136"/>
                    <a:pt x="2783" y="2136"/>
                    <a:pt x="2783" y="2136"/>
                  </a:cubicBezTo>
                  <a:cubicBezTo>
                    <a:pt x="2787" y="2104"/>
                    <a:pt x="2787" y="2104"/>
                    <a:pt x="2787" y="2104"/>
                  </a:cubicBezTo>
                  <a:cubicBezTo>
                    <a:pt x="2778" y="2115"/>
                    <a:pt x="2753" y="2143"/>
                    <a:pt x="2707" y="2143"/>
                  </a:cubicBezTo>
                  <a:cubicBezTo>
                    <a:pt x="2675" y="2143"/>
                    <a:pt x="2651" y="2128"/>
                    <a:pt x="2641" y="2110"/>
                  </a:cubicBezTo>
                  <a:cubicBezTo>
                    <a:pt x="2630" y="2090"/>
                    <a:pt x="2637" y="2056"/>
                    <a:pt x="2639" y="2045"/>
                  </a:cubicBezTo>
                  <a:cubicBezTo>
                    <a:pt x="2671" y="1894"/>
                    <a:pt x="2671" y="1894"/>
                    <a:pt x="2671" y="1894"/>
                  </a:cubicBezTo>
                  <a:lnTo>
                    <a:pt x="2743" y="1894"/>
                  </a:lnTo>
                  <a:close/>
                  <a:moveTo>
                    <a:pt x="3181" y="1895"/>
                  </a:moveTo>
                  <a:cubicBezTo>
                    <a:pt x="3175" y="1914"/>
                    <a:pt x="3170" y="1930"/>
                    <a:pt x="3164" y="1955"/>
                  </a:cubicBezTo>
                  <a:cubicBezTo>
                    <a:pt x="3126" y="2134"/>
                    <a:pt x="3126" y="2134"/>
                    <a:pt x="3126" y="2134"/>
                  </a:cubicBezTo>
                  <a:cubicBezTo>
                    <a:pt x="3108" y="2223"/>
                    <a:pt x="3031" y="2232"/>
                    <a:pt x="2985" y="2232"/>
                  </a:cubicBezTo>
                  <a:cubicBezTo>
                    <a:pt x="2950" y="2232"/>
                    <a:pt x="2883" y="2228"/>
                    <a:pt x="2894" y="2154"/>
                  </a:cubicBezTo>
                  <a:cubicBezTo>
                    <a:pt x="2962" y="2154"/>
                    <a:pt x="2962" y="2154"/>
                    <a:pt x="2962" y="2154"/>
                  </a:cubicBezTo>
                  <a:cubicBezTo>
                    <a:pt x="2962" y="2158"/>
                    <a:pt x="2962" y="2166"/>
                    <a:pt x="2966" y="2174"/>
                  </a:cubicBezTo>
                  <a:cubicBezTo>
                    <a:pt x="2970" y="2181"/>
                    <a:pt x="2979" y="2188"/>
                    <a:pt x="2998" y="2188"/>
                  </a:cubicBezTo>
                  <a:cubicBezTo>
                    <a:pt x="3019" y="2188"/>
                    <a:pt x="3040" y="2178"/>
                    <a:pt x="3049" y="2156"/>
                  </a:cubicBezTo>
                  <a:cubicBezTo>
                    <a:pt x="3054" y="2144"/>
                    <a:pt x="3056" y="2135"/>
                    <a:pt x="3064" y="2099"/>
                  </a:cubicBezTo>
                  <a:cubicBezTo>
                    <a:pt x="3036" y="2128"/>
                    <a:pt x="3009" y="2132"/>
                    <a:pt x="2992" y="2132"/>
                  </a:cubicBezTo>
                  <a:cubicBezTo>
                    <a:pt x="2922" y="2132"/>
                    <a:pt x="2903" y="2071"/>
                    <a:pt x="2915" y="2012"/>
                  </a:cubicBezTo>
                  <a:cubicBezTo>
                    <a:pt x="2928" y="1951"/>
                    <a:pt x="2974" y="1892"/>
                    <a:pt x="3044" y="1892"/>
                  </a:cubicBezTo>
                  <a:cubicBezTo>
                    <a:pt x="3088" y="1892"/>
                    <a:pt x="3099" y="1916"/>
                    <a:pt x="3105" y="1927"/>
                  </a:cubicBezTo>
                  <a:cubicBezTo>
                    <a:pt x="3114" y="1895"/>
                    <a:pt x="3114" y="1895"/>
                    <a:pt x="3114" y="1895"/>
                  </a:cubicBezTo>
                  <a:lnTo>
                    <a:pt x="3181" y="1895"/>
                  </a:lnTo>
                  <a:close/>
                  <a:moveTo>
                    <a:pt x="3019" y="2083"/>
                  </a:moveTo>
                  <a:cubicBezTo>
                    <a:pt x="3069" y="2083"/>
                    <a:pt x="3081" y="2025"/>
                    <a:pt x="3083" y="2014"/>
                  </a:cubicBezTo>
                  <a:cubicBezTo>
                    <a:pt x="3089" y="1986"/>
                    <a:pt x="3094" y="1940"/>
                    <a:pt x="3051" y="1940"/>
                  </a:cubicBezTo>
                  <a:cubicBezTo>
                    <a:pt x="3024" y="1940"/>
                    <a:pt x="2997" y="1960"/>
                    <a:pt x="2986" y="2012"/>
                  </a:cubicBezTo>
                  <a:cubicBezTo>
                    <a:pt x="2984" y="2025"/>
                    <a:pt x="2971" y="2083"/>
                    <a:pt x="3019" y="2083"/>
                  </a:cubicBezTo>
                  <a:moveTo>
                    <a:pt x="3257" y="1790"/>
                  </a:moveTo>
                  <a:cubicBezTo>
                    <a:pt x="3327" y="1790"/>
                    <a:pt x="3327" y="1790"/>
                    <a:pt x="3327" y="1790"/>
                  </a:cubicBezTo>
                  <a:cubicBezTo>
                    <a:pt x="3298" y="1927"/>
                    <a:pt x="3298" y="1927"/>
                    <a:pt x="3298" y="1927"/>
                  </a:cubicBezTo>
                  <a:cubicBezTo>
                    <a:pt x="3309" y="1915"/>
                    <a:pt x="3332" y="1890"/>
                    <a:pt x="3376" y="1890"/>
                  </a:cubicBezTo>
                  <a:cubicBezTo>
                    <a:pt x="3412" y="1890"/>
                    <a:pt x="3431" y="1908"/>
                    <a:pt x="3440" y="1923"/>
                  </a:cubicBezTo>
                  <a:cubicBezTo>
                    <a:pt x="3446" y="1935"/>
                    <a:pt x="3448" y="1957"/>
                    <a:pt x="3441" y="1989"/>
                  </a:cubicBezTo>
                  <a:cubicBezTo>
                    <a:pt x="3410" y="2136"/>
                    <a:pt x="3410" y="2136"/>
                    <a:pt x="3410" y="2136"/>
                  </a:cubicBezTo>
                  <a:cubicBezTo>
                    <a:pt x="3340" y="2136"/>
                    <a:pt x="3340" y="2136"/>
                    <a:pt x="3340" y="2136"/>
                  </a:cubicBezTo>
                  <a:cubicBezTo>
                    <a:pt x="3370" y="1991"/>
                    <a:pt x="3370" y="1991"/>
                    <a:pt x="3370" y="1991"/>
                  </a:cubicBezTo>
                  <a:cubicBezTo>
                    <a:pt x="3373" y="1977"/>
                    <a:pt x="3382" y="1938"/>
                    <a:pt x="3342" y="1938"/>
                  </a:cubicBezTo>
                  <a:cubicBezTo>
                    <a:pt x="3322" y="1938"/>
                    <a:pt x="3293" y="1950"/>
                    <a:pt x="3286" y="1988"/>
                  </a:cubicBezTo>
                  <a:cubicBezTo>
                    <a:pt x="3255" y="2136"/>
                    <a:pt x="3255" y="2136"/>
                    <a:pt x="3255" y="2136"/>
                  </a:cubicBezTo>
                  <a:cubicBezTo>
                    <a:pt x="3183" y="2136"/>
                    <a:pt x="3183" y="2136"/>
                    <a:pt x="3183" y="2136"/>
                  </a:cubicBezTo>
                  <a:lnTo>
                    <a:pt x="3257" y="1790"/>
                  </a:lnTo>
                  <a:close/>
                  <a:moveTo>
                    <a:pt x="158" y="1980"/>
                  </a:moveTo>
                  <a:cubicBezTo>
                    <a:pt x="159" y="1971"/>
                    <a:pt x="164" y="1935"/>
                    <a:pt x="137" y="1935"/>
                  </a:cubicBezTo>
                  <a:cubicBezTo>
                    <a:pt x="103" y="1935"/>
                    <a:pt x="89" y="1986"/>
                    <a:pt x="83" y="2012"/>
                  </a:cubicBezTo>
                  <a:cubicBezTo>
                    <a:pt x="80" y="2026"/>
                    <a:pt x="72" y="2069"/>
                    <a:pt x="85" y="2087"/>
                  </a:cubicBezTo>
                  <a:cubicBezTo>
                    <a:pt x="90" y="2094"/>
                    <a:pt x="97" y="2095"/>
                    <a:pt x="102" y="2095"/>
                  </a:cubicBezTo>
                  <a:cubicBezTo>
                    <a:pt x="109" y="2095"/>
                    <a:pt x="133" y="2092"/>
                    <a:pt x="145" y="2048"/>
                  </a:cubicBezTo>
                  <a:cubicBezTo>
                    <a:pt x="215" y="2048"/>
                    <a:pt x="215" y="2048"/>
                    <a:pt x="215" y="2048"/>
                  </a:cubicBezTo>
                  <a:cubicBezTo>
                    <a:pt x="210" y="2067"/>
                    <a:pt x="201" y="2097"/>
                    <a:pt x="168" y="2120"/>
                  </a:cubicBezTo>
                  <a:cubicBezTo>
                    <a:pt x="148" y="2135"/>
                    <a:pt x="124" y="2143"/>
                    <a:pt x="94" y="2143"/>
                  </a:cubicBezTo>
                  <a:cubicBezTo>
                    <a:pt x="62" y="2143"/>
                    <a:pt x="35" y="2135"/>
                    <a:pt x="18" y="2110"/>
                  </a:cubicBezTo>
                  <a:cubicBezTo>
                    <a:pt x="2" y="2086"/>
                    <a:pt x="0" y="2053"/>
                    <a:pt x="8" y="2015"/>
                  </a:cubicBezTo>
                  <a:cubicBezTo>
                    <a:pt x="32" y="1904"/>
                    <a:pt x="116" y="1889"/>
                    <a:pt x="148" y="1889"/>
                  </a:cubicBezTo>
                  <a:cubicBezTo>
                    <a:pt x="193" y="1889"/>
                    <a:pt x="241" y="1914"/>
                    <a:pt x="228" y="1980"/>
                  </a:cubicBezTo>
                  <a:lnTo>
                    <a:pt x="158" y="1980"/>
                  </a:lnTo>
                  <a:close/>
                  <a:moveTo>
                    <a:pt x="3764" y="1980"/>
                  </a:moveTo>
                  <a:cubicBezTo>
                    <a:pt x="3765" y="1971"/>
                    <a:pt x="3770" y="1935"/>
                    <a:pt x="3742" y="1935"/>
                  </a:cubicBezTo>
                  <a:cubicBezTo>
                    <a:pt x="3709" y="1935"/>
                    <a:pt x="3694" y="1986"/>
                    <a:pt x="3688" y="2012"/>
                  </a:cubicBezTo>
                  <a:cubicBezTo>
                    <a:pt x="3685" y="2026"/>
                    <a:pt x="3678" y="2069"/>
                    <a:pt x="3691" y="2087"/>
                  </a:cubicBezTo>
                  <a:cubicBezTo>
                    <a:pt x="3695" y="2094"/>
                    <a:pt x="3703" y="2095"/>
                    <a:pt x="3708" y="2095"/>
                  </a:cubicBezTo>
                  <a:cubicBezTo>
                    <a:pt x="3715" y="2095"/>
                    <a:pt x="3738" y="2092"/>
                    <a:pt x="3751" y="2048"/>
                  </a:cubicBezTo>
                  <a:cubicBezTo>
                    <a:pt x="3820" y="2048"/>
                    <a:pt x="3820" y="2048"/>
                    <a:pt x="3820" y="2048"/>
                  </a:cubicBezTo>
                  <a:cubicBezTo>
                    <a:pt x="3816" y="2067"/>
                    <a:pt x="3807" y="2097"/>
                    <a:pt x="3774" y="2120"/>
                  </a:cubicBezTo>
                  <a:cubicBezTo>
                    <a:pt x="3754" y="2135"/>
                    <a:pt x="3730" y="2143"/>
                    <a:pt x="3700" y="2143"/>
                  </a:cubicBezTo>
                  <a:cubicBezTo>
                    <a:pt x="3668" y="2143"/>
                    <a:pt x="3641" y="2135"/>
                    <a:pt x="3624" y="2110"/>
                  </a:cubicBezTo>
                  <a:cubicBezTo>
                    <a:pt x="3608" y="2086"/>
                    <a:pt x="3606" y="2053"/>
                    <a:pt x="3614" y="2015"/>
                  </a:cubicBezTo>
                  <a:cubicBezTo>
                    <a:pt x="3638" y="1904"/>
                    <a:pt x="3722" y="1889"/>
                    <a:pt x="3754" y="1889"/>
                  </a:cubicBezTo>
                  <a:cubicBezTo>
                    <a:pt x="3799" y="1889"/>
                    <a:pt x="3847" y="1914"/>
                    <a:pt x="3834" y="1980"/>
                  </a:cubicBezTo>
                  <a:lnTo>
                    <a:pt x="3764" y="1980"/>
                  </a:lnTo>
                  <a:close/>
                  <a:moveTo>
                    <a:pt x="4010" y="1888"/>
                  </a:moveTo>
                  <a:cubicBezTo>
                    <a:pt x="4098" y="1888"/>
                    <a:pt x="4123" y="1948"/>
                    <a:pt x="4109" y="2015"/>
                  </a:cubicBezTo>
                  <a:cubicBezTo>
                    <a:pt x="4094" y="2083"/>
                    <a:pt x="4042" y="2145"/>
                    <a:pt x="3954" y="2145"/>
                  </a:cubicBezTo>
                  <a:cubicBezTo>
                    <a:pt x="3884" y="2145"/>
                    <a:pt x="3839" y="2102"/>
                    <a:pt x="3857" y="2017"/>
                  </a:cubicBezTo>
                  <a:cubicBezTo>
                    <a:pt x="3870" y="1959"/>
                    <a:pt x="3914" y="1888"/>
                    <a:pt x="4010" y="1888"/>
                  </a:cubicBezTo>
                  <a:moveTo>
                    <a:pt x="3967" y="2095"/>
                  </a:moveTo>
                  <a:cubicBezTo>
                    <a:pt x="3998" y="2095"/>
                    <a:pt x="4023" y="2077"/>
                    <a:pt x="4037" y="2012"/>
                  </a:cubicBezTo>
                  <a:cubicBezTo>
                    <a:pt x="4044" y="1980"/>
                    <a:pt x="4047" y="1935"/>
                    <a:pt x="4000" y="1935"/>
                  </a:cubicBezTo>
                  <a:cubicBezTo>
                    <a:pt x="3948" y="1935"/>
                    <a:pt x="3935" y="1995"/>
                    <a:pt x="3930" y="2018"/>
                  </a:cubicBezTo>
                  <a:cubicBezTo>
                    <a:pt x="3918" y="2072"/>
                    <a:pt x="3932" y="2095"/>
                    <a:pt x="3967" y="2095"/>
                  </a:cubicBezTo>
                  <a:moveTo>
                    <a:pt x="4173" y="1939"/>
                  </a:moveTo>
                  <a:cubicBezTo>
                    <a:pt x="4176" y="1924"/>
                    <a:pt x="4178" y="1909"/>
                    <a:pt x="4180" y="1894"/>
                  </a:cubicBezTo>
                  <a:cubicBezTo>
                    <a:pt x="4248" y="1894"/>
                    <a:pt x="4248" y="1894"/>
                    <a:pt x="4248" y="1894"/>
                  </a:cubicBezTo>
                  <a:cubicBezTo>
                    <a:pt x="4245" y="1925"/>
                    <a:pt x="4245" y="1925"/>
                    <a:pt x="4245" y="1925"/>
                  </a:cubicBezTo>
                  <a:cubicBezTo>
                    <a:pt x="4254" y="1915"/>
                    <a:pt x="4279" y="1889"/>
                    <a:pt x="4327" y="1889"/>
                  </a:cubicBezTo>
                  <a:cubicBezTo>
                    <a:pt x="4383" y="1889"/>
                    <a:pt x="4392" y="1923"/>
                    <a:pt x="4394" y="1934"/>
                  </a:cubicBezTo>
                  <a:cubicBezTo>
                    <a:pt x="4423" y="1895"/>
                    <a:pt x="4456" y="1889"/>
                    <a:pt x="4481" y="1889"/>
                  </a:cubicBezTo>
                  <a:cubicBezTo>
                    <a:pt x="4530" y="1889"/>
                    <a:pt x="4544" y="1918"/>
                    <a:pt x="4547" y="1928"/>
                  </a:cubicBezTo>
                  <a:cubicBezTo>
                    <a:pt x="4555" y="1949"/>
                    <a:pt x="4548" y="1978"/>
                    <a:pt x="4544" y="1999"/>
                  </a:cubicBezTo>
                  <a:cubicBezTo>
                    <a:pt x="4515" y="2136"/>
                    <a:pt x="4515" y="2136"/>
                    <a:pt x="4515" y="2136"/>
                  </a:cubicBezTo>
                  <a:cubicBezTo>
                    <a:pt x="4443" y="2136"/>
                    <a:pt x="4443" y="2136"/>
                    <a:pt x="4443" y="2136"/>
                  </a:cubicBezTo>
                  <a:cubicBezTo>
                    <a:pt x="4473" y="1994"/>
                    <a:pt x="4473" y="1994"/>
                    <a:pt x="4473" y="1994"/>
                  </a:cubicBezTo>
                  <a:cubicBezTo>
                    <a:pt x="4479" y="1968"/>
                    <a:pt x="4481" y="1939"/>
                    <a:pt x="4444" y="1939"/>
                  </a:cubicBezTo>
                  <a:cubicBezTo>
                    <a:pt x="4401" y="1939"/>
                    <a:pt x="4392" y="1979"/>
                    <a:pt x="4385" y="2015"/>
                  </a:cubicBezTo>
                  <a:cubicBezTo>
                    <a:pt x="4358" y="2136"/>
                    <a:pt x="4358" y="2136"/>
                    <a:pt x="4358" y="2136"/>
                  </a:cubicBezTo>
                  <a:cubicBezTo>
                    <a:pt x="4286" y="2136"/>
                    <a:pt x="4286" y="2136"/>
                    <a:pt x="4286" y="2136"/>
                  </a:cubicBezTo>
                  <a:cubicBezTo>
                    <a:pt x="4318" y="1992"/>
                    <a:pt x="4318" y="1992"/>
                    <a:pt x="4318" y="1992"/>
                  </a:cubicBezTo>
                  <a:cubicBezTo>
                    <a:pt x="4321" y="1974"/>
                    <a:pt x="4328" y="1939"/>
                    <a:pt x="4289" y="1939"/>
                  </a:cubicBezTo>
                  <a:cubicBezTo>
                    <a:pt x="4244" y="1939"/>
                    <a:pt x="4236" y="1977"/>
                    <a:pt x="4232" y="1994"/>
                  </a:cubicBezTo>
                  <a:cubicBezTo>
                    <a:pt x="4202" y="2136"/>
                    <a:pt x="4202" y="2136"/>
                    <a:pt x="4202" y="2136"/>
                  </a:cubicBezTo>
                  <a:cubicBezTo>
                    <a:pt x="4131" y="2136"/>
                    <a:pt x="4131" y="2136"/>
                    <a:pt x="4131" y="2136"/>
                  </a:cubicBezTo>
                  <a:lnTo>
                    <a:pt x="4173" y="1939"/>
                  </a:lnTo>
                  <a:close/>
                  <a:moveTo>
                    <a:pt x="4694" y="1894"/>
                  </a:moveTo>
                  <a:cubicBezTo>
                    <a:pt x="4689" y="1928"/>
                    <a:pt x="4689" y="1928"/>
                    <a:pt x="4689" y="1928"/>
                  </a:cubicBezTo>
                  <a:cubicBezTo>
                    <a:pt x="4719" y="1889"/>
                    <a:pt x="4759" y="1889"/>
                    <a:pt x="4771" y="1889"/>
                  </a:cubicBezTo>
                  <a:cubicBezTo>
                    <a:pt x="4834" y="1889"/>
                    <a:pt x="4862" y="1936"/>
                    <a:pt x="4846" y="2010"/>
                  </a:cubicBezTo>
                  <a:cubicBezTo>
                    <a:pt x="4832" y="2079"/>
                    <a:pt x="4783" y="2140"/>
                    <a:pt x="4713" y="2140"/>
                  </a:cubicBezTo>
                  <a:cubicBezTo>
                    <a:pt x="4669" y="2140"/>
                    <a:pt x="4656" y="2117"/>
                    <a:pt x="4652" y="2109"/>
                  </a:cubicBezTo>
                  <a:cubicBezTo>
                    <a:pt x="4626" y="2229"/>
                    <a:pt x="4626" y="2229"/>
                    <a:pt x="4626" y="2229"/>
                  </a:cubicBezTo>
                  <a:cubicBezTo>
                    <a:pt x="4554" y="2229"/>
                    <a:pt x="4554" y="2229"/>
                    <a:pt x="4554" y="2229"/>
                  </a:cubicBezTo>
                  <a:cubicBezTo>
                    <a:pt x="4625" y="1894"/>
                    <a:pt x="4625" y="1894"/>
                    <a:pt x="4625" y="1894"/>
                  </a:cubicBezTo>
                  <a:lnTo>
                    <a:pt x="4694" y="1894"/>
                  </a:lnTo>
                  <a:close/>
                  <a:moveTo>
                    <a:pt x="4774" y="2013"/>
                  </a:moveTo>
                  <a:cubicBezTo>
                    <a:pt x="4780" y="1984"/>
                    <a:pt x="4783" y="1935"/>
                    <a:pt x="4741" y="1935"/>
                  </a:cubicBezTo>
                  <a:cubicBezTo>
                    <a:pt x="4718" y="1935"/>
                    <a:pt x="4682" y="1952"/>
                    <a:pt x="4668" y="2017"/>
                  </a:cubicBezTo>
                  <a:cubicBezTo>
                    <a:pt x="4665" y="2031"/>
                    <a:pt x="4652" y="2093"/>
                    <a:pt x="4705" y="2093"/>
                  </a:cubicBezTo>
                  <a:cubicBezTo>
                    <a:pt x="4738" y="2093"/>
                    <a:pt x="4763" y="2061"/>
                    <a:pt x="4774" y="2013"/>
                  </a:cubicBezTo>
                  <a:moveTo>
                    <a:pt x="4936" y="1789"/>
                  </a:moveTo>
                  <a:cubicBezTo>
                    <a:pt x="5007" y="1789"/>
                    <a:pt x="5007" y="1789"/>
                    <a:pt x="5007" y="1789"/>
                  </a:cubicBezTo>
                  <a:cubicBezTo>
                    <a:pt x="4933" y="2136"/>
                    <a:pt x="4933" y="2136"/>
                    <a:pt x="4933" y="2136"/>
                  </a:cubicBezTo>
                  <a:cubicBezTo>
                    <a:pt x="4862" y="2136"/>
                    <a:pt x="4862" y="2136"/>
                    <a:pt x="4862" y="2136"/>
                  </a:cubicBezTo>
                  <a:lnTo>
                    <a:pt x="4936" y="1789"/>
                  </a:lnTo>
                  <a:close/>
                  <a:moveTo>
                    <a:pt x="5068" y="2033"/>
                  </a:moveTo>
                  <a:cubicBezTo>
                    <a:pt x="5064" y="2049"/>
                    <a:pt x="5054" y="2098"/>
                    <a:pt x="5104" y="2098"/>
                  </a:cubicBezTo>
                  <a:cubicBezTo>
                    <a:pt x="5121" y="2098"/>
                    <a:pt x="5140" y="2091"/>
                    <a:pt x="5153" y="2064"/>
                  </a:cubicBezTo>
                  <a:cubicBezTo>
                    <a:pt x="5218" y="2064"/>
                    <a:pt x="5218" y="2064"/>
                    <a:pt x="5218" y="2064"/>
                  </a:cubicBezTo>
                  <a:cubicBezTo>
                    <a:pt x="5214" y="2076"/>
                    <a:pt x="5208" y="2097"/>
                    <a:pt x="5184" y="2117"/>
                  </a:cubicBezTo>
                  <a:cubicBezTo>
                    <a:pt x="5162" y="2136"/>
                    <a:pt x="5128" y="2145"/>
                    <a:pt x="5092" y="2145"/>
                  </a:cubicBezTo>
                  <a:cubicBezTo>
                    <a:pt x="5072" y="2145"/>
                    <a:pt x="5033" y="2142"/>
                    <a:pt x="5013" y="2115"/>
                  </a:cubicBezTo>
                  <a:cubicBezTo>
                    <a:pt x="4996" y="2092"/>
                    <a:pt x="4994" y="2060"/>
                    <a:pt x="5002" y="2021"/>
                  </a:cubicBezTo>
                  <a:cubicBezTo>
                    <a:pt x="5011" y="1981"/>
                    <a:pt x="5030" y="1934"/>
                    <a:pt x="5077" y="1906"/>
                  </a:cubicBezTo>
                  <a:cubicBezTo>
                    <a:pt x="5099" y="1893"/>
                    <a:pt x="5123" y="1886"/>
                    <a:pt x="5150" y="1886"/>
                  </a:cubicBezTo>
                  <a:cubicBezTo>
                    <a:pt x="5184" y="1886"/>
                    <a:pt x="5222" y="1899"/>
                    <a:pt x="5235" y="1944"/>
                  </a:cubicBezTo>
                  <a:cubicBezTo>
                    <a:pt x="5244" y="1977"/>
                    <a:pt x="5236" y="2013"/>
                    <a:pt x="5231" y="2033"/>
                  </a:cubicBezTo>
                  <a:lnTo>
                    <a:pt x="5068" y="2033"/>
                  </a:lnTo>
                  <a:close/>
                  <a:moveTo>
                    <a:pt x="5167" y="1988"/>
                  </a:moveTo>
                  <a:cubicBezTo>
                    <a:pt x="5170" y="1977"/>
                    <a:pt x="5178" y="1934"/>
                    <a:pt x="5137" y="1934"/>
                  </a:cubicBezTo>
                  <a:cubicBezTo>
                    <a:pt x="5105" y="1934"/>
                    <a:pt x="5087" y="1960"/>
                    <a:pt x="5080" y="1988"/>
                  </a:cubicBezTo>
                  <a:lnTo>
                    <a:pt x="5167" y="1988"/>
                  </a:lnTo>
                  <a:close/>
                  <a:moveTo>
                    <a:pt x="5353" y="1894"/>
                  </a:moveTo>
                  <a:cubicBezTo>
                    <a:pt x="5382" y="1973"/>
                    <a:pt x="5382" y="1973"/>
                    <a:pt x="5382" y="1973"/>
                  </a:cubicBezTo>
                  <a:cubicBezTo>
                    <a:pt x="5447" y="1894"/>
                    <a:pt x="5447" y="1894"/>
                    <a:pt x="5447" y="1894"/>
                  </a:cubicBezTo>
                  <a:cubicBezTo>
                    <a:pt x="5520" y="1894"/>
                    <a:pt x="5520" y="1894"/>
                    <a:pt x="5520" y="1894"/>
                  </a:cubicBezTo>
                  <a:cubicBezTo>
                    <a:pt x="5417" y="2012"/>
                    <a:pt x="5417" y="2012"/>
                    <a:pt x="5417" y="2012"/>
                  </a:cubicBezTo>
                  <a:cubicBezTo>
                    <a:pt x="5471" y="2136"/>
                    <a:pt x="5471" y="2136"/>
                    <a:pt x="5471" y="2136"/>
                  </a:cubicBezTo>
                  <a:cubicBezTo>
                    <a:pt x="5388" y="2136"/>
                    <a:pt x="5388" y="2136"/>
                    <a:pt x="5388" y="2136"/>
                  </a:cubicBezTo>
                  <a:cubicBezTo>
                    <a:pt x="5357" y="2047"/>
                    <a:pt x="5357" y="2047"/>
                    <a:pt x="5357" y="2047"/>
                  </a:cubicBezTo>
                  <a:cubicBezTo>
                    <a:pt x="5289" y="2136"/>
                    <a:pt x="5289" y="2136"/>
                    <a:pt x="5289" y="2136"/>
                  </a:cubicBezTo>
                  <a:cubicBezTo>
                    <a:pt x="5214" y="2136"/>
                    <a:pt x="5214" y="2136"/>
                    <a:pt x="5214" y="2136"/>
                  </a:cubicBezTo>
                  <a:cubicBezTo>
                    <a:pt x="5323" y="2006"/>
                    <a:pt x="5323" y="2006"/>
                    <a:pt x="5323" y="2006"/>
                  </a:cubicBezTo>
                  <a:cubicBezTo>
                    <a:pt x="5269" y="1894"/>
                    <a:pt x="5269" y="1894"/>
                    <a:pt x="5269" y="1894"/>
                  </a:cubicBezTo>
                  <a:lnTo>
                    <a:pt x="5353" y="1894"/>
                  </a:lnTo>
                  <a:close/>
                  <a:moveTo>
                    <a:pt x="5553" y="1893"/>
                  </a:moveTo>
                  <a:cubicBezTo>
                    <a:pt x="5625" y="1893"/>
                    <a:pt x="5625" y="1893"/>
                    <a:pt x="5625" y="1893"/>
                  </a:cubicBezTo>
                  <a:cubicBezTo>
                    <a:pt x="5573" y="2136"/>
                    <a:pt x="5573" y="2136"/>
                    <a:pt x="5573" y="2136"/>
                  </a:cubicBezTo>
                  <a:cubicBezTo>
                    <a:pt x="5501" y="2136"/>
                    <a:pt x="5501" y="2136"/>
                    <a:pt x="5501" y="2136"/>
                  </a:cubicBezTo>
                  <a:lnTo>
                    <a:pt x="5553" y="1893"/>
                  </a:lnTo>
                  <a:close/>
                  <a:moveTo>
                    <a:pt x="5573" y="1790"/>
                  </a:moveTo>
                  <a:cubicBezTo>
                    <a:pt x="5648" y="1790"/>
                    <a:pt x="5648" y="1790"/>
                    <a:pt x="5648" y="1790"/>
                  </a:cubicBezTo>
                  <a:cubicBezTo>
                    <a:pt x="5636" y="1851"/>
                    <a:pt x="5636" y="1851"/>
                    <a:pt x="5636" y="1851"/>
                  </a:cubicBezTo>
                  <a:cubicBezTo>
                    <a:pt x="5560" y="1851"/>
                    <a:pt x="5560" y="1851"/>
                    <a:pt x="5560" y="1851"/>
                  </a:cubicBezTo>
                  <a:lnTo>
                    <a:pt x="5573" y="1790"/>
                  </a:lnTo>
                  <a:close/>
                  <a:moveTo>
                    <a:pt x="5775" y="2133"/>
                  </a:moveTo>
                  <a:cubicBezTo>
                    <a:pt x="5752" y="2139"/>
                    <a:pt x="5730" y="2141"/>
                    <a:pt x="5719" y="2141"/>
                  </a:cubicBezTo>
                  <a:cubicBezTo>
                    <a:pt x="5647" y="2141"/>
                    <a:pt x="5657" y="2095"/>
                    <a:pt x="5662" y="2075"/>
                  </a:cubicBezTo>
                  <a:cubicBezTo>
                    <a:pt x="5689" y="1942"/>
                    <a:pt x="5689" y="1942"/>
                    <a:pt x="5689" y="1942"/>
                  </a:cubicBezTo>
                  <a:cubicBezTo>
                    <a:pt x="5643" y="1942"/>
                    <a:pt x="5643" y="1942"/>
                    <a:pt x="5643" y="1942"/>
                  </a:cubicBezTo>
                  <a:cubicBezTo>
                    <a:pt x="5653" y="1895"/>
                    <a:pt x="5653" y="1895"/>
                    <a:pt x="5653" y="1895"/>
                  </a:cubicBezTo>
                  <a:cubicBezTo>
                    <a:pt x="5700" y="1895"/>
                    <a:pt x="5700" y="1895"/>
                    <a:pt x="5700" y="1895"/>
                  </a:cubicBezTo>
                  <a:cubicBezTo>
                    <a:pt x="5710" y="1848"/>
                    <a:pt x="5710" y="1848"/>
                    <a:pt x="5710" y="1848"/>
                  </a:cubicBezTo>
                  <a:cubicBezTo>
                    <a:pt x="5786" y="1822"/>
                    <a:pt x="5786" y="1822"/>
                    <a:pt x="5786" y="1822"/>
                  </a:cubicBezTo>
                  <a:cubicBezTo>
                    <a:pt x="5770" y="1895"/>
                    <a:pt x="5770" y="1895"/>
                    <a:pt x="5770" y="1895"/>
                  </a:cubicBezTo>
                  <a:cubicBezTo>
                    <a:pt x="5828" y="1895"/>
                    <a:pt x="5828" y="1895"/>
                    <a:pt x="5828" y="1895"/>
                  </a:cubicBezTo>
                  <a:cubicBezTo>
                    <a:pt x="5818" y="1942"/>
                    <a:pt x="5818" y="1942"/>
                    <a:pt x="5818" y="1942"/>
                  </a:cubicBezTo>
                  <a:cubicBezTo>
                    <a:pt x="5760" y="1942"/>
                    <a:pt x="5760" y="1942"/>
                    <a:pt x="5760" y="1942"/>
                  </a:cubicBezTo>
                  <a:cubicBezTo>
                    <a:pt x="5736" y="2052"/>
                    <a:pt x="5736" y="2052"/>
                    <a:pt x="5736" y="2052"/>
                  </a:cubicBezTo>
                  <a:cubicBezTo>
                    <a:pt x="5733" y="2074"/>
                    <a:pt x="5729" y="2088"/>
                    <a:pt x="5761" y="2088"/>
                  </a:cubicBezTo>
                  <a:cubicBezTo>
                    <a:pt x="5772" y="2088"/>
                    <a:pt x="5777" y="2087"/>
                    <a:pt x="5786" y="2086"/>
                  </a:cubicBezTo>
                  <a:lnTo>
                    <a:pt x="5775" y="2133"/>
                  </a:lnTo>
                  <a:close/>
                  <a:moveTo>
                    <a:pt x="5921" y="1894"/>
                  </a:moveTo>
                  <a:cubicBezTo>
                    <a:pt x="5939" y="2062"/>
                    <a:pt x="5939" y="2062"/>
                    <a:pt x="5939" y="2062"/>
                  </a:cubicBezTo>
                  <a:cubicBezTo>
                    <a:pt x="6028" y="1894"/>
                    <a:pt x="6028" y="1894"/>
                    <a:pt x="6028" y="1894"/>
                  </a:cubicBezTo>
                  <a:cubicBezTo>
                    <a:pt x="6099" y="1894"/>
                    <a:pt x="6099" y="1894"/>
                    <a:pt x="6099" y="1894"/>
                  </a:cubicBezTo>
                  <a:cubicBezTo>
                    <a:pt x="5957" y="2132"/>
                    <a:pt x="5957" y="2132"/>
                    <a:pt x="5957" y="2132"/>
                  </a:cubicBezTo>
                  <a:cubicBezTo>
                    <a:pt x="5907" y="2229"/>
                    <a:pt x="5907" y="2229"/>
                    <a:pt x="5907" y="2229"/>
                  </a:cubicBezTo>
                  <a:cubicBezTo>
                    <a:pt x="5835" y="2229"/>
                    <a:pt x="5835" y="2229"/>
                    <a:pt x="5835" y="2229"/>
                  </a:cubicBezTo>
                  <a:cubicBezTo>
                    <a:pt x="5886" y="2137"/>
                    <a:pt x="5886" y="2137"/>
                    <a:pt x="5886" y="2137"/>
                  </a:cubicBezTo>
                  <a:cubicBezTo>
                    <a:pt x="5844" y="1894"/>
                    <a:pt x="5844" y="1894"/>
                    <a:pt x="5844" y="1894"/>
                  </a:cubicBezTo>
                  <a:lnTo>
                    <a:pt x="5921" y="1894"/>
                  </a:ln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sp>
          <p:nvSpPr>
            <p:cNvPr id="19" name="Freeform 15"/>
            <p:cNvSpPr>
              <a:spLocks noEditPoints="1"/>
            </p:cNvSpPr>
            <p:nvPr userDrawn="1"/>
          </p:nvSpPr>
          <p:spPr bwMode="auto">
            <a:xfrm>
              <a:off x="-2592388" y="0"/>
              <a:ext cx="2592388" cy="1530350"/>
            </a:xfrm>
            <a:custGeom>
              <a:avLst/>
              <a:gdLst/>
              <a:ahLst/>
              <a:cxnLst>
                <a:cxn ang="0">
                  <a:pos x="176" y="248"/>
                </a:cxn>
                <a:cxn ang="0">
                  <a:pos x="0" y="248"/>
                </a:cxn>
                <a:cxn ang="0">
                  <a:pos x="0" y="0"/>
                </a:cxn>
                <a:cxn ang="0">
                  <a:pos x="176" y="0"/>
                </a:cxn>
                <a:cxn ang="0">
                  <a:pos x="176" y="248"/>
                </a:cxn>
                <a:cxn ang="0">
                  <a:pos x="176" y="716"/>
                </a:cxn>
                <a:cxn ang="0">
                  <a:pos x="0" y="716"/>
                </a:cxn>
                <a:cxn ang="0">
                  <a:pos x="0" y="964"/>
                </a:cxn>
                <a:cxn ang="0">
                  <a:pos x="176" y="964"/>
                </a:cxn>
                <a:cxn ang="0">
                  <a:pos x="176" y="716"/>
                </a:cxn>
                <a:cxn ang="0">
                  <a:pos x="1633" y="0"/>
                </a:cxn>
                <a:cxn ang="0">
                  <a:pos x="1457" y="0"/>
                </a:cxn>
                <a:cxn ang="0">
                  <a:pos x="1457" y="248"/>
                </a:cxn>
                <a:cxn ang="0">
                  <a:pos x="1633" y="248"/>
                </a:cxn>
                <a:cxn ang="0">
                  <a:pos x="1633" y="0"/>
                </a:cxn>
                <a:cxn ang="0">
                  <a:pos x="1633" y="716"/>
                </a:cxn>
                <a:cxn ang="0">
                  <a:pos x="1457" y="716"/>
                </a:cxn>
                <a:cxn ang="0">
                  <a:pos x="1457" y="964"/>
                </a:cxn>
                <a:cxn ang="0">
                  <a:pos x="1633" y="964"/>
                </a:cxn>
                <a:cxn ang="0">
                  <a:pos x="1633" y="716"/>
                </a:cxn>
              </a:cxnLst>
              <a:rect l="0" t="0" r="r" b="b"/>
              <a:pathLst>
                <a:path w="1633" h="964">
                  <a:moveTo>
                    <a:pt x="176" y="248"/>
                  </a:moveTo>
                  <a:lnTo>
                    <a:pt x="0" y="248"/>
                  </a:lnTo>
                  <a:lnTo>
                    <a:pt x="0" y="0"/>
                  </a:lnTo>
                  <a:lnTo>
                    <a:pt x="176" y="0"/>
                  </a:lnTo>
                  <a:lnTo>
                    <a:pt x="176" y="248"/>
                  </a:lnTo>
                  <a:close/>
                  <a:moveTo>
                    <a:pt x="176" y="716"/>
                  </a:moveTo>
                  <a:lnTo>
                    <a:pt x="0" y="716"/>
                  </a:lnTo>
                  <a:lnTo>
                    <a:pt x="0" y="964"/>
                  </a:lnTo>
                  <a:lnTo>
                    <a:pt x="176" y="964"/>
                  </a:lnTo>
                  <a:lnTo>
                    <a:pt x="176" y="716"/>
                  </a:lnTo>
                  <a:close/>
                  <a:moveTo>
                    <a:pt x="1633" y="0"/>
                  </a:moveTo>
                  <a:lnTo>
                    <a:pt x="1457" y="0"/>
                  </a:lnTo>
                  <a:lnTo>
                    <a:pt x="1457" y="248"/>
                  </a:lnTo>
                  <a:lnTo>
                    <a:pt x="1633" y="248"/>
                  </a:lnTo>
                  <a:lnTo>
                    <a:pt x="1633" y="0"/>
                  </a:lnTo>
                  <a:close/>
                  <a:moveTo>
                    <a:pt x="1633" y="716"/>
                  </a:moveTo>
                  <a:lnTo>
                    <a:pt x="1457" y="716"/>
                  </a:lnTo>
                  <a:lnTo>
                    <a:pt x="1457" y="964"/>
                  </a:lnTo>
                  <a:lnTo>
                    <a:pt x="1633" y="964"/>
                  </a:lnTo>
                  <a:lnTo>
                    <a:pt x="1633" y="716"/>
                  </a:ln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grpSp>
    </p:spTree>
    <p:extLst>
      <p:ext uri="{BB962C8B-B14F-4D97-AF65-F5344CB8AC3E}">
        <p14:creationId xmlns:p14="http://schemas.microsoft.com/office/powerpoint/2010/main" val="39433860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5" name="Title 14"/>
          <p:cNvSpPr>
            <a:spLocks noGrp="1"/>
          </p:cNvSpPr>
          <p:nvPr>
            <p:ph type="title"/>
          </p:nvPr>
        </p:nvSpPr>
        <p:spPr bwMode="gray"/>
        <p:txBody>
          <a:bodyPr/>
          <a:lstStyle/>
          <a:p>
            <a:pPr lvl="0"/>
            <a:r>
              <a:rPr lang="en-US" dirty="0"/>
              <a:t>Click to edit Master title style</a:t>
            </a:r>
            <a:endParaRPr lang="en-GB" dirty="0"/>
          </a:p>
        </p:txBody>
      </p:sp>
      <p:sp>
        <p:nvSpPr>
          <p:cNvPr id="6" name="Text Placeholder 5"/>
          <p:cNvSpPr>
            <a:spLocks noGrp="1"/>
          </p:cNvSpPr>
          <p:nvPr>
            <p:ph type="body" sz="quarter" idx="10"/>
          </p:nvPr>
        </p:nvSpPr>
        <p:spPr bwMode="gray">
          <a:xfrm>
            <a:off x="2411413" y="1124745"/>
            <a:ext cx="4249166" cy="4968552"/>
          </a:xfrm>
        </p:spPr>
        <p:txBody>
          <a:bodyPr anchor="t" anchorCtr="1"/>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5112984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dirty="0"/>
              <a:t>Click to edit Master title style</a:t>
            </a:r>
            <a:endParaRPr lang="en-GB" dirty="0"/>
          </a:p>
        </p:txBody>
      </p:sp>
    </p:spTree>
    <p:extLst>
      <p:ext uri="{BB962C8B-B14F-4D97-AF65-F5344CB8AC3E}">
        <p14:creationId xmlns:p14="http://schemas.microsoft.com/office/powerpoint/2010/main" val="11895131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sp>
        <p:nvSpPr>
          <p:cNvPr id="15" name="Title 14"/>
          <p:cNvSpPr>
            <a:spLocks noGrp="1"/>
          </p:cNvSpPr>
          <p:nvPr>
            <p:ph type="title"/>
          </p:nvPr>
        </p:nvSpPr>
        <p:spPr bwMode="gray"/>
        <p:txBody>
          <a:bodyPr/>
          <a:lstStyle/>
          <a:p>
            <a:pPr lvl="0"/>
            <a:r>
              <a:rPr lang="en-US" dirty="0"/>
              <a:t>Click to edit Master title style</a:t>
            </a:r>
            <a:endParaRPr lang="en-GB" dirty="0"/>
          </a:p>
        </p:txBody>
      </p:sp>
      <p:sp>
        <p:nvSpPr>
          <p:cNvPr id="6" name="Text Placeholder 5"/>
          <p:cNvSpPr>
            <a:spLocks noGrp="1"/>
          </p:cNvSpPr>
          <p:nvPr>
            <p:ph type="body" sz="quarter" idx="10"/>
          </p:nvPr>
        </p:nvSpPr>
        <p:spPr bwMode="gray"/>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7801048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Two Text">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dirty="0"/>
              <a:t>Click to edit Master title style</a:t>
            </a:r>
            <a:endParaRPr lang="en-GB" dirty="0"/>
          </a:p>
        </p:txBody>
      </p:sp>
      <p:sp>
        <p:nvSpPr>
          <p:cNvPr id="8" name="Text Placeholder 4"/>
          <p:cNvSpPr>
            <a:spLocks noGrp="1"/>
          </p:cNvSpPr>
          <p:nvPr>
            <p:ph type="body" sz="quarter" idx="10"/>
          </p:nvPr>
        </p:nvSpPr>
        <p:spPr bwMode="gray">
          <a:xfrm>
            <a:off x="179512" y="1124745"/>
            <a:ext cx="4248026" cy="4968552"/>
          </a:xfrm>
        </p:spPr>
        <p:txBody>
          <a:bodyPr/>
          <a:lstStyle>
            <a:lvl3pPr marL="273050" indent="-273050">
              <a:defRPr/>
            </a:lvl3pPr>
            <a:lvl4pPr marL="536575" indent="-263525">
              <a:defRPr/>
            </a:lvl4pPr>
            <a:lvl5pPr marL="809625" indent="-271463">
              <a:defRPr/>
            </a:lvl5pPr>
            <a:lvl6pPr marL="1071563" indent="-265113">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9" name="Text Placeholder 4"/>
          <p:cNvSpPr>
            <a:spLocks noGrp="1"/>
          </p:cNvSpPr>
          <p:nvPr>
            <p:ph type="body" sz="quarter" idx="11"/>
          </p:nvPr>
        </p:nvSpPr>
        <p:spPr bwMode="gray">
          <a:xfrm>
            <a:off x="4645149" y="1124745"/>
            <a:ext cx="4248026" cy="4968552"/>
          </a:xfrm>
        </p:spPr>
        <p:txBody>
          <a:bodyPr/>
          <a:lstStyle>
            <a:lvl3pPr marL="273050" indent="-273050">
              <a:defRPr/>
            </a:lvl3pPr>
            <a:lvl4pPr marL="536575" indent="-263525">
              <a:defRPr/>
            </a:lvl4pPr>
            <a:lvl5pPr marL="809625" indent="-271463">
              <a:defRPr/>
            </a:lvl5pPr>
            <a:lvl6pPr marL="1071563" indent="-265113" defTabSz="1071563">
              <a:tabLst/>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Tree>
    <p:extLst>
      <p:ext uri="{BB962C8B-B14F-4D97-AF65-F5344CB8AC3E}">
        <p14:creationId xmlns:p14="http://schemas.microsoft.com/office/powerpoint/2010/main" val="419782552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and Four Text">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endParaRPr lang="en-GB"/>
          </a:p>
        </p:txBody>
      </p:sp>
      <p:sp>
        <p:nvSpPr>
          <p:cNvPr id="10" name="Text Placeholder 9"/>
          <p:cNvSpPr>
            <a:spLocks noGrp="1"/>
          </p:cNvSpPr>
          <p:nvPr>
            <p:ph type="body" sz="quarter" idx="10"/>
          </p:nvPr>
        </p:nvSpPr>
        <p:spPr bwMode="gray">
          <a:xfrm>
            <a:off x="179388" y="1125538"/>
            <a:ext cx="4248150" cy="2374900"/>
          </a:xfrm>
        </p:spPr>
        <p:txBody>
          <a:bodyPr/>
          <a:lstStyle>
            <a:lvl5pPr>
              <a:defRPr/>
            </a:lvl5pPr>
            <a:lvl6pPr>
              <a:defRPr baseline="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endParaRPr lang="en-GB" dirty="0"/>
          </a:p>
        </p:txBody>
      </p:sp>
      <p:sp>
        <p:nvSpPr>
          <p:cNvPr id="12" name="Text Placeholder 11"/>
          <p:cNvSpPr>
            <a:spLocks noGrp="1"/>
          </p:cNvSpPr>
          <p:nvPr>
            <p:ph type="body" sz="quarter" idx="11"/>
          </p:nvPr>
        </p:nvSpPr>
        <p:spPr bwMode="gray">
          <a:xfrm>
            <a:off x="4643438" y="1125538"/>
            <a:ext cx="4249737" cy="2374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p:cNvSpPr>
            <a:spLocks noGrp="1"/>
          </p:cNvSpPr>
          <p:nvPr>
            <p:ph type="body" sz="quarter" idx="12"/>
          </p:nvPr>
        </p:nvSpPr>
        <p:spPr bwMode="gray">
          <a:xfrm>
            <a:off x="179388" y="3716338"/>
            <a:ext cx="4248150" cy="2376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5"/>
          <p:cNvSpPr>
            <a:spLocks noGrp="1"/>
          </p:cNvSpPr>
          <p:nvPr>
            <p:ph type="body" sz="quarter" idx="13"/>
          </p:nvPr>
        </p:nvSpPr>
        <p:spPr bwMode="gray">
          <a:xfrm>
            <a:off x="4643438" y="3716338"/>
            <a:ext cx="4249737" cy="2376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8367272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e Chart One Text">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endParaRPr lang="en-GB"/>
          </a:p>
        </p:txBody>
      </p:sp>
      <p:sp>
        <p:nvSpPr>
          <p:cNvPr id="9" name="Text Placeholder 4"/>
          <p:cNvSpPr>
            <a:spLocks noGrp="1"/>
          </p:cNvSpPr>
          <p:nvPr>
            <p:ph type="body" sz="quarter" idx="11"/>
          </p:nvPr>
        </p:nvSpPr>
        <p:spPr bwMode="gray">
          <a:xfrm>
            <a:off x="4645149" y="1124745"/>
            <a:ext cx="4248026" cy="4968552"/>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6" name="Chart Placeholder 5"/>
          <p:cNvSpPr>
            <a:spLocks noGrp="1"/>
          </p:cNvSpPr>
          <p:nvPr>
            <p:ph type="chart" sz="quarter" idx="12"/>
          </p:nvPr>
        </p:nvSpPr>
        <p:spPr bwMode="gray">
          <a:xfrm>
            <a:off x="179388" y="1125538"/>
            <a:ext cx="4248150" cy="4967287"/>
          </a:xfrm>
        </p:spPr>
        <p:txBody>
          <a:bodyPr anchor="ctr"/>
          <a:lstStyle>
            <a:lvl1pPr algn="ctr">
              <a:defRPr/>
            </a:lvl1pPr>
          </a:lstStyle>
          <a:p>
            <a:endParaRPr lang="en-GB" dirty="0"/>
          </a:p>
        </p:txBody>
      </p:sp>
    </p:spTree>
    <p:extLst>
      <p:ext uri="{BB962C8B-B14F-4D97-AF65-F5344CB8AC3E}">
        <p14:creationId xmlns:p14="http://schemas.microsoft.com/office/powerpoint/2010/main" val="23791197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ne Table One Text">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endParaRPr lang="en-GB"/>
          </a:p>
        </p:txBody>
      </p:sp>
      <p:sp>
        <p:nvSpPr>
          <p:cNvPr id="9" name="Text Placeholder 4"/>
          <p:cNvSpPr>
            <a:spLocks noGrp="1"/>
          </p:cNvSpPr>
          <p:nvPr>
            <p:ph type="body" sz="quarter" idx="11"/>
          </p:nvPr>
        </p:nvSpPr>
        <p:spPr bwMode="gray">
          <a:xfrm>
            <a:off x="4645149" y="1124745"/>
            <a:ext cx="4248026" cy="4968552"/>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7" name="Table Placeholder 6"/>
          <p:cNvSpPr>
            <a:spLocks noGrp="1"/>
          </p:cNvSpPr>
          <p:nvPr>
            <p:ph type="tbl" sz="quarter" idx="12"/>
          </p:nvPr>
        </p:nvSpPr>
        <p:spPr bwMode="gray">
          <a:xfrm>
            <a:off x="179388" y="1125538"/>
            <a:ext cx="4248150" cy="4967287"/>
          </a:xfrm>
        </p:spPr>
        <p:txBody>
          <a:bodyPr anchor="ctr"/>
          <a:lstStyle>
            <a:lvl1pPr algn="ctr">
              <a:defRPr/>
            </a:lvl1pPr>
          </a:lstStyle>
          <a:p>
            <a:endParaRPr lang="en-GB" dirty="0"/>
          </a:p>
        </p:txBody>
      </p:sp>
    </p:spTree>
    <p:extLst>
      <p:ext uri="{BB962C8B-B14F-4D97-AF65-F5344CB8AC3E}">
        <p14:creationId xmlns:p14="http://schemas.microsoft.com/office/powerpoint/2010/main" val="32969695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and Two Rows Text">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endParaRPr lang="en-GB"/>
          </a:p>
        </p:txBody>
      </p:sp>
      <p:sp>
        <p:nvSpPr>
          <p:cNvPr id="6" name="Text Placeholder 4"/>
          <p:cNvSpPr>
            <a:spLocks noGrp="1"/>
          </p:cNvSpPr>
          <p:nvPr>
            <p:ph type="body" sz="quarter" idx="10"/>
          </p:nvPr>
        </p:nvSpPr>
        <p:spPr bwMode="gray">
          <a:xfrm>
            <a:off x="179512" y="1124745"/>
            <a:ext cx="8712968" cy="2375693"/>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7" name="Text Placeholder 4"/>
          <p:cNvSpPr>
            <a:spLocks noGrp="1"/>
          </p:cNvSpPr>
          <p:nvPr>
            <p:ph type="body" sz="quarter" idx="11"/>
          </p:nvPr>
        </p:nvSpPr>
        <p:spPr bwMode="gray">
          <a:xfrm>
            <a:off x="179512" y="3717132"/>
            <a:ext cx="8712968" cy="2375693"/>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Tree>
    <p:extLst>
      <p:ext uri="{BB962C8B-B14F-4D97-AF65-F5344CB8AC3E}">
        <p14:creationId xmlns:p14="http://schemas.microsoft.com/office/powerpoint/2010/main" val="21377971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and One Chart One Row Text">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t>Click to edit Master title style</a:t>
            </a:r>
            <a:endParaRPr lang="en-GB"/>
          </a:p>
        </p:txBody>
      </p:sp>
      <p:sp>
        <p:nvSpPr>
          <p:cNvPr id="7" name="Text Placeholder 4"/>
          <p:cNvSpPr>
            <a:spLocks noGrp="1"/>
          </p:cNvSpPr>
          <p:nvPr>
            <p:ph type="body" sz="quarter" idx="11"/>
          </p:nvPr>
        </p:nvSpPr>
        <p:spPr bwMode="gray">
          <a:xfrm>
            <a:off x="179512" y="3717132"/>
            <a:ext cx="8712968" cy="2375693"/>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8" name="Chart Placeholder 7"/>
          <p:cNvSpPr>
            <a:spLocks noGrp="1"/>
          </p:cNvSpPr>
          <p:nvPr>
            <p:ph type="chart" sz="quarter" idx="12"/>
          </p:nvPr>
        </p:nvSpPr>
        <p:spPr bwMode="gray">
          <a:xfrm>
            <a:off x="179388" y="1125538"/>
            <a:ext cx="8713787" cy="2374900"/>
          </a:xfrm>
        </p:spPr>
        <p:txBody>
          <a:bodyPr anchor="ctr"/>
          <a:lstStyle>
            <a:lvl1pPr algn="ctr">
              <a:defRPr/>
            </a:lvl1pPr>
          </a:lstStyle>
          <a:p>
            <a:endParaRPr lang="en-GB" dirty="0"/>
          </a:p>
        </p:txBody>
      </p:sp>
    </p:spTree>
    <p:extLst>
      <p:ext uri="{BB962C8B-B14F-4D97-AF65-F5344CB8AC3E}">
        <p14:creationId xmlns:p14="http://schemas.microsoft.com/office/powerpoint/2010/main" val="371348682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lank">
    <p:bg bwMode="gray">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854084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Four Chevrons">
    <p:spTree>
      <p:nvGrpSpPr>
        <p:cNvPr id="1" name=""/>
        <p:cNvGrpSpPr/>
        <p:nvPr/>
      </p:nvGrpSpPr>
      <p:grpSpPr>
        <a:xfrm>
          <a:off x="0" y="0"/>
          <a:ext cx="0" cy="0"/>
          <a:chOff x="0" y="0"/>
          <a:chExt cx="0" cy="0"/>
        </a:xfrm>
      </p:grpSpPr>
      <p:sp>
        <p:nvSpPr>
          <p:cNvPr id="11" name="Text Placeholder 20"/>
          <p:cNvSpPr>
            <a:spLocks noGrp="1"/>
          </p:cNvSpPr>
          <p:nvPr>
            <p:ph type="body" sz="quarter" idx="27"/>
          </p:nvPr>
        </p:nvSpPr>
        <p:spPr bwMode="gray">
          <a:xfrm>
            <a:off x="2411413" y="1125538"/>
            <a:ext cx="2016125"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14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12" name="Text Placeholder 20"/>
          <p:cNvSpPr>
            <a:spLocks noGrp="1"/>
          </p:cNvSpPr>
          <p:nvPr>
            <p:ph type="body" sz="quarter" idx="26"/>
          </p:nvPr>
        </p:nvSpPr>
        <p:spPr bwMode="gray">
          <a:xfrm>
            <a:off x="179388" y="1125538"/>
            <a:ext cx="2016125" cy="576411"/>
          </a:xfrm>
          <a:prstGeom prst="homePlate">
            <a:avLst>
              <a:gd name="adj" fmla="val 34577"/>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14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13" name="Text Placeholder 20"/>
          <p:cNvSpPr>
            <a:spLocks noGrp="1"/>
          </p:cNvSpPr>
          <p:nvPr>
            <p:ph type="body" sz="quarter" idx="28"/>
          </p:nvPr>
        </p:nvSpPr>
        <p:spPr bwMode="gray">
          <a:xfrm>
            <a:off x="4643438" y="1125538"/>
            <a:ext cx="2016125"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14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14" name="Text Placeholder 20"/>
          <p:cNvSpPr>
            <a:spLocks noGrp="1"/>
          </p:cNvSpPr>
          <p:nvPr>
            <p:ph type="body" sz="quarter" idx="29"/>
          </p:nvPr>
        </p:nvSpPr>
        <p:spPr bwMode="gray">
          <a:xfrm>
            <a:off x="6877049" y="1125538"/>
            <a:ext cx="2016125"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14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6" name="Title 5"/>
          <p:cNvSpPr>
            <a:spLocks noGrp="1"/>
          </p:cNvSpPr>
          <p:nvPr>
            <p:ph type="title"/>
          </p:nvPr>
        </p:nvSpPr>
        <p:spPr bwMode="gray"/>
        <p:txBody>
          <a:bodyPr/>
          <a:lstStyle/>
          <a:p>
            <a:pPr lvl="0"/>
            <a:r>
              <a:rPr lang="en-US" dirty="0"/>
              <a:t>Click to edit Master title style</a:t>
            </a:r>
            <a:endParaRPr lang="en-GB" dirty="0"/>
          </a:p>
        </p:txBody>
      </p:sp>
      <p:sp>
        <p:nvSpPr>
          <p:cNvPr id="30" name="Text Placeholder 29"/>
          <p:cNvSpPr>
            <a:spLocks noGrp="1"/>
          </p:cNvSpPr>
          <p:nvPr>
            <p:ph type="body" sz="quarter" idx="13"/>
          </p:nvPr>
        </p:nvSpPr>
        <p:spPr bwMode="gray">
          <a:xfrm>
            <a:off x="179388" y="1916113"/>
            <a:ext cx="2016125" cy="41767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31" name="Text Placeholder 29"/>
          <p:cNvSpPr>
            <a:spLocks noGrp="1"/>
          </p:cNvSpPr>
          <p:nvPr>
            <p:ph type="body" sz="quarter" idx="14"/>
          </p:nvPr>
        </p:nvSpPr>
        <p:spPr bwMode="gray">
          <a:xfrm>
            <a:off x="2417276" y="1916113"/>
            <a:ext cx="2016125" cy="41767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32" name="Text Placeholder 29"/>
          <p:cNvSpPr>
            <a:spLocks noGrp="1"/>
          </p:cNvSpPr>
          <p:nvPr>
            <p:ph type="body" sz="quarter" idx="15"/>
          </p:nvPr>
        </p:nvSpPr>
        <p:spPr bwMode="gray">
          <a:xfrm>
            <a:off x="4609491" y="1916113"/>
            <a:ext cx="2016125" cy="41767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33" name="Text Placeholder 29"/>
          <p:cNvSpPr>
            <a:spLocks noGrp="1"/>
          </p:cNvSpPr>
          <p:nvPr>
            <p:ph type="body" sz="quarter" idx="16"/>
          </p:nvPr>
        </p:nvSpPr>
        <p:spPr bwMode="gray">
          <a:xfrm>
            <a:off x="6877050" y="1916113"/>
            <a:ext cx="2016125" cy="41767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406892165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and Five Chevrons">
    <p:spTree>
      <p:nvGrpSpPr>
        <p:cNvPr id="1" name=""/>
        <p:cNvGrpSpPr/>
        <p:nvPr/>
      </p:nvGrpSpPr>
      <p:grpSpPr>
        <a:xfrm>
          <a:off x="0" y="0"/>
          <a:ext cx="0" cy="0"/>
          <a:chOff x="0" y="0"/>
          <a:chExt cx="0" cy="0"/>
        </a:xfrm>
      </p:grpSpPr>
      <p:sp>
        <p:nvSpPr>
          <p:cNvPr id="6" name="Title 5"/>
          <p:cNvSpPr>
            <a:spLocks noGrp="1"/>
          </p:cNvSpPr>
          <p:nvPr>
            <p:ph type="title"/>
          </p:nvPr>
        </p:nvSpPr>
        <p:spPr bwMode="gray"/>
        <p:txBody>
          <a:bodyPr/>
          <a:lstStyle/>
          <a:p>
            <a:r>
              <a:rPr lang="en-US" dirty="0"/>
              <a:t>Click to edit Master title style</a:t>
            </a:r>
            <a:endParaRPr lang="en-GB" dirty="0"/>
          </a:p>
        </p:txBody>
      </p:sp>
      <p:sp>
        <p:nvSpPr>
          <p:cNvPr id="26" name="Text Placeholder 29"/>
          <p:cNvSpPr>
            <a:spLocks noGrp="1"/>
          </p:cNvSpPr>
          <p:nvPr>
            <p:ph type="body" sz="quarter" idx="13"/>
          </p:nvPr>
        </p:nvSpPr>
        <p:spPr bwMode="gray">
          <a:xfrm>
            <a:off x="179388" y="1916113"/>
            <a:ext cx="1595575" cy="4176712"/>
          </a:xfrm>
        </p:spPr>
        <p:txBody>
          <a:bodyPr>
            <a:normAutofit/>
          </a:bodyPr>
          <a:lstStyle>
            <a:lvl1pPr>
              <a:defRPr sz="1400"/>
            </a:lvl1pPr>
            <a:lvl2pPr>
              <a:defRPr sz="1400"/>
            </a:lvl2pPr>
            <a:lvl3pPr>
              <a:defRPr sz="1400"/>
            </a:lvl3pPr>
            <a:lvl4pPr>
              <a:defRPr sz="1400"/>
            </a:lvl4pPr>
            <a:lvl5pPr>
              <a:defRPr sz="1400"/>
            </a:lvl5pPr>
            <a:lvl6pPr>
              <a:defRPr sz="140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7" name="Text Placeholder 29"/>
          <p:cNvSpPr>
            <a:spLocks noGrp="1"/>
          </p:cNvSpPr>
          <p:nvPr>
            <p:ph type="body" sz="quarter" idx="14"/>
          </p:nvPr>
        </p:nvSpPr>
        <p:spPr bwMode="gray">
          <a:xfrm>
            <a:off x="1958941" y="1916113"/>
            <a:ext cx="1595575" cy="4176712"/>
          </a:xfrm>
        </p:spPr>
        <p:txBody>
          <a:bodyPr>
            <a:normAutofit/>
          </a:bodyPr>
          <a:lstStyle>
            <a:lvl1pPr>
              <a:defRPr sz="1400"/>
            </a:lvl1pPr>
            <a:lvl2pPr>
              <a:defRPr sz="1400"/>
            </a:lvl2pPr>
            <a:lvl3pPr>
              <a:defRPr sz="1400"/>
            </a:lvl3pPr>
            <a:lvl4pPr>
              <a:defRPr sz="1400"/>
            </a:lvl4pPr>
            <a:lvl5pPr>
              <a:defRPr sz="1400"/>
            </a:lvl5pPr>
            <a:lvl6pPr>
              <a:defRPr sz="140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8" name="Text Placeholder 29"/>
          <p:cNvSpPr>
            <a:spLocks noGrp="1"/>
          </p:cNvSpPr>
          <p:nvPr>
            <p:ph type="body" sz="quarter" idx="15"/>
          </p:nvPr>
        </p:nvSpPr>
        <p:spPr bwMode="gray">
          <a:xfrm>
            <a:off x="3738494" y="1916113"/>
            <a:ext cx="1595575" cy="4176712"/>
          </a:xfrm>
        </p:spPr>
        <p:txBody>
          <a:bodyPr>
            <a:normAutofit/>
          </a:bodyPr>
          <a:lstStyle>
            <a:lvl1pPr>
              <a:defRPr sz="1400"/>
            </a:lvl1pPr>
            <a:lvl2pPr>
              <a:defRPr sz="1400"/>
            </a:lvl2pPr>
            <a:lvl3pPr>
              <a:defRPr sz="1400"/>
            </a:lvl3pPr>
            <a:lvl4pPr>
              <a:defRPr sz="1400"/>
            </a:lvl4pPr>
            <a:lvl5pPr>
              <a:defRPr sz="1400"/>
            </a:lvl5pPr>
            <a:lvl6pPr>
              <a:defRPr sz="140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30" name="Text Placeholder 29"/>
          <p:cNvSpPr>
            <a:spLocks noGrp="1"/>
          </p:cNvSpPr>
          <p:nvPr>
            <p:ph type="body" sz="quarter" idx="16"/>
          </p:nvPr>
        </p:nvSpPr>
        <p:spPr bwMode="gray">
          <a:xfrm>
            <a:off x="5518047" y="1916113"/>
            <a:ext cx="1595575" cy="4176712"/>
          </a:xfrm>
        </p:spPr>
        <p:txBody>
          <a:bodyPr>
            <a:normAutofit/>
          </a:bodyPr>
          <a:lstStyle>
            <a:lvl1pPr>
              <a:defRPr sz="1400"/>
            </a:lvl1pPr>
            <a:lvl2pPr>
              <a:defRPr sz="1400"/>
            </a:lvl2pPr>
            <a:lvl3pPr>
              <a:defRPr sz="1400"/>
            </a:lvl3pPr>
            <a:lvl4pPr>
              <a:defRPr sz="1400"/>
            </a:lvl4pPr>
            <a:lvl5pPr>
              <a:defRPr sz="1400"/>
            </a:lvl5pPr>
            <a:lvl6pPr>
              <a:defRPr sz="140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37" name="Text Placeholder 29"/>
          <p:cNvSpPr>
            <a:spLocks noGrp="1"/>
          </p:cNvSpPr>
          <p:nvPr>
            <p:ph type="body" sz="quarter" idx="17"/>
          </p:nvPr>
        </p:nvSpPr>
        <p:spPr bwMode="gray">
          <a:xfrm>
            <a:off x="7297600" y="1916113"/>
            <a:ext cx="1595575" cy="4176712"/>
          </a:xfrm>
        </p:spPr>
        <p:txBody>
          <a:bodyPr>
            <a:normAutofit/>
          </a:bodyPr>
          <a:lstStyle>
            <a:lvl1pPr>
              <a:defRPr sz="1400"/>
            </a:lvl1pPr>
            <a:lvl2pPr>
              <a:defRPr sz="1400"/>
            </a:lvl2pPr>
            <a:lvl3pPr>
              <a:defRPr sz="1400"/>
            </a:lvl3pPr>
            <a:lvl4pPr>
              <a:defRPr sz="1400"/>
            </a:lvl4pPr>
            <a:lvl5pPr>
              <a:defRPr sz="1400"/>
            </a:lvl5pPr>
            <a:lvl6pPr>
              <a:defRPr sz="140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4" name="Text Placeholder 20"/>
          <p:cNvSpPr>
            <a:spLocks noGrp="1"/>
          </p:cNvSpPr>
          <p:nvPr>
            <p:ph type="body" sz="quarter" idx="27"/>
          </p:nvPr>
        </p:nvSpPr>
        <p:spPr bwMode="gray">
          <a:xfrm>
            <a:off x="1958941" y="1125538"/>
            <a:ext cx="1584300"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12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15" name="Text Placeholder 20"/>
          <p:cNvSpPr>
            <a:spLocks noGrp="1"/>
          </p:cNvSpPr>
          <p:nvPr>
            <p:ph type="body" sz="quarter" idx="26"/>
          </p:nvPr>
        </p:nvSpPr>
        <p:spPr bwMode="gray">
          <a:xfrm>
            <a:off x="179389" y="1125538"/>
            <a:ext cx="1584300" cy="576411"/>
          </a:xfrm>
          <a:prstGeom prst="homePlate">
            <a:avLst>
              <a:gd name="adj" fmla="val 34577"/>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12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16" name="Text Placeholder 20"/>
          <p:cNvSpPr>
            <a:spLocks noGrp="1"/>
          </p:cNvSpPr>
          <p:nvPr>
            <p:ph type="body" sz="quarter" idx="28"/>
          </p:nvPr>
        </p:nvSpPr>
        <p:spPr bwMode="gray">
          <a:xfrm>
            <a:off x="3738494" y="1125538"/>
            <a:ext cx="1584300"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12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17" name="Text Placeholder 20"/>
          <p:cNvSpPr>
            <a:spLocks noGrp="1"/>
          </p:cNvSpPr>
          <p:nvPr>
            <p:ph type="body" sz="quarter" idx="29"/>
          </p:nvPr>
        </p:nvSpPr>
        <p:spPr bwMode="gray">
          <a:xfrm>
            <a:off x="5518047" y="1125538"/>
            <a:ext cx="1584300"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12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19" name="Text Placeholder 20"/>
          <p:cNvSpPr>
            <a:spLocks noGrp="1"/>
          </p:cNvSpPr>
          <p:nvPr>
            <p:ph type="body" sz="quarter" idx="30"/>
          </p:nvPr>
        </p:nvSpPr>
        <p:spPr bwMode="gray">
          <a:xfrm>
            <a:off x="7297600" y="1125538"/>
            <a:ext cx="1584300" cy="576411"/>
          </a:xfrm>
          <a:prstGeom prst="chevron">
            <a:avLst>
              <a:gd name="adj" fmla="val 34136"/>
            </a:avLst>
          </a:prstGeom>
          <a:gradFill>
            <a:gsLst>
              <a:gs pos="0">
                <a:srgbClr val="80BEC9"/>
              </a:gs>
              <a:gs pos="100000">
                <a:srgbClr val="409DA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1">
            <a:noAutofit/>
          </a:bodyPr>
          <a:lstStyle>
            <a:lvl1pPr marL="0" algn="ctr" defTabSz="914400" rtl="0" eaLnBrk="1" latinLnBrk="0" hangingPunct="1">
              <a:defRPr lang="en-US" sz="1200" b="1" kern="1200" dirty="0" smtClean="0">
                <a:solidFill>
                  <a:schemeClr val="bg1"/>
                </a:solidFill>
                <a:latin typeface="+mn-lt"/>
                <a:ea typeface="+mn-ea"/>
                <a:cs typeface="+mn-cs"/>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Tree>
    <p:extLst>
      <p:ext uri="{BB962C8B-B14F-4D97-AF65-F5344CB8AC3E}">
        <p14:creationId xmlns:p14="http://schemas.microsoft.com/office/powerpoint/2010/main" val="625132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emands and drivers">
    <p:spTree>
      <p:nvGrpSpPr>
        <p:cNvPr id="1" name=""/>
        <p:cNvGrpSpPr/>
        <p:nvPr/>
      </p:nvGrpSpPr>
      <p:grpSpPr>
        <a:xfrm>
          <a:off x="0" y="0"/>
          <a:ext cx="0" cy="0"/>
          <a:chOff x="0" y="0"/>
          <a:chExt cx="0" cy="0"/>
        </a:xfrm>
      </p:grpSpPr>
      <p:sp>
        <p:nvSpPr>
          <p:cNvPr id="24" name="AutoShape 20"/>
          <p:cNvSpPr>
            <a:spLocks noChangeArrowheads="1"/>
          </p:cNvSpPr>
          <p:nvPr/>
        </p:nvSpPr>
        <p:spPr bwMode="gray">
          <a:xfrm rot="19080000" flipH="1">
            <a:off x="4691391" y="2387890"/>
            <a:ext cx="1497623" cy="381000"/>
          </a:xfrm>
          <a:prstGeom prst="rightArrow">
            <a:avLst>
              <a:gd name="adj1" fmla="val 63333"/>
              <a:gd name="adj2" fmla="val 49582"/>
            </a:avLst>
          </a:prstGeom>
          <a:gradFill rotWithShape="1">
            <a:gsLst>
              <a:gs pos="0">
                <a:srgbClr val="DCDDDD"/>
              </a:gs>
              <a:gs pos="100000">
                <a:srgbClr val="97989A"/>
              </a:gs>
            </a:gsLst>
            <a:lin ang="0" scaled="1"/>
          </a:gradFill>
          <a:ln w="6350" algn="ctr">
            <a:noFill/>
            <a:miter lim="800000"/>
            <a:headEnd/>
            <a:tailEnd/>
          </a:ln>
          <a:effectLst/>
        </p:spPr>
        <p:txBody>
          <a:bodyPr rot="10800000" wrap="none" anchor="ctr"/>
          <a:lstStyle/>
          <a:p>
            <a:endParaRPr lang="en-CA" dirty="0">
              <a:solidFill>
                <a:srgbClr val="000000"/>
              </a:solidFill>
            </a:endParaRPr>
          </a:p>
        </p:txBody>
      </p:sp>
      <p:sp>
        <p:nvSpPr>
          <p:cNvPr id="26" name="AutoShape 17"/>
          <p:cNvSpPr>
            <a:spLocks noChangeArrowheads="1"/>
          </p:cNvSpPr>
          <p:nvPr/>
        </p:nvSpPr>
        <p:spPr bwMode="gray">
          <a:xfrm rot="2520000" flipH="1">
            <a:off x="4691391" y="4431706"/>
            <a:ext cx="1497623" cy="381000"/>
          </a:xfrm>
          <a:prstGeom prst="rightArrow">
            <a:avLst>
              <a:gd name="adj1" fmla="val 63333"/>
              <a:gd name="adj2" fmla="val 49582"/>
            </a:avLst>
          </a:prstGeom>
          <a:gradFill rotWithShape="1">
            <a:gsLst>
              <a:gs pos="0">
                <a:srgbClr val="DCDDDD"/>
              </a:gs>
              <a:gs pos="100000">
                <a:srgbClr val="97989A"/>
              </a:gs>
            </a:gsLst>
            <a:lin ang="0" scaled="1"/>
          </a:gradFill>
          <a:ln w="6350" algn="ctr">
            <a:noFill/>
            <a:miter lim="800000"/>
            <a:headEnd/>
            <a:tailEnd/>
          </a:ln>
          <a:effectLst/>
        </p:spPr>
        <p:txBody>
          <a:bodyPr rot="10800000" wrap="none" anchor="ctr"/>
          <a:lstStyle/>
          <a:p>
            <a:endParaRPr lang="en-CA" dirty="0">
              <a:solidFill>
                <a:srgbClr val="000000"/>
              </a:solidFill>
            </a:endParaRPr>
          </a:p>
        </p:txBody>
      </p:sp>
      <p:sp>
        <p:nvSpPr>
          <p:cNvPr id="10" name="Title 9"/>
          <p:cNvSpPr>
            <a:spLocks noGrp="1"/>
          </p:cNvSpPr>
          <p:nvPr>
            <p:ph type="title"/>
          </p:nvPr>
        </p:nvSpPr>
        <p:spPr bwMode="gray"/>
        <p:txBody>
          <a:bodyPr/>
          <a:lstStyle/>
          <a:p>
            <a:r>
              <a:rPr lang="en-US"/>
              <a:t>Click to edit Master title style</a:t>
            </a:r>
            <a:endParaRPr lang="en-GB"/>
          </a:p>
        </p:txBody>
      </p:sp>
      <p:sp>
        <p:nvSpPr>
          <p:cNvPr id="22" name="AutoShape 20"/>
          <p:cNvSpPr>
            <a:spLocks noChangeArrowheads="1"/>
          </p:cNvSpPr>
          <p:nvPr/>
        </p:nvSpPr>
        <p:spPr bwMode="gray">
          <a:xfrm rot="2520000">
            <a:off x="2879158" y="2387890"/>
            <a:ext cx="1497623" cy="381000"/>
          </a:xfrm>
          <a:prstGeom prst="rightArrow">
            <a:avLst>
              <a:gd name="adj1" fmla="val 63333"/>
              <a:gd name="adj2" fmla="val 49582"/>
            </a:avLst>
          </a:prstGeom>
          <a:gradFill rotWithShape="1">
            <a:gsLst>
              <a:gs pos="0">
                <a:srgbClr val="DCDDDD"/>
              </a:gs>
              <a:gs pos="100000">
                <a:srgbClr val="97989A"/>
              </a:gs>
            </a:gsLst>
            <a:lin ang="0" scaled="1"/>
          </a:gradFill>
          <a:ln w="6350" algn="ctr">
            <a:noFill/>
            <a:miter lim="800000"/>
            <a:headEnd/>
            <a:tailEnd/>
          </a:ln>
          <a:effectLst/>
        </p:spPr>
        <p:txBody>
          <a:bodyPr rot="10800000" wrap="none" anchor="ctr"/>
          <a:lstStyle/>
          <a:p>
            <a:endParaRPr lang="en-CA" dirty="0">
              <a:solidFill>
                <a:srgbClr val="000000"/>
              </a:solidFill>
            </a:endParaRPr>
          </a:p>
        </p:txBody>
      </p:sp>
      <p:sp>
        <p:nvSpPr>
          <p:cNvPr id="23" name="AutoShape 17"/>
          <p:cNvSpPr>
            <a:spLocks noChangeArrowheads="1"/>
          </p:cNvSpPr>
          <p:nvPr/>
        </p:nvSpPr>
        <p:spPr bwMode="gray">
          <a:xfrm rot="19080000">
            <a:off x="2879158" y="4431706"/>
            <a:ext cx="1497623" cy="381000"/>
          </a:xfrm>
          <a:prstGeom prst="rightArrow">
            <a:avLst>
              <a:gd name="adj1" fmla="val 63333"/>
              <a:gd name="adj2" fmla="val 49582"/>
            </a:avLst>
          </a:prstGeom>
          <a:gradFill rotWithShape="1">
            <a:gsLst>
              <a:gs pos="0">
                <a:srgbClr val="DCDDDD"/>
              </a:gs>
              <a:gs pos="100000">
                <a:srgbClr val="97989A"/>
              </a:gs>
            </a:gsLst>
            <a:lin ang="0" scaled="1"/>
          </a:gradFill>
          <a:ln w="6350" algn="ctr">
            <a:noFill/>
            <a:miter lim="800000"/>
            <a:headEnd/>
            <a:tailEnd/>
          </a:ln>
          <a:effectLst/>
        </p:spPr>
        <p:txBody>
          <a:bodyPr rot="10800000" wrap="none" anchor="ctr"/>
          <a:lstStyle/>
          <a:p>
            <a:endParaRPr lang="en-CA" dirty="0">
              <a:solidFill>
                <a:srgbClr val="000000"/>
              </a:solidFill>
            </a:endParaRPr>
          </a:p>
        </p:txBody>
      </p:sp>
      <p:sp>
        <p:nvSpPr>
          <p:cNvPr id="25" name="Text Placeholder 10"/>
          <p:cNvSpPr>
            <a:spLocks noGrp="1"/>
          </p:cNvSpPr>
          <p:nvPr>
            <p:ph type="body" sz="quarter" idx="21"/>
          </p:nvPr>
        </p:nvSpPr>
        <p:spPr bwMode="gray">
          <a:xfrm>
            <a:off x="3822700" y="3187175"/>
            <a:ext cx="1441714" cy="821280"/>
          </a:xfrm>
          <a:prstGeom prst="ellipse">
            <a:avLst/>
          </a:prstGeom>
          <a:solidFill>
            <a:srgbClr val="AA5CAA"/>
          </a:solidFill>
          <a:ln>
            <a:noFill/>
          </a:ln>
        </p:spPr>
        <p:txBody>
          <a:bodyPr lIns="54000" tIns="54000" rIns="54000" bIns="54000" anchor="ctr" anchorCtr="1"/>
          <a:lstStyle>
            <a:lvl1pPr algn="ctr">
              <a:defRPr>
                <a:solidFill>
                  <a:schemeClr val="bg1"/>
                </a:solidFill>
              </a:defRPr>
            </a:lvl1pPr>
          </a:lstStyle>
          <a:p>
            <a:r>
              <a:rPr lang="en-GB" dirty="0"/>
              <a:t>Text</a:t>
            </a:r>
          </a:p>
        </p:txBody>
      </p:sp>
      <p:sp>
        <p:nvSpPr>
          <p:cNvPr id="29" name="Text Placeholder 20"/>
          <p:cNvSpPr>
            <a:spLocks noGrp="1"/>
          </p:cNvSpPr>
          <p:nvPr>
            <p:ph type="body" sz="quarter" idx="22"/>
          </p:nvPr>
        </p:nvSpPr>
        <p:spPr bwMode="gray">
          <a:xfrm>
            <a:off x="179388" y="1557337"/>
            <a:ext cx="3323022" cy="1944688"/>
          </a:xfrm>
          <a:solidFill>
            <a:schemeClr val="bg1"/>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0"/>
          <p:cNvSpPr>
            <a:spLocks noGrp="1"/>
          </p:cNvSpPr>
          <p:nvPr>
            <p:ph type="body" sz="quarter" idx="23"/>
          </p:nvPr>
        </p:nvSpPr>
        <p:spPr bwMode="gray">
          <a:xfrm>
            <a:off x="179388" y="4148137"/>
            <a:ext cx="3323022" cy="1944688"/>
          </a:xfrm>
          <a:solidFill>
            <a:schemeClr val="bg1"/>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Text Placeholder 20"/>
          <p:cNvSpPr>
            <a:spLocks noGrp="1"/>
          </p:cNvSpPr>
          <p:nvPr>
            <p:ph type="body" sz="quarter" idx="24"/>
          </p:nvPr>
        </p:nvSpPr>
        <p:spPr bwMode="gray">
          <a:xfrm>
            <a:off x="5570153" y="1557337"/>
            <a:ext cx="3323022" cy="1944688"/>
          </a:xfrm>
          <a:solidFill>
            <a:schemeClr val="bg1"/>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Text Placeholder 20"/>
          <p:cNvSpPr>
            <a:spLocks noGrp="1"/>
          </p:cNvSpPr>
          <p:nvPr>
            <p:ph type="body" sz="quarter" idx="25"/>
          </p:nvPr>
        </p:nvSpPr>
        <p:spPr bwMode="gray">
          <a:xfrm>
            <a:off x="5570153" y="4148137"/>
            <a:ext cx="3323022" cy="1944688"/>
          </a:xfrm>
          <a:solidFill>
            <a:schemeClr val="bg1"/>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Text Placeholder 20"/>
          <p:cNvSpPr>
            <a:spLocks noGrp="1"/>
          </p:cNvSpPr>
          <p:nvPr>
            <p:ph type="body" sz="quarter" idx="26"/>
          </p:nvPr>
        </p:nvSpPr>
        <p:spPr bwMode="gray">
          <a:xfrm>
            <a:off x="179388" y="1125538"/>
            <a:ext cx="332302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36" name="Text Placeholder 20"/>
          <p:cNvSpPr>
            <a:spLocks noGrp="1"/>
          </p:cNvSpPr>
          <p:nvPr>
            <p:ph type="body" sz="quarter" idx="27"/>
          </p:nvPr>
        </p:nvSpPr>
        <p:spPr bwMode="gray">
          <a:xfrm>
            <a:off x="5570153" y="1125538"/>
            <a:ext cx="332302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37" name="Text Placeholder 20"/>
          <p:cNvSpPr>
            <a:spLocks noGrp="1"/>
          </p:cNvSpPr>
          <p:nvPr>
            <p:ph type="body" sz="quarter" idx="28"/>
          </p:nvPr>
        </p:nvSpPr>
        <p:spPr bwMode="gray">
          <a:xfrm>
            <a:off x="179388" y="3716339"/>
            <a:ext cx="332302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38" name="Text Placeholder 20"/>
          <p:cNvSpPr>
            <a:spLocks noGrp="1"/>
          </p:cNvSpPr>
          <p:nvPr>
            <p:ph type="body" sz="quarter" idx="29"/>
          </p:nvPr>
        </p:nvSpPr>
        <p:spPr bwMode="gray">
          <a:xfrm>
            <a:off x="5570153" y="3716339"/>
            <a:ext cx="332302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Tree>
    <p:extLst>
      <p:ext uri="{BB962C8B-B14F-4D97-AF65-F5344CB8AC3E}">
        <p14:creationId xmlns:p14="http://schemas.microsoft.com/office/powerpoint/2010/main" val="21493223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Outline">
    <p:spTree>
      <p:nvGrpSpPr>
        <p:cNvPr id="1" name=""/>
        <p:cNvGrpSpPr/>
        <p:nvPr/>
      </p:nvGrpSpPr>
      <p:grpSpPr>
        <a:xfrm>
          <a:off x="0" y="0"/>
          <a:ext cx="0" cy="0"/>
          <a:chOff x="0" y="0"/>
          <a:chExt cx="0" cy="0"/>
        </a:xfrm>
      </p:grpSpPr>
      <p:sp>
        <p:nvSpPr>
          <p:cNvPr id="10" name="Title 9"/>
          <p:cNvSpPr>
            <a:spLocks noGrp="1"/>
          </p:cNvSpPr>
          <p:nvPr>
            <p:ph type="title"/>
          </p:nvPr>
        </p:nvSpPr>
        <p:spPr bwMode="gray"/>
        <p:txBody>
          <a:bodyPr/>
          <a:lstStyle/>
          <a:p>
            <a:r>
              <a:rPr lang="en-US"/>
              <a:t>Click to edit Master title style</a:t>
            </a:r>
            <a:endParaRPr lang="en-GB"/>
          </a:p>
        </p:txBody>
      </p:sp>
      <p:sp>
        <p:nvSpPr>
          <p:cNvPr id="21" name="Text Placeholder 20"/>
          <p:cNvSpPr>
            <a:spLocks noGrp="1"/>
          </p:cNvSpPr>
          <p:nvPr>
            <p:ph type="body" sz="quarter" idx="21"/>
          </p:nvPr>
        </p:nvSpPr>
        <p:spPr bwMode="gray">
          <a:xfrm>
            <a:off x="173526" y="1557337"/>
            <a:ext cx="4254012" cy="4535488"/>
          </a:xfrm>
          <a:solidFill>
            <a:schemeClr val="bg1"/>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3" name="Text Placeholder 20"/>
          <p:cNvSpPr>
            <a:spLocks noGrp="1"/>
          </p:cNvSpPr>
          <p:nvPr>
            <p:ph type="body" sz="quarter" idx="22"/>
          </p:nvPr>
        </p:nvSpPr>
        <p:spPr bwMode="gray">
          <a:xfrm>
            <a:off x="4639162" y="1557337"/>
            <a:ext cx="4254012" cy="4535488"/>
          </a:xfrm>
          <a:solidFill>
            <a:schemeClr val="bg1"/>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9" name="Text Placeholder 20"/>
          <p:cNvSpPr>
            <a:spLocks noGrp="1"/>
          </p:cNvSpPr>
          <p:nvPr>
            <p:ph type="body" sz="quarter" idx="26"/>
          </p:nvPr>
        </p:nvSpPr>
        <p:spPr bwMode="gray">
          <a:xfrm>
            <a:off x="173526" y="1125538"/>
            <a:ext cx="425401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30" name="Text Placeholder 20"/>
          <p:cNvSpPr>
            <a:spLocks noGrp="1"/>
          </p:cNvSpPr>
          <p:nvPr>
            <p:ph type="body" sz="quarter" idx="27"/>
          </p:nvPr>
        </p:nvSpPr>
        <p:spPr bwMode="gray">
          <a:xfrm>
            <a:off x="4639163" y="1125538"/>
            <a:ext cx="425401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Tree>
    <p:extLst>
      <p:ext uri="{BB962C8B-B14F-4D97-AF65-F5344CB8AC3E}">
        <p14:creationId xmlns:p14="http://schemas.microsoft.com/office/powerpoint/2010/main" val="342923904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Outline 2">
    <p:spTree>
      <p:nvGrpSpPr>
        <p:cNvPr id="1" name=""/>
        <p:cNvGrpSpPr/>
        <p:nvPr/>
      </p:nvGrpSpPr>
      <p:grpSpPr>
        <a:xfrm>
          <a:off x="0" y="0"/>
          <a:ext cx="0" cy="0"/>
          <a:chOff x="0" y="0"/>
          <a:chExt cx="0" cy="0"/>
        </a:xfrm>
      </p:grpSpPr>
      <p:sp>
        <p:nvSpPr>
          <p:cNvPr id="10" name="Title 9"/>
          <p:cNvSpPr>
            <a:spLocks noGrp="1"/>
          </p:cNvSpPr>
          <p:nvPr>
            <p:ph type="title"/>
          </p:nvPr>
        </p:nvSpPr>
        <p:spPr bwMode="gray"/>
        <p:txBody>
          <a:bodyPr/>
          <a:lstStyle/>
          <a:p>
            <a:r>
              <a:rPr lang="en-US"/>
              <a:t>Click to edit Master title style</a:t>
            </a:r>
            <a:endParaRPr lang="en-GB"/>
          </a:p>
        </p:txBody>
      </p:sp>
      <p:sp>
        <p:nvSpPr>
          <p:cNvPr id="21" name="Text Placeholder 20"/>
          <p:cNvSpPr>
            <a:spLocks noGrp="1"/>
          </p:cNvSpPr>
          <p:nvPr>
            <p:ph type="body" sz="quarter" idx="21"/>
          </p:nvPr>
        </p:nvSpPr>
        <p:spPr bwMode="gray">
          <a:xfrm>
            <a:off x="173526" y="1557337"/>
            <a:ext cx="4254012" cy="1944688"/>
          </a:xfrm>
          <a:solidFill>
            <a:schemeClr val="bg1"/>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20"/>
          <p:cNvSpPr>
            <a:spLocks noGrp="1"/>
          </p:cNvSpPr>
          <p:nvPr>
            <p:ph type="body" sz="quarter" idx="22"/>
          </p:nvPr>
        </p:nvSpPr>
        <p:spPr bwMode="gray">
          <a:xfrm>
            <a:off x="4639162" y="1557337"/>
            <a:ext cx="4254012" cy="1944688"/>
          </a:xfrm>
          <a:solidFill>
            <a:schemeClr val="bg1"/>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ext Placeholder 20"/>
          <p:cNvSpPr>
            <a:spLocks noGrp="1"/>
          </p:cNvSpPr>
          <p:nvPr>
            <p:ph type="body" sz="quarter" idx="23"/>
          </p:nvPr>
        </p:nvSpPr>
        <p:spPr bwMode="gray">
          <a:xfrm>
            <a:off x="173526" y="4148137"/>
            <a:ext cx="4254012" cy="1944688"/>
          </a:xfrm>
          <a:solidFill>
            <a:srgbClr val="BFDEE4"/>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20"/>
          <p:cNvSpPr>
            <a:spLocks noGrp="1"/>
          </p:cNvSpPr>
          <p:nvPr>
            <p:ph type="body" sz="quarter" idx="24"/>
          </p:nvPr>
        </p:nvSpPr>
        <p:spPr bwMode="gray">
          <a:xfrm>
            <a:off x="4639162" y="4148137"/>
            <a:ext cx="4254012" cy="1944688"/>
          </a:xfrm>
          <a:solidFill>
            <a:srgbClr val="BFDEE4"/>
          </a:solidFill>
          <a:ln w="12700">
            <a:solidFill>
              <a:srgbClr val="409DAD"/>
            </a:solidFill>
          </a:ln>
        </p:spPr>
        <p:txBody>
          <a:bodyPr lIns="54000" tIns="54000" rIns="54000" bIns="54000"/>
          <a:lstStyle>
            <a:lvl5pPr>
              <a:defRPr/>
            </a:lvl5pPr>
            <a:lvl6pPr>
              <a:defRPr baseline="0"/>
            </a:lvl6pPr>
            <a:lvl7pPr>
              <a:defRPr baseline="0"/>
            </a:lvl7pPr>
            <a:lvl8pPr>
              <a:defRPr baseline="0"/>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9" name="Text Placeholder 20"/>
          <p:cNvSpPr>
            <a:spLocks noGrp="1"/>
          </p:cNvSpPr>
          <p:nvPr>
            <p:ph type="body" sz="quarter" idx="26"/>
          </p:nvPr>
        </p:nvSpPr>
        <p:spPr bwMode="gray">
          <a:xfrm>
            <a:off x="173526" y="1125538"/>
            <a:ext cx="425401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30" name="Text Placeholder 20"/>
          <p:cNvSpPr>
            <a:spLocks noGrp="1"/>
          </p:cNvSpPr>
          <p:nvPr>
            <p:ph type="body" sz="quarter" idx="27"/>
          </p:nvPr>
        </p:nvSpPr>
        <p:spPr bwMode="gray">
          <a:xfrm>
            <a:off x="4639163" y="1125538"/>
            <a:ext cx="425401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31" name="Text Placeholder 20"/>
          <p:cNvSpPr>
            <a:spLocks noGrp="1"/>
          </p:cNvSpPr>
          <p:nvPr>
            <p:ph type="body" sz="quarter" idx="28"/>
          </p:nvPr>
        </p:nvSpPr>
        <p:spPr bwMode="gray">
          <a:xfrm>
            <a:off x="173526" y="3716339"/>
            <a:ext cx="425401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
        <p:nvSpPr>
          <p:cNvPr id="32" name="Text Placeholder 20"/>
          <p:cNvSpPr>
            <a:spLocks noGrp="1"/>
          </p:cNvSpPr>
          <p:nvPr>
            <p:ph type="body" sz="quarter" idx="29"/>
          </p:nvPr>
        </p:nvSpPr>
        <p:spPr bwMode="gray">
          <a:xfrm>
            <a:off x="4639163" y="3716339"/>
            <a:ext cx="4254012" cy="359817"/>
          </a:xfrm>
          <a:solidFill>
            <a:srgbClr val="409DAD"/>
          </a:solidFill>
          <a:ln w="12700">
            <a:solidFill>
              <a:srgbClr val="409DAD"/>
            </a:solidFill>
          </a:ln>
        </p:spPr>
        <p:txBody>
          <a:bodyPr vert="horz" lIns="0" tIns="0" rIns="0" bIns="0" rtlCol="0" anchor="ctr" anchorCtr="1">
            <a:normAutofit/>
          </a:bodyPr>
          <a:lstStyle>
            <a:lvl1pPr>
              <a:defRPr lang="en-US" sz="1400" b="1" kern="1200" noProof="0" dirty="0" smtClean="0">
                <a:solidFill>
                  <a:schemeClr val="bg1"/>
                </a:solidFill>
                <a:latin typeface="Arial" pitchFamily="34" charset="0"/>
                <a:ea typeface="+mn-ea"/>
                <a:cs typeface="Arial"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dirty="0"/>
              <a:t>Click to edit Master text styles</a:t>
            </a:r>
          </a:p>
        </p:txBody>
      </p:sp>
    </p:spTree>
    <p:extLst>
      <p:ext uri="{BB962C8B-B14F-4D97-AF65-F5344CB8AC3E}">
        <p14:creationId xmlns:p14="http://schemas.microsoft.com/office/powerpoint/2010/main" val="15537782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mpany profile">
    <p:spTree>
      <p:nvGrpSpPr>
        <p:cNvPr id="1" name=""/>
        <p:cNvGrpSpPr/>
        <p:nvPr/>
      </p:nvGrpSpPr>
      <p:grpSpPr>
        <a:xfrm>
          <a:off x="0" y="0"/>
          <a:ext cx="0" cy="0"/>
          <a:chOff x="0" y="0"/>
          <a:chExt cx="0" cy="0"/>
        </a:xfrm>
      </p:grpSpPr>
      <p:sp>
        <p:nvSpPr>
          <p:cNvPr id="33" name="Chart Placeholder 31"/>
          <p:cNvSpPr>
            <a:spLocks noGrp="1"/>
          </p:cNvSpPr>
          <p:nvPr>
            <p:ph type="chart" sz="quarter" idx="22"/>
          </p:nvPr>
        </p:nvSpPr>
        <p:spPr bwMode="gray">
          <a:xfrm>
            <a:off x="3172573" y="1125538"/>
            <a:ext cx="2724700" cy="2376488"/>
          </a:xfrm>
        </p:spPr>
        <p:txBody>
          <a:bodyPr/>
          <a:lstStyle/>
          <a:p>
            <a:endParaRPr lang="en-GB" dirty="0"/>
          </a:p>
        </p:txBody>
      </p:sp>
      <p:sp>
        <p:nvSpPr>
          <p:cNvPr id="28" name="Text Placeholder 17"/>
          <p:cNvSpPr>
            <a:spLocks noGrp="1"/>
          </p:cNvSpPr>
          <p:nvPr>
            <p:ph type="body" sz="quarter" idx="20"/>
          </p:nvPr>
        </p:nvSpPr>
        <p:spPr bwMode="gray">
          <a:xfrm>
            <a:off x="6168751" y="3716338"/>
            <a:ext cx="2723204" cy="23764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32" name="Chart Placeholder 31"/>
          <p:cNvSpPr>
            <a:spLocks noGrp="1"/>
          </p:cNvSpPr>
          <p:nvPr>
            <p:ph type="chart" sz="quarter" idx="21"/>
          </p:nvPr>
        </p:nvSpPr>
        <p:spPr bwMode="gray">
          <a:xfrm>
            <a:off x="6167254" y="1125538"/>
            <a:ext cx="2724700" cy="2376488"/>
          </a:xfrm>
        </p:spPr>
        <p:txBody>
          <a:bodyPr/>
          <a:lstStyle/>
          <a:p>
            <a:endParaRPr lang="en-GB" dirty="0"/>
          </a:p>
        </p:txBody>
      </p:sp>
      <p:sp>
        <p:nvSpPr>
          <p:cNvPr id="10" name="Title 9"/>
          <p:cNvSpPr>
            <a:spLocks noGrp="1"/>
          </p:cNvSpPr>
          <p:nvPr>
            <p:ph type="title"/>
          </p:nvPr>
        </p:nvSpPr>
        <p:spPr bwMode="gray"/>
        <p:txBody>
          <a:bodyPr/>
          <a:lstStyle/>
          <a:p>
            <a:r>
              <a:rPr lang="en-US" dirty="0"/>
              <a:t>Click to edit Master title style</a:t>
            </a:r>
            <a:endParaRPr lang="en-GB" dirty="0"/>
          </a:p>
        </p:txBody>
      </p:sp>
      <p:sp>
        <p:nvSpPr>
          <p:cNvPr id="13" name="Table Placeholder 12"/>
          <p:cNvSpPr>
            <a:spLocks noGrp="1"/>
          </p:cNvSpPr>
          <p:nvPr>
            <p:ph type="tbl" sz="quarter" idx="14"/>
          </p:nvPr>
        </p:nvSpPr>
        <p:spPr bwMode="gray">
          <a:xfrm>
            <a:off x="179388" y="1125538"/>
            <a:ext cx="2723204" cy="2376488"/>
          </a:xfrm>
        </p:spPr>
        <p:txBody>
          <a:bodyPr/>
          <a:lstStyle/>
          <a:p>
            <a:endParaRPr lang="en-GB" dirty="0"/>
          </a:p>
        </p:txBody>
      </p:sp>
      <p:sp>
        <p:nvSpPr>
          <p:cNvPr id="18" name="Text Placeholder 17"/>
          <p:cNvSpPr>
            <a:spLocks noGrp="1"/>
          </p:cNvSpPr>
          <p:nvPr>
            <p:ph type="body" sz="quarter" idx="16"/>
          </p:nvPr>
        </p:nvSpPr>
        <p:spPr bwMode="gray">
          <a:xfrm>
            <a:off x="179388" y="3716338"/>
            <a:ext cx="2723204" cy="23764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6" name="Text Placeholder 17"/>
          <p:cNvSpPr>
            <a:spLocks noGrp="1"/>
          </p:cNvSpPr>
          <p:nvPr>
            <p:ph type="body" sz="quarter" idx="18"/>
          </p:nvPr>
        </p:nvSpPr>
        <p:spPr bwMode="gray">
          <a:xfrm>
            <a:off x="3172573" y="3716338"/>
            <a:ext cx="2723204" cy="23764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337182677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Divider 1">
    <p:spTree>
      <p:nvGrpSpPr>
        <p:cNvPr id="1" name=""/>
        <p:cNvGrpSpPr/>
        <p:nvPr/>
      </p:nvGrpSpPr>
      <p:grpSpPr>
        <a:xfrm>
          <a:off x="0" y="0"/>
          <a:ext cx="0" cy="0"/>
          <a:chOff x="0" y="0"/>
          <a:chExt cx="0" cy="0"/>
        </a:xfrm>
      </p:grpSpPr>
      <p:grpSp>
        <p:nvGrpSpPr>
          <p:cNvPr id="2" name="Group 22"/>
          <p:cNvGrpSpPr/>
          <p:nvPr/>
        </p:nvGrpSpPr>
        <p:grpSpPr bwMode="gray">
          <a:xfrm>
            <a:off x="0" y="0"/>
            <a:ext cx="9144000" cy="6858001"/>
            <a:chOff x="0" y="0"/>
            <a:chExt cx="9144000" cy="6858001"/>
          </a:xfrm>
        </p:grpSpPr>
        <p:sp>
          <p:nvSpPr>
            <p:cNvPr id="6" name="Freeform 6"/>
            <p:cNvSpPr>
              <a:spLocks/>
            </p:cNvSpPr>
            <p:nvPr userDrawn="1"/>
          </p:nvSpPr>
          <p:spPr bwMode="gray">
            <a:xfrm>
              <a:off x="3397250" y="1116013"/>
              <a:ext cx="5746750" cy="5741988"/>
            </a:xfrm>
            <a:custGeom>
              <a:avLst/>
              <a:gdLst/>
              <a:ahLst/>
              <a:cxnLst>
                <a:cxn ang="0">
                  <a:pos x="0" y="3617"/>
                </a:cxn>
                <a:cxn ang="0">
                  <a:pos x="2549" y="3617"/>
                </a:cxn>
                <a:cxn ang="0">
                  <a:pos x="3620" y="0"/>
                </a:cxn>
                <a:cxn ang="0">
                  <a:pos x="1072" y="0"/>
                </a:cxn>
                <a:cxn ang="0">
                  <a:pos x="0" y="3617"/>
                </a:cxn>
              </a:cxnLst>
              <a:rect l="0" t="0" r="r" b="b"/>
              <a:pathLst>
                <a:path w="3620" h="3617">
                  <a:moveTo>
                    <a:pt x="0" y="3617"/>
                  </a:moveTo>
                  <a:lnTo>
                    <a:pt x="2549" y="3617"/>
                  </a:lnTo>
                  <a:lnTo>
                    <a:pt x="3620" y="0"/>
                  </a:lnTo>
                  <a:lnTo>
                    <a:pt x="1072" y="0"/>
                  </a:lnTo>
                  <a:lnTo>
                    <a:pt x="0" y="3617"/>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a:solidFill>
                  <a:srgbClr val="000000"/>
                </a:solidFill>
              </a:endParaRPr>
            </a:p>
          </p:txBody>
        </p:sp>
        <p:sp>
          <p:nvSpPr>
            <p:cNvPr id="11" name="Freeform 7"/>
            <p:cNvSpPr>
              <a:spLocks/>
            </p:cNvSpPr>
            <p:nvPr userDrawn="1"/>
          </p:nvSpPr>
          <p:spPr bwMode="gray">
            <a:xfrm>
              <a:off x="7007225" y="6116638"/>
              <a:ext cx="2136775" cy="741363"/>
            </a:xfrm>
            <a:custGeom>
              <a:avLst/>
              <a:gdLst/>
              <a:ahLst/>
              <a:cxnLst>
                <a:cxn ang="0">
                  <a:pos x="0" y="467"/>
                </a:cxn>
                <a:cxn ang="0">
                  <a:pos x="1208" y="467"/>
                </a:cxn>
                <a:cxn ang="0">
                  <a:pos x="1346" y="0"/>
                </a:cxn>
                <a:cxn ang="0">
                  <a:pos x="138" y="0"/>
                </a:cxn>
                <a:cxn ang="0">
                  <a:pos x="0" y="467"/>
                </a:cxn>
              </a:cxnLst>
              <a:rect l="0" t="0" r="r" b="b"/>
              <a:pathLst>
                <a:path w="1346" h="467">
                  <a:moveTo>
                    <a:pt x="0" y="467"/>
                  </a:moveTo>
                  <a:lnTo>
                    <a:pt x="1208" y="467"/>
                  </a:lnTo>
                  <a:lnTo>
                    <a:pt x="1346" y="0"/>
                  </a:lnTo>
                  <a:lnTo>
                    <a:pt x="138" y="0"/>
                  </a:lnTo>
                  <a:lnTo>
                    <a:pt x="0" y="467"/>
                  </a:lnTo>
                  <a:close/>
                </a:path>
              </a:pathLst>
            </a:custGeom>
            <a:solidFill>
              <a:srgbClr val="00B0F0"/>
            </a:solidFill>
            <a:ln w="9525" cap="flat" cmpd="sng">
              <a:noFill/>
              <a:prstDash val="solid"/>
              <a:round/>
              <a:headEnd type="none" w="med" len="med"/>
              <a:tailEnd type="none" w="med" len="med"/>
            </a:ln>
            <a:effectLst/>
          </p:spPr>
          <p:txBody>
            <a:bodyPr/>
            <a:lstStyle/>
            <a:p>
              <a:pPr algn="ctr">
                <a:spcBef>
                  <a:spcPct val="50000"/>
                </a:spcBef>
                <a:defRPr/>
              </a:pPr>
              <a:endParaRPr lang="en-GB">
                <a:solidFill>
                  <a:srgbClr val="000000"/>
                </a:solidFill>
              </a:endParaRPr>
            </a:p>
          </p:txBody>
        </p:sp>
        <p:sp>
          <p:nvSpPr>
            <p:cNvPr id="13" name="Freeform 8"/>
            <p:cNvSpPr>
              <a:spLocks/>
            </p:cNvSpPr>
            <p:nvPr userDrawn="1"/>
          </p:nvSpPr>
          <p:spPr bwMode="gray">
            <a:xfrm>
              <a:off x="1241425" y="4743450"/>
              <a:ext cx="2530475" cy="2114550"/>
            </a:xfrm>
            <a:custGeom>
              <a:avLst/>
              <a:gdLst/>
              <a:ahLst/>
              <a:cxnLst>
                <a:cxn ang="0">
                  <a:pos x="395" y="0"/>
                </a:cxn>
                <a:cxn ang="0">
                  <a:pos x="0" y="1332"/>
                </a:cxn>
                <a:cxn ang="0">
                  <a:pos x="1199" y="1332"/>
                </a:cxn>
                <a:cxn ang="0">
                  <a:pos x="1594" y="0"/>
                </a:cxn>
                <a:cxn ang="0">
                  <a:pos x="395" y="0"/>
                </a:cxn>
              </a:cxnLst>
              <a:rect l="0" t="0" r="r" b="b"/>
              <a:pathLst>
                <a:path w="1594" h="1332">
                  <a:moveTo>
                    <a:pt x="395" y="0"/>
                  </a:moveTo>
                  <a:lnTo>
                    <a:pt x="0" y="1332"/>
                  </a:lnTo>
                  <a:lnTo>
                    <a:pt x="1199" y="1332"/>
                  </a:lnTo>
                  <a:lnTo>
                    <a:pt x="1594" y="0"/>
                  </a:lnTo>
                  <a:lnTo>
                    <a:pt x="395" y="0"/>
                  </a:lnTo>
                  <a:close/>
                </a:path>
              </a:pathLst>
            </a:custGeom>
            <a:solidFill>
              <a:srgbClr val="8099C6"/>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14" name="Freeform 13"/>
            <p:cNvSpPr>
              <a:spLocks/>
            </p:cNvSpPr>
            <p:nvPr userDrawn="1"/>
          </p:nvSpPr>
          <p:spPr bwMode="gray">
            <a:xfrm>
              <a:off x="1554163" y="0"/>
              <a:ext cx="4738688" cy="2343150"/>
            </a:xfrm>
            <a:custGeom>
              <a:avLst/>
              <a:gdLst/>
              <a:ahLst/>
              <a:cxnLst>
                <a:cxn ang="0">
                  <a:pos x="2548" y="1476"/>
                </a:cxn>
                <a:cxn ang="0">
                  <a:pos x="2985" y="0"/>
                </a:cxn>
                <a:cxn ang="0">
                  <a:pos x="437" y="0"/>
                </a:cxn>
                <a:cxn ang="0">
                  <a:pos x="0" y="1476"/>
                </a:cxn>
                <a:cxn ang="0">
                  <a:pos x="2548" y="1476"/>
                </a:cxn>
              </a:cxnLst>
              <a:rect l="0" t="0" r="r" b="b"/>
              <a:pathLst>
                <a:path w="2985" h="1476">
                  <a:moveTo>
                    <a:pt x="2548" y="1476"/>
                  </a:moveTo>
                  <a:lnTo>
                    <a:pt x="2985" y="0"/>
                  </a:lnTo>
                  <a:lnTo>
                    <a:pt x="437" y="0"/>
                  </a:lnTo>
                  <a:lnTo>
                    <a:pt x="0" y="1476"/>
                  </a:lnTo>
                  <a:lnTo>
                    <a:pt x="2548" y="1476"/>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a:solidFill>
                  <a:srgbClr val="000000"/>
                </a:solidFill>
              </a:endParaRPr>
            </a:p>
          </p:txBody>
        </p:sp>
        <p:sp>
          <p:nvSpPr>
            <p:cNvPr id="15" name="Freeform 14"/>
            <p:cNvSpPr>
              <a:spLocks/>
            </p:cNvSpPr>
            <p:nvPr userDrawn="1"/>
          </p:nvSpPr>
          <p:spPr bwMode="gray">
            <a:xfrm>
              <a:off x="0" y="0"/>
              <a:ext cx="3898900" cy="5630863"/>
            </a:xfrm>
            <a:custGeom>
              <a:avLst/>
              <a:gdLst/>
              <a:ahLst/>
              <a:cxnLst>
                <a:cxn ang="0">
                  <a:pos x="2456" y="0"/>
                </a:cxn>
                <a:cxn ang="0">
                  <a:pos x="0" y="0"/>
                </a:cxn>
                <a:cxn ang="0">
                  <a:pos x="0" y="3547"/>
                </a:cxn>
                <a:cxn ang="0">
                  <a:pos x="1405" y="3547"/>
                </a:cxn>
                <a:cxn ang="0">
                  <a:pos x="2456" y="0"/>
                </a:cxn>
              </a:cxnLst>
              <a:rect l="0" t="0" r="r" b="b"/>
              <a:pathLst>
                <a:path w="2456" h="3547">
                  <a:moveTo>
                    <a:pt x="2456" y="0"/>
                  </a:moveTo>
                  <a:lnTo>
                    <a:pt x="0" y="0"/>
                  </a:lnTo>
                  <a:lnTo>
                    <a:pt x="0" y="3547"/>
                  </a:lnTo>
                  <a:lnTo>
                    <a:pt x="1405" y="3547"/>
                  </a:lnTo>
                  <a:lnTo>
                    <a:pt x="2456" y="0"/>
                  </a:lnTo>
                  <a:close/>
                </a:path>
              </a:pathLst>
            </a:custGeom>
            <a:solidFill>
              <a:srgbClr val="BFCCE3"/>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16" name="Freeform 11"/>
            <p:cNvSpPr>
              <a:spLocks/>
            </p:cNvSpPr>
            <p:nvPr userDrawn="1"/>
          </p:nvSpPr>
          <p:spPr bwMode="gray">
            <a:xfrm>
              <a:off x="0" y="2343150"/>
              <a:ext cx="1554163" cy="4514850"/>
            </a:xfrm>
            <a:custGeom>
              <a:avLst/>
              <a:gdLst/>
              <a:ahLst/>
              <a:cxnLst>
                <a:cxn ang="0">
                  <a:pos x="0" y="0"/>
                </a:cxn>
                <a:cxn ang="0">
                  <a:pos x="0" y="2844"/>
                </a:cxn>
                <a:cxn ang="0">
                  <a:pos x="137" y="2844"/>
                </a:cxn>
                <a:cxn ang="0">
                  <a:pos x="979" y="0"/>
                </a:cxn>
                <a:cxn ang="0">
                  <a:pos x="0" y="0"/>
                </a:cxn>
              </a:cxnLst>
              <a:rect l="0" t="0" r="r" b="b"/>
              <a:pathLst>
                <a:path w="979" h="2844">
                  <a:moveTo>
                    <a:pt x="0" y="0"/>
                  </a:moveTo>
                  <a:lnTo>
                    <a:pt x="0" y="2844"/>
                  </a:lnTo>
                  <a:lnTo>
                    <a:pt x="137" y="2844"/>
                  </a:lnTo>
                  <a:lnTo>
                    <a:pt x="979" y="0"/>
                  </a:lnTo>
                  <a:lnTo>
                    <a:pt x="0" y="0"/>
                  </a:lnTo>
                  <a:close/>
                </a:path>
              </a:pathLst>
            </a:custGeom>
            <a:solidFill>
              <a:srgbClr val="E5EAF3"/>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17" name="Freeform 12"/>
            <p:cNvSpPr>
              <a:spLocks/>
            </p:cNvSpPr>
            <p:nvPr userDrawn="1"/>
          </p:nvSpPr>
          <p:spPr bwMode="gray">
            <a:xfrm>
              <a:off x="7007225" y="6116638"/>
              <a:ext cx="655638" cy="741363"/>
            </a:xfrm>
            <a:custGeom>
              <a:avLst/>
              <a:gdLst/>
              <a:ahLst/>
              <a:cxnLst>
                <a:cxn ang="0">
                  <a:pos x="413" y="0"/>
                </a:cxn>
                <a:cxn ang="0">
                  <a:pos x="138" y="0"/>
                </a:cxn>
                <a:cxn ang="0">
                  <a:pos x="0" y="467"/>
                </a:cxn>
                <a:cxn ang="0">
                  <a:pos x="275" y="467"/>
                </a:cxn>
                <a:cxn ang="0">
                  <a:pos x="413" y="0"/>
                </a:cxn>
              </a:cxnLst>
              <a:rect l="0" t="0" r="r" b="b"/>
              <a:pathLst>
                <a:path w="413" h="467">
                  <a:moveTo>
                    <a:pt x="413" y="0"/>
                  </a:moveTo>
                  <a:lnTo>
                    <a:pt x="138" y="0"/>
                  </a:lnTo>
                  <a:lnTo>
                    <a:pt x="0" y="467"/>
                  </a:lnTo>
                  <a:lnTo>
                    <a:pt x="275" y="467"/>
                  </a:lnTo>
                  <a:lnTo>
                    <a:pt x="413" y="0"/>
                  </a:lnTo>
                  <a:close/>
                </a:path>
              </a:pathLst>
            </a:custGeom>
            <a:solidFill>
              <a:srgbClr val="00338D">
                <a:alpha val="95000"/>
              </a:srgbClr>
            </a:solidFill>
            <a:ln w="9525" cap="flat" cmpd="sng">
              <a:noFill/>
              <a:prstDash val="solid"/>
              <a:round/>
              <a:headEnd type="none" w="med" len="med"/>
              <a:tailEnd type="none" w="med" len="med"/>
            </a:ln>
            <a:effectLst/>
          </p:spPr>
          <p:txBody>
            <a:bodyPr/>
            <a:lstStyle/>
            <a:p>
              <a:pPr algn="ctr">
                <a:spcBef>
                  <a:spcPct val="50000"/>
                </a:spcBef>
                <a:defRPr/>
              </a:pPr>
              <a:endParaRPr lang="en-GB">
                <a:solidFill>
                  <a:srgbClr val="000000"/>
                </a:solidFill>
              </a:endParaRPr>
            </a:p>
          </p:txBody>
        </p:sp>
        <p:sp>
          <p:nvSpPr>
            <p:cNvPr id="18" name="Freeform 13"/>
            <p:cNvSpPr>
              <a:spLocks/>
            </p:cNvSpPr>
            <p:nvPr userDrawn="1"/>
          </p:nvSpPr>
          <p:spPr bwMode="gray">
            <a:xfrm>
              <a:off x="4735513" y="1116013"/>
              <a:ext cx="1227138" cy="1227138"/>
            </a:xfrm>
            <a:custGeom>
              <a:avLst/>
              <a:gdLst/>
              <a:ahLst/>
              <a:cxnLst>
                <a:cxn ang="0">
                  <a:pos x="773" y="0"/>
                </a:cxn>
                <a:cxn ang="0">
                  <a:pos x="229" y="0"/>
                </a:cxn>
                <a:cxn ang="0">
                  <a:pos x="0" y="773"/>
                </a:cxn>
                <a:cxn ang="0">
                  <a:pos x="544" y="773"/>
                </a:cxn>
                <a:cxn ang="0">
                  <a:pos x="773" y="0"/>
                </a:cxn>
              </a:cxnLst>
              <a:rect l="0" t="0" r="r" b="b"/>
              <a:pathLst>
                <a:path w="773" h="773">
                  <a:moveTo>
                    <a:pt x="773" y="0"/>
                  </a:moveTo>
                  <a:lnTo>
                    <a:pt x="229" y="0"/>
                  </a:lnTo>
                  <a:lnTo>
                    <a:pt x="0" y="773"/>
                  </a:lnTo>
                  <a:lnTo>
                    <a:pt x="544" y="773"/>
                  </a:lnTo>
                  <a:lnTo>
                    <a:pt x="773" y="0"/>
                  </a:lnTo>
                  <a:close/>
                </a:path>
              </a:pathLst>
            </a:custGeom>
            <a:solidFill>
              <a:srgbClr val="00257A"/>
            </a:solidFill>
            <a:ln w="9525" cap="flat" cmpd="sng">
              <a:noFill/>
              <a:prstDash val="solid"/>
              <a:round/>
              <a:headEnd type="none" w="med" len="med"/>
              <a:tailEnd type="none" w="med" len="med"/>
            </a:ln>
            <a:effectLst/>
          </p:spPr>
          <p:txBody>
            <a:bodyPr/>
            <a:lstStyle/>
            <a:p>
              <a:pPr>
                <a:spcBef>
                  <a:spcPct val="50000"/>
                </a:spcBef>
                <a:defRPr/>
              </a:pPr>
              <a:endParaRPr lang="en-GB">
                <a:solidFill>
                  <a:srgbClr val="000000"/>
                </a:solidFill>
              </a:endParaRPr>
            </a:p>
          </p:txBody>
        </p:sp>
        <p:sp>
          <p:nvSpPr>
            <p:cNvPr id="19" name="Freeform 14"/>
            <p:cNvSpPr>
              <a:spLocks/>
            </p:cNvSpPr>
            <p:nvPr userDrawn="1"/>
          </p:nvSpPr>
          <p:spPr bwMode="gray">
            <a:xfrm>
              <a:off x="1604963" y="4743450"/>
              <a:ext cx="889000" cy="887413"/>
            </a:xfrm>
            <a:custGeom>
              <a:avLst/>
              <a:gdLst/>
              <a:ahLst/>
              <a:cxnLst>
                <a:cxn ang="0">
                  <a:pos x="0" y="559"/>
                </a:cxn>
                <a:cxn ang="0">
                  <a:pos x="394" y="559"/>
                </a:cxn>
                <a:cxn ang="0">
                  <a:pos x="560" y="0"/>
                </a:cxn>
                <a:cxn ang="0">
                  <a:pos x="166" y="0"/>
                </a:cxn>
                <a:cxn ang="0">
                  <a:pos x="0" y="559"/>
                </a:cxn>
              </a:cxnLst>
              <a:rect l="0" t="0" r="r" b="b"/>
              <a:pathLst>
                <a:path w="560" h="559">
                  <a:moveTo>
                    <a:pt x="0" y="559"/>
                  </a:moveTo>
                  <a:lnTo>
                    <a:pt x="394" y="559"/>
                  </a:lnTo>
                  <a:lnTo>
                    <a:pt x="560" y="0"/>
                  </a:lnTo>
                  <a:lnTo>
                    <a:pt x="166" y="0"/>
                  </a:lnTo>
                  <a:lnTo>
                    <a:pt x="0" y="559"/>
                  </a:lnTo>
                  <a:close/>
                </a:path>
              </a:pathLst>
            </a:custGeom>
            <a:solidFill>
              <a:srgbClr val="4066AA">
                <a:alpha val="95000"/>
              </a:srgbClr>
            </a:solidFill>
            <a:ln w="9525" cap="flat" cmpd="sng">
              <a:noFill/>
              <a:prstDash val="solid"/>
              <a:round/>
              <a:headEnd type="none" w="med" len="med"/>
              <a:tailEnd type="none" w="med" len="med"/>
            </a:ln>
            <a:effectLst/>
          </p:spPr>
          <p:txBody>
            <a:bodyPr/>
            <a:lstStyle/>
            <a:p>
              <a:pPr algn="ctr">
                <a:spcBef>
                  <a:spcPct val="50000"/>
                </a:spcBef>
                <a:defRPr/>
              </a:pPr>
              <a:endParaRPr lang="en-GB">
                <a:solidFill>
                  <a:srgbClr val="000000"/>
                </a:solidFill>
              </a:endParaRPr>
            </a:p>
          </p:txBody>
        </p:sp>
        <p:sp>
          <p:nvSpPr>
            <p:cNvPr id="20" name="Freeform 15"/>
            <p:cNvSpPr>
              <a:spLocks/>
            </p:cNvSpPr>
            <p:nvPr userDrawn="1"/>
          </p:nvSpPr>
          <p:spPr bwMode="gray">
            <a:xfrm>
              <a:off x="1554163" y="0"/>
              <a:ext cx="2344738" cy="2343150"/>
            </a:xfrm>
            <a:custGeom>
              <a:avLst/>
              <a:gdLst/>
              <a:ahLst/>
              <a:cxnLst>
                <a:cxn ang="0">
                  <a:pos x="437" y="0"/>
                </a:cxn>
                <a:cxn ang="0">
                  <a:pos x="0" y="1476"/>
                </a:cxn>
                <a:cxn ang="0">
                  <a:pos x="1040" y="1476"/>
                </a:cxn>
                <a:cxn ang="0">
                  <a:pos x="1477" y="0"/>
                </a:cxn>
                <a:cxn ang="0">
                  <a:pos x="437" y="0"/>
                </a:cxn>
              </a:cxnLst>
              <a:rect l="0" t="0" r="r" b="b"/>
              <a:pathLst>
                <a:path w="1477" h="1476">
                  <a:moveTo>
                    <a:pt x="437" y="0"/>
                  </a:moveTo>
                  <a:lnTo>
                    <a:pt x="0" y="1476"/>
                  </a:lnTo>
                  <a:lnTo>
                    <a:pt x="1040" y="1476"/>
                  </a:lnTo>
                  <a:lnTo>
                    <a:pt x="1477" y="0"/>
                  </a:lnTo>
                  <a:lnTo>
                    <a:pt x="437" y="0"/>
                  </a:lnTo>
                  <a:close/>
                </a:path>
              </a:pathLst>
            </a:custGeom>
            <a:solidFill>
              <a:srgbClr val="4066AA"/>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1" name="Freeform 16"/>
            <p:cNvSpPr>
              <a:spLocks/>
            </p:cNvSpPr>
            <p:nvPr userDrawn="1"/>
          </p:nvSpPr>
          <p:spPr bwMode="gray">
            <a:xfrm>
              <a:off x="0" y="2343150"/>
              <a:ext cx="1554163" cy="3287713"/>
            </a:xfrm>
            <a:custGeom>
              <a:avLst/>
              <a:gdLst/>
              <a:ahLst/>
              <a:cxnLst>
                <a:cxn ang="0">
                  <a:pos x="0" y="0"/>
                </a:cxn>
                <a:cxn ang="0">
                  <a:pos x="0" y="2071"/>
                </a:cxn>
                <a:cxn ang="0">
                  <a:pos x="366" y="2071"/>
                </a:cxn>
                <a:cxn ang="0">
                  <a:pos x="979" y="0"/>
                </a:cxn>
                <a:cxn ang="0">
                  <a:pos x="0" y="0"/>
                </a:cxn>
              </a:cxnLst>
              <a:rect l="0" t="0" r="r" b="b"/>
              <a:pathLst>
                <a:path w="979" h="2071">
                  <a:moveTo>
                    <a:pt x="0" y="0"/>
                  </a:moveTo>
                  <a:lnTo>
                    <a:pt x="0" y="2071"/>
                  </a:lnTo>
                  <a:lnTo>
                    <a:pt x="366" y="2071"/>
                  </a:lnTo>
                  <a:lnTo>
                    <a:pt x="979" y="0"/>
                  </a:lnTo>
                  <a:lnTo>
                    <a:pt x="0" y="0"/>
                  </a:lnTo>
                  <a:close/>
                </a:path>
              </a:pathLst>
            </a:custGeom>
            <a:solidFill>
              <a:srgbClr val="8099C6"/>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grpSp>
      <p:sp>
        <p:nvSpPr>
          <p:cNvPr id="8" name="Title 7"/>
          <p:cNvSpPr>
            <a:spLocks noGrp="1"/>
          </p:cNvSpPr>
          <p:nvPr>
            <p:ph type="title"/>
          </p:nvPr>
        </p:nvSpPr>
        <p:spPr bwMode="gray">
          <a:xfrm>
            <a:off x="4932040" y="2708920"/>
            <a:ext cx="3168352" cy="1656184"/>
          </a:xfrm>
          <a:noFill/>
          <a:ln w="9525">
            <a:noFill/>
            <a:miter lim="800000"/>
            <a:headEnd/>
            <a:tailEnd/>
          </a:ln>
        </p:spPr>
        <p:txBody>
          <a:bodyPr vert="horz" wrap="square" lIns="0" tIns="0" rIns="0" bIns="0" numCol="1" anchor="t" anchorCtr="0" compatLnSpc="1">
            <a:prstTxWarp prst="textNoShape">
              <a:avLst/>
            </a:prstTxWarp>
            <a:noAutofit/>
          </a:bodyPr>
          <a:lstStyle>
            <a:lvl1pPr>
              <a:defRPr lang="en-GB" sz="3000" b="1" kern="1200" noProof="0" smtClean="0">
                <a:solidFill>
                  <a:schemeClr val="bg1"/>
                </a:solidFill>
                <a:latin typeface="Arial" pitchFamily="34" charset="0"/>
                <a:ea typeface="+mj-ea"/>
                <a:cs typeface="Arial" pitchFamily="34" charset="0"/>
              </a:defRPr>
            </a:lvl1pPr>
            <a:lvl2pPr>
              <a:defRPr lang="en-GB" sz="3000" b="1" kern="1200" noProof="0" dirty="0">
                <a:solidFill>
                  <a:schemeClr val="bg1"/>
                </a:solidFill>
                <a:latin typeface="Arial" pitchFamily="34" charset="0"/>
                <a:ea typeface="+mj-ea"/>
                <a:cs typeface="Arial" pitchFamily="34" charset="0"/>
              </a:defRPr>
            </a:lvl2pPr>
            <a:lvl3pPr>
              <a:defRPr lang="en-GB" sz="3000" b="1" kern="1200" noProof="0" dirty="0">
                <a:solidFill>
                  <a:schemeClr val="bg1"/>
                </a:solidFill>
                <a:latin typeface="Arial" pitchFamily="34" charset="0"/>
                <a:ea typeface="+mj-ea"/>
                <a:cs typeface="Arial" pitchFamily="34" charset="0"/>
              </a:defRPr>
            </a:lvl3pPr>
            <a:lvl4pPr>
              <a:defRPr lang="en-GB" sz="3000" b="1" kern="1200" noProof="0" dirty="0">
                <a:solidFill>
                  <a:schemeClr val="bg1"/>
                </a:solidFill>
                <a:latin typeface="Arial" pitchFamily="34" charset="0"/>
                <a:ea typeface="+mj-ea"/>
                <a:cs typeface="Arial" pitchFamily="34" charset="0"/>
              </a:defRPr>
            </a:lvl4pPr>
            <a:lvl5pPr>
              <a:defRPr lang="en-GB" sz="3000" b="1" kern="1200" noProof="0" dirty="0">
                <a:solidFill>
                  <a:schemeClr val="bg1"/>
                </a:solidFill>
                <a:latin typeface="Arial" pitchFamily="34" charset="0"/>
                <a:ea typeface="+mj-ea"/>
                <a:cs typeface="Arial" pitchFamily="34" charset="0"/>
              </a:defRPr>
            </a:lvl5pPr>
            <a:lvl6pPr>
              <a:defRPr lang="en-GB" sz="3000" b="1" kern="1200" noProof="0" dirty="0">
                <a:solidFill>
                  <a:schemeClr val="bg1"/>
                </a:solidFill>
                <a:latin typeface="Arial" pitchFamily="34" charset="0"/>
                <a:ea typeface="+mj-ea"/>
                <a:cs typeface="Arial" pitchFamily="34" charset="0"/>
              </a:defRPr>
            </a:lvl6pPr>
            <a:lvl7pPr>
              <a:defRPr lang="en-GB" sz="3000" b="1" kern="1200" noProof="0" dirty="0">
                <a:solidFill>
                  <a:schemeClr val="bg1"/>
                </a:solidFill>
                <a:latin typeface="Arial" pitchFamily="34" charset="0"/>
                <a:ea typeface="+mj-ea"/>
                <a:cs typeface="Arial" pitchFamily="34" charset="0"/>
              </a:defRPr>
            </a:lvl7pPr>
            <a:lvl8pPr>
              <a:defRPr lang="en-GB" sz="3000" b="1" kern="1200" noProof="0" dirty="0">
                <a:solidFill>
                  <a:schemeClr val="bg1"/>
                </a:solidFill>
                <a:latin typeface="Arial" pitchFamily="34" charset="0"/>
                <a:ea typeface="+mj-ea"/>
                <a:cs typeface="Arial" pitchFamily="34" charset="0"/>
              </a:defRPr>
            </a:lvl8pPr>
            <a:lvl9pPr>
              <a:defRPr lang="en-GB" sz="3000" b="1" kern="1200" noProof="0" dirty="0">
                <a:solidFill>
                  <a:schemeClr val="bg1"/>
                </a:solidFill>
                <a:latin typeface="Arial" pitchFamily="34" charset="0"/>
                <a:ea typeface="+mj-ea"/>
                <a:cs typeface="Arial" pitchFamily="34" charset="0"/>
              </a:defRPr>
            </a:lvl9pPr>
          </a:lstStyle>
          <a:p>
            <a:pPr lvl="0" algn="l" defTabSz="914400" rtl="0" eaLnBrk="1" fontAlgn="base" latinLnBrk="0" hangingPunct="1">
              <a:spcBef>
                <a:spcPct val="40000"/>
              </a:spcBef>
              <a:spcAft>
                <a:spcPct val="0"/>
              </a:spcAft>
              <a:buNone/>
            </a:pPr>
            <a:r>
              <a:rPr lang="en-US" dirty="0"/>
              <a:t>Click to edit Master title style</a:t>
            </a:r>
            <a:endParaRPr lang="en-GB" dirty="0"/>
          </a:p>
        </p:txBody>
      </p:sp>
      <p:sp>
        <p:nvSpPr>
          <p:cNvPr id="12" name="Text Placeholder 11"/>
          <p:cNvSpPr>
            <a:spLocks noGrp="1"/>
          </p:cNvSpPr>
          <p:nvPr>
            <p:ph type="body" sz="quarter" idx="10"/>
          </p:nvPr>
        </p:nvSpPr>
        <p:spPr bwMode="gray">
          <a:xfrm>
            <a:off x="4932362" y="4509120"/>
            <a:ext cx="2807989" cy="1080119"/>
          </a:xfrm>
          <a:noFill/>
          <a:ln w="9525">
            <a:noFill/>
            <a:miter lim="800000"/>
            <a:headEnd/>
            <a:tailEnd/>
          </a:ln>
        </p:spPr>
        <p:txBody>
          <a:bodyPr vert="horz" wrap="square" lIns="0" tIns="0" rIns="0" bIns="0" numCol="1" rtlCol="0" anchor="t" anchorCtr="0" compatLnSpc="1">
            <a:prstTxWarp prst="textNoShape">
              <a:avLst/>
            </a:prstTxWarp>
            <a:normAutofit/>
          </a:bodyPr>
          <a:lstStyle>
            <a:lvl1pPr>
              <a:defRPr lang="en-US" sz="1200" b="0" kern="1200" noProof="0" dirty="0" smtClean="0">
                <a:solidFill>
                  <a:schemeClr val="bg1"/>
                </a:solidFill>
                <a:latin typeface="Arial" pitchFamily="34" charset="0"/>
                <a:ea typeface="+mn-ea"/>
                <a:cs typeface="Arial" pitchFamily="34" charset="0"/>
              </a:defRPr>
            </a:lvl1pPr>
            <a:lvl2pPr>
              <a:defRPr lang="en-US" sz="1200" b="0" kern="1200" noProof="0" dirty="0" smtClean="0">
                <a:solidFill>
                  <a:schemeClr val="bg1"/>
                </a:solidFill>
                <a:latin typeface="Arial" pitchFamily="34" charset="0"/>
                <a:ea typeface="+mn-ea"/>
                <a:cs typeface="Arial" pitchFamily="34" charset="0"/>
              </a:defRPr>
            </a:lvl2pPr>
            <a:lvl3pPr>
              <a:defRPr lang="en-US" sz="1200" b="0" kern="1200" noProof="0" dirty="0" smtClean="0">
                <a:solidFill>
                  <a:schemeClr val="bg1"/>
                </a:solidFill>
                <a:latin typeface="Arial" pitchFamily="34" charset="0"/>
                <a:ea typeface="+mn-ea"/>
                <a:cs typeface="Arial" pitchFamily="34" charset="0"/>
              </a:defRPr>
            </a:lvl3pPr>
            <a:lvl4pPr>
              <a:defRPr lang="en-US" sz="1200" b="0" kern="1200" noProof="0" dirty="0" smtClean="0">
                <a:solidFill>
                  <a:schemeClr val="bg1"/>
                </a:solidFill>
                <a:latin typeface="Arial" pitchFamily="34" charset="0"/>
                <a:ea typeface="+mn-ea"/>
                <a:cs typeface="Arial" pitchFamily="34" charset="0"/>
              </a:defRPr>
            </a:lvl4pPr>
            <a:lvl5pPr>
              <a:defRPr lang="en-US" sz="1200" b="0" kern="1200" noProof="0" dirty="0" smtClean="0">
                <a:solidFill>
                  <a:schemeClr val="bg1"/>
                </a:solidFill>
                <a:latin typeface="Arial" pitchFamily="34" charset="0"/>
                <a:ea typeface="+mn-ea"/>
                <a:cs typeface="Arial" pitchFamily="34" charset="0"/>
              </a:defRPr>
            </a:lvl5pPr>
            <a:lvl6pPr>
              <a:defRPr lang="en-US" sz="1200" b="0" kern="1200" noProof="0" dirty="0" smtClean="0">
                <a:solidFill>
                  <a:schemeClr val="bg1"/>
                </a:solidFill>
                <a:latin typeface="Arial" pitchFamily="34" charset="0"/>
                <a:ea typeface="+mn-ea"/>
                <a:cs typeface="Arial" pitchFamily="34" charset="0"/>
              </a:defRPr>
            </a:lvl6pPr>
            <a:lvl7pPr>
              <a:defRPr lang="en-US" sz="1200" b="0" kern="1200" noProof="0" dirty="0" smtClean="0">
                <a:solidFill>
                  <a:schemeClr val="bg1"/>
                </a:solidFill>
                <a:latin typeface="Arial" pitchFamily="34" charset="0"/>
                <a:ea typeface="+mn-ea"/>
                <a:cs typeface="Arial" pitchFamily="34" charset="0"/>
              </a:defRPr>
            </a:lvl7pPr>
            <a:lvl8pPr>
              <a:defRPr lang="en-US" sz="1200" b="0" kern="1200" noProof="0" dirty="0" smtClean="0">
                <a:solidFill>
                  <a:schemeClr val="bg1"/>
                </a:solidFill>
                <a:latin typeface="Arial" pitchFamily="34" charset="0"/>
                <a:ea typeface="+mn-ea"/>
                <a:cs typeface="Arial" pitchFamily="34" charset="0"/>
              </a:defRPr>
            </a:lvl8pPr>
            <a:lvl9pPr>
              <a:defRPr lang="en-US" sz="1200" b="0" kern="1200" noProof="0" dirty="0" smtClean="0">
                <a:solidFill>
                  <a:schemeClr val="bg1"/>
                </a:solidFill>
                <a:latin typeface="Arial" pitchFamily="34" charset="0"/>
                <a:ea typeface="+mn-ea"/>
                <a:cs typeface="Arial" pitchFamily="34" charset="0"/>
              </a:defRPr>
            </a:lvl9pPr>
          </a:lstStyle>
          <a:p>
            <a:pPr marL="0" lvl="0" indent="0" algn="l" defTabSz="914400" rtl="0" eaLnBrk="1" fontAlgn="base" latinLnBrk="0" hangingPunct="1">
              <a:lnSpc>
                <a:spcPct val="110000"/>
              </a:lnSpc>
              <a:spcBef>
                <a:spcPct val="40000"/>
              </a:spcBef>
              <a:spcAft>
                <a:spcPct val="0"/>
              </a:spcAft>
              <a:buFont typeface="Arial" pitchFamily="34" charset="0"/>
              <a:buNone/>
            </a:pPr>
            <a:r>
              <a:rPr lang="en-US" dirty="0"/>
              <a:t>Click to edit Master text styles</a:t>
            </a:r>
          </a:p>
        </p:txBody>
      </p:sp>
      <p:sp>
        <p:nvSpPr>
          <p:cNvPr id="22" name="object 3"/>
          <p:cNvSpPr/>
          <p:nvPr userDrawn="1"/>
        </p:nvSpPr>
        <p:spPr>
          <a:xfrm>
            <a:off x="0" y="0"/>
            <a:ext cx="914400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91DA"/>
          </a:solidFill>
        </p:spPr>
        <p:txBody>
          <a:bodyPr wrap="square" lIns="0" tIns="0" rIns="0" bIns="0" rtlCol="0">
            <a:noAutofit/>
          </a:bodyPr>
          <a:lstStyle/>
          <a:p>
            <a:endParaRPr sz="1800"/>
          </a:p>
        </p:txBody>
      </p:sp>
      <p:sp>
        <p:nvSpPr>
          <p:cNvPr id="23" name="object 3"/>
          <p:cNvSpPr/>
          <p:nvPr userDrawn="1"/>
        </p:nvSpPr>
        <p:spPr>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p>
        </p:txBody>
      </p:sp>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l="-317" t="20408" b="21208"/>
          <a:stretch/>
        </p:blipFill>
        <p:spPr>
          <a:xfrm>
            <a:off x="1932626" y="678180"/>
            <a:ext cx="1169781" cy="502920"/>
          </a:xfrm>
          <a:prstGeom prst="rect">
            <a:avLst/>
          </a:prstGeom>
        </p:spPr>
      </p:pic>
    </p:spTree>
    <p:extLst>
      <p:ext uri="{BB962C8B-B14F-4D97-AF65-F5344CB8AC3E}">
        <p14:creationId xmlns:p14="http://schemas.microsoft.com/office/powerpoint/2010/main" val="12167550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Divider 2">
    <p:spTree>
      <p:nvGrpSpPr>
        <p:cNvPr id="1" name=""/>
        <p:cNvGrpSpPr/>
        <p:nvPr/>
      </p:nvGrpSpPr>
      <p:grpSpPr>
        <a:xfrm>
          <a:off x="0" y="0"/>
          <a:ext cx="0" cy="0"/>
          <a:chOff x="0" y="0"/>
          <a:chExt cx="0" cy="0"/>
        </a:xfrm>
      </p:grpSpPr>
      <p:sp>
        <p:nvSpPr>
          <p:cNvPr id="9" name="Freeform 11"/>
          <p:cNvSpPr>
            <a:spLocks noChangeAspect="1"/>
          </p:cNvSpPr>
          <p:nvPr/>
        </p:nvSpPr>
        <p:spPr bwMode="gray">
          <a:xfrm>
            <a:off x="0" y="0"/>
            <a:ext cx="6475236" cy="6858000"/>
          </a:xfrm>
          <a:custGeom>
            <a:avLst/>
            <a:gdLst/>
            <a:ahLst/>
            <a:cxnLst>
              <a:cxn ang="0">
                <a:pos x="0" y="0"/>
              </a:cxn>
              <a:cxn ang="0">
                <a:pos x="0" y="29877"/>
              </a:cxn>
              <a:cxn ang="0">
                <a:pos x="19370" y="29877"/>
              </a:cxn>
              <a:cxn ang="0">
                <a:pos x="28205" y="0"/>
              </a:cxn>
              <a:cxn ang="0">
                <a:pos x="0" y="0"/>
              </a:cxn>
            </a:cxnLst>
            <a:rect l="0" t="0" r="r" b="b"/>
            <a:pathLst>
              <a:path w="28205" h="29877">
                <a:moveTo>
                  <a:pt x="0" y="0"/>
                </a:moveTo>
                <a:lnTo>
                  <a:pt x="0" y="29877"/>
                </a:lnTo>
                <a:lnTo>
                  <a:pt x="19370" y="29877"/>
                </a:lnTo>
                <a:lnTo>
                  <a:pt x="28205" y="0"/>
                </a:lnTo>
                <a:lnTo>
                  <a:pt x="0"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8" name="Title 7"/>
          <p:cNvSpPr>
            <a:spLocks noGrp="1"/>
          </p:cNvSpPr>
          <p:nvPr>
            <p:ph type="title"/>
          </p:nvPr>
        </p:nvSpPr>
        <p:spPr bwMode="gray">
          <a:xfrm>
            <a:off x="323528" y="1340768"/>
            <a:ext cx="5112568" cy="2088232"/>
          </a:xfrm>
          <a:noFill/>
          <a:ln w="9525">
            <a:noFill/>
            <a:miter lim="800000"/>
            <a:headEnd/>
            <a:tailEnd/>
          </a:ln>
        </p:spPr>
        <p:txBody>
          <a:bodyPr vert="horz" wrap="square" lIns="0" tIns="0" rIns="0" bIns="0" numCol="1" anchor="t" anchorCtr="0" compatLnSpc="1">
            <a:prstTxWarp prst="textNoShape">
              <a:avLst/>
            </a:prstTxWarp>
            <a:noAutofit/>
          </a:bodyPr>
          <a:lstStyle>
            <a:lvl1pPr>
              <a:defRPr lang="en-GB" sz="3000" b="1" kern="1200" noProof="0" smtClean="0">
                <a:solidFill>
                  <a:schemeClr val="bg1"/>
                </a:solidFill>
                <a:latin typeface="Arial" pitchFamily="34" charset="0"/>
                <a:ea typeface="+mj-ea"/>
                <a:cs typeface="Arial" pitchFamily="34" charset="0"/>
              </a:defRPr>
            </a:lvl1pPr>
            <a:lvl2pPr>
              <a:defRPr lang="en-GB" sz="3000" b="1" kern="1200" noProof="0" dirty="0">
                <a:solidFill>
                  <a:schemeClr val="bg1"/>
                </a:solidFill>
                <a:latin typeface="Arial" pitchFamily="34" charset="0"/>
                <a:ea typeface="+mj-ea"/>
                <a:cs typeface="Arial" pitchFamily="34" charset="0"/>
              </a:defRPr>
            </a:lvl2pPr>
            <a:lvl3pPr>
              <a:defRPr lang="en-GB" sz="3000" b="1" kern="1200" noProof="0" dirty="0">
                <a:solidFill>
                  <a:schemeClr val="bg1"/>
                </a:solidFill>
                <a:latin typeface="Arial" pitchFamily="34" charset="0"/>
                <a:ea typeface="+mj-ea"/>
                <a:cs typeface="Arial" pitchFamily="34" charset="0"/>
              </a:defRPr>
            </a:lvl3pPr>
            <a:lvl4pPr>
              <a:defRPr lang="en-GB" sz="3000" b="1" kern="1200" noProof="0" dirty="0">
                <a:solidFill>
                  <a:schemeClr val="bg1"/>
                </a:solidFill>
                <a:latin typeface="Arial" pitchFamily="34" charset="0"/>
                <a:ea typeface="+mj-ea"/>
                <a:cs typeface="Arial" pitchFamily="34" charset="0"/>
              </a:defRPr>
            </a:lvl4pPr>
            <a:lvl5pPr>
              <a:defRPr lang="en-GB" sz="3000" b="1" kern="1200" noProof="0" dirty="0">
                <a:solidFill>
                  <a:schemeClr val="bg1"/>
                </a:solidFill>
                <a:latin typeface="Arial" pitchFamily="34" charset="0"/>
                <a:ea typeface="+mj-ea"/>
                <a:cs typeface="Arial" pitchFamily="34" charset="0"/>
              </a:defRPr>
            </a:lvl5pPr>
            <a:lvl6pPr>
              <a:defRPr lang="en-GB" sz="3000" b="1" kern="1200" noProof="0" dirty="0">
                <a:solidFill>
                  <a:schemeClr val="bg1"/>
                </a:solidFill>
                <a:latin typeface="Arial" pitchFamily="34" charset="0"/>
                <a:ea typeface="+mj-ea"/>
                <a:cs typeface="Arial" pitchFamily="34" charset="0"/>
              </a:defRPr>
            </a:lvl6pPr>
            <a:lvl7pPr>
              <a:defRPr lang="en-GB" sz="3000" b="1" kern="1200" noProof="0" dirty="0">
                <a:solidFill>
                  <a:schemeClr val="bg1"/>
                </a:solidFill>
                <a:latin typeface="Arial" pitchFamily="34" charset="0"/>
                <a:ea typeface="+mj-ea"/>
                <a:cs typeface="Arial" pitchFamily="34" charset="0"/>
              </a:defRPr>
            </a:lvl7pPr>
            <a:lvl8pPr>
              <a:defRPr lang="en-GB" sz="3000" b="1" kern="1200" noProof="0" dirty="0">
                <a:solidFill>
                  <a:schemeClr val="bg1"/>
                </a:solidFill>
                <a:latin typeface="Arial" pitchFamily="34" charset="0"/>
                <a:ea typeface="+mj-ea"/>
                <a:cs typeface="Arial" pitchFamily="34" charset="0"/>
              </a:defRPr>
            </a:lvl8pPr>
            <a:lvl9pPr>
              <a:defRPr lang="en-GB" sz="3000" b="1" kern="1200" noProof="0" dirty="0">
                <a:solidFill>
                  <a:schemeClr val="bg1"/>
                </a:solidFill>
                <a:latin typeface="Arial" pitchFamily="34" charset="0"/>
                <a:ea typeface="+mj-ea"/>
                <a:cs typeface="Arial" pitchFamily="34" charset="0"/>
              </a:defRPr>
            </a:lvl9pPr>
          </a:lstStyle>
          <a:p>
            <a:pPr lvl="0" algn="l" defTabSz="914400" rtl="0" eaLnBrk="1" fontAlgn="base" latinLnBrk="0" hangingPunct="1">
              <a:spcBef>
                <a:spcPct val="40000"/>
              </a:spcBef>
              <a:spcAft>
                <a:spcPct val="0"/>
              </a:spcAft>
              <a:buNone/>
            </a:pPr>
            <a:r>
              <a:rPr lang="en-US" dirty="0"/>
              <a:t>Click to edit Master title style</a:t>
            </a:r>
            <a:endParaRPr lang="en-GB" dirty="0"/>
          </a:p>
        </p:txBody>
      </p:sp>
      <p:sp>
        <p:nvSpPr>
          <p:cNvPr id="12" name="Text Placeholder 11"/>
          <p:cNvSpPr>
            <a:spLocks noGrp="1"/>
          </p:cNvSpPr>
          <p:nvPr>
            <p:ph type="body" sz="quarter" idx="10"/>
          </p:nvPr>
        </p:nvSpPr>
        <p:spPr bwMode="gray">
          <a:xfrm>
            <a:off x="323528" y="3645025"/>
            <a:ext cx="4752528" cy="1008112"/>
          </a:xfrm>
          <a:noFill/>
          <a:ln w="9525">
            <a:noFill/>
            <a:miter lim="800000"/>
            <a:headEnd/>
            <a:tailEnd/>
          </a:ln>
        </p:spPr>
        <p:txBody>
          <a:bodyPr vert="horz" wrap="square" lIns="0" tIns="0" rIns="0" bIns="0" numCol="1" rtlCol="0" anchor="t" anchorCtr="0" compatLnSpc="1">
            <a:prstTxWarp prst="textNoShape">
              <a:avLst/>
            </a:prstTxWarp>
            <a:normAutofit/>
          </a:bodyPr>
          <a:lstStyle>
            <a:lvl1pPr>
              <a:defRPr lang="en-US" sz="1200" b="0" kern="1200" noProof="0" dirty="0" smtClean="0">
                <a:solidFill>
                  <a:schemeClr val="bg1"/>
                </a:solidFill>
                <a:latin typeface="Arial" pitchFamily="34" charset="0"/>
                <a:ea typeface="+mn-ea"/>
                <a:cs typeface="Arial" pitchFamily="34" charset="0"/>
              </a:defRPr>
            </a:lvl1pPr>
            <a:lvl2pPr>
              <a:defRPr lang="en-US" sz="1200" b="0" kern="1200" noProof="0" dirty="0" smtClean="0">
                <a:solidFill>
                  <a:schemeClr val="bg1"/>
                </a:solidFill>
                <a:latin typeface="Arial" pitchFamily="34" charset="0"/>
                <a:ea typeface="+mn-ea"/>
                <a:cs typeface="Arial" pitchFamily="34" charset="0"/>
              </a:defRPr>
            </a:lvl2pPr>
            <a:lvl3pPr>
              <a:defRPr lang="en-US" sz="1200" b="0" kern="1200" noProof="0" dirty="0" smtClean="0">
                <a:solidFill>
                  <a:schemeClr val="bg1"/>
                </a:solidFill>
                <a:latin typeface="Arial" pitchFamily="34" charset="0"/>
                <a:ea typeface="+mn-ea"/>
                <a:cs typeface="Arial" pitchFamily="34" charset="0"/>
              </a:defRPr>
            </a:lvl3pPr>
            <a:lvl4pPr>
              <a:defRPr lang="en-US" sz="1200" b="0" kern="1200" noProof="0" dirty="0" smtClean="0">
                <a:solidFill>
                  <a:schemeClr val="bg1"/>
                </a:solidFill>
                <a:latin typeface="Arial" pitchFamily="34" charset="0"/>
                <a:ea typeface="+mn-ea"/>
                <a:cs typeface="Arial" pitchFamily="34" charset="0"/>
              </a:defRPr>
            </a:lvl4pPr>
            <a:lvl5pPr>
              <a:defRPr lang="en-US" sz="1200" b="0" kern="1200" noProof="0" dirty="0" smtClean="0">
                <a:solidFill>
                  <a:schemeClr val="bg1"/>
                </a:solidFill>
                <a:latin typeface="Arial" pitchFamily="34" charset="0"/>
                <a:ea typeface="+mn-ea"/>
                <a:cs typeface="Arial" pitchFamily="34" charset="0"/>
              </a:defRPr>
            </a:lvl5pPr>
            <a:lvl6pPr>
              <a:defRPr lang="en-US" sz="1200" b="0" kern="1200" noProof="0" dirty="0" smtClean="0">
                <a:solidFill>
                  <a:schemeClr val="bg1"/>
                </a:solidFill>
                <a:latin typeface="Arial" pitchFamily="34" charset="0"/>
                <a:ea typeface="+mn-ea"/>
                <a:cs typeface="Arial" pitchFamily="34" charset="0"/>
              </a:defRPr>
            </a:lvl6pPr>
            <a:lvl7pPr>
              <a:defRPr lang="en-US" sz="1200" b="0" kern="1200" noProof="0" dirty="0" smtClean="0">
                <a:solidFill>
                  <a:schemeClr val="bg1"/>
                </a:solidFill>
                <a:latin typeface="Arial" pitchFamily="34" charset="0"/>
                <a:ea typeface="+mn-ea"/>
                <a:cs typeface="Arial" pitchFamily="34" charset="0"/>
              </a:defRPr>
            </a:lvl7pPr>
            <a:lvl8pPr>
              <a:defRPr lang="en-US" sz="1200" b="0" kern="1200" noProof="0" dirty="0" smtClean="0">
                <a:solidFill>
                  <a:schemeClr val="bg1"/>
                </a:solidFill>
                <a:latin typeface="Arial" pitchFamily="34" charset="0"/>
                <a:ea typeface="+mn-ea"/>
                <a:cs typeface="Arial" pitchFamily="34" charset="0"/>
              </a:defRPr>
            </a:lvl8pPr>
            <a:lvl9pPr>
              <a:defRPr lang="en-US" sz="1200" b="0" kern="1200" noProof="0" dirty="0" smtClean="0">
                <a:solidFill>
                  <a:schemeClr val="bg1"/>
                </a:solidFill>
                <a:latin typeface="Arial" pitchFamily="34" charset="0"/>
                <a:ea typeface="+mn-ea"/>
                <a:cs typeface="Arial" pitchFamily="34" charset="0"/>
              </a:defRPr>
            </a:lvl9pPr>
          </a:lstStyle>
          <a:p>
            <a:pPr marL="0" lvl="0" indent="0" algn="l" defTabSz="914400" rtl="0" eaLnBrk="1" fontAlgn="base" latinLnBrk="0" hangingPunct="1">
              <a:lnSpc>
                <a:spcPct val="110000"/>
              </a:lnSpc>
              <a:spcBef>
                <a:spcPct val="40000"/>
              </a:spcBef>
              <a:spcAft>
                <a:spcPct val="0"/>
              </a:spcAft>
              <a:buFont typeface="Arial" pitchFamily="34" charset="0"/>
              <a:buNone/>
            </a:pPr>
            <a:r>
              <a:rPr lang="en-US" dirty="0"/>
              <a:t>Click to edit Master text styles</a:t>
            </a:r>
          </a:p>
        </p:txBody>
      </p:sp>
      <p:sp>
        <p:nvSpPr>
          <p:cNvPr id="5" name="object 3"/>
          <p:cNvSpPr/>
          <p:nvPr userDrawn="1"/>
        </p:nvSpPr>
        <p:spPr>
          <a:xfrm>
            <a:off x="0" y="0"/>
            <a:ext cx="914400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6D2077"/>
          </a:solidFill>
        </p:spPr>
        <p:txBody>
          <a:bodyPr wrap="square" lIns="0" tIns="0" rIns="0" bIns="0" rtlCol="0">
            <a:noAutofit/>
          </a:bodyPr>
          <a:lstStyle/>
          <a:p>
            <a:endParaRPr sz="1800"/>
          </a:p>
        </p:txBody>
      </p:sp>
      <p:sp>
        <p:nvSpPr>
          <p:cNvPr id="6" name="object 3"/>
          <p:cNvSpPr/>
          <p:nvPr userDrawn="1"/>
        </p:nvSpPr>
        <p:spPr>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endParaRPr sz="1800"/>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317" t="20408" b="21208"/>
          <a:stretch/>
        </p:blipFill>
        <p:spPr>
          <a:xfrm>
            <a:off x="1932626" y="678180"/>
            <a:ext cx="1169781" cy="502920"/>
          </a:xfrm>
          <a:prstGeom prst="rect">
            <a:avLst/>
          </a:prstGeom>
        </p:spPr>
      </p:pic>
    </p:spTree>
    <p:extLst>
      <p:ext uri="{BB962C8B-B14F-4D97-AF65-F5344CB8AC3E}">
        <p14:creationId xmlns:p14="http://schemas.microsoft.com/office/powerpoint/2010/main" val="17589433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Divider 3">
    <p:spTree>
      <p:nvGrpSpPr>
        <p:cNvPr id="1" name=""/>
        <p:cNvGrpSpPr/>
        <p:nvPr/>
      </p:nvGrpSpPr>
      <p:grpSpPr>
        <a:xfrm>
          <a:off x="0" y="0"/>
          <a:ext cx="0" cy="0"/>
          <a:chOff x="0" y="0"/>
          <a:chExt cx="0" cy="0"/>
        </a:xfrm>
      </p:grpSpPr>
      <p:sp>
        <p:nvSpPr>
          <p:cNvPr id="9" name="Freeform 9"/>
          <p:cNvSpPr>
            <a:spLocks noChangeAspect="1"/>
          </p:cNvSpPr>
          <p:nvPr/>
        </p:nvSpPr>
        <p:spPr bwMode="gray">
          <a:xfrm>
            <a:off x="0" y="0"/>
            <a:ext cx="4833938" cy="5400675"/>
          </a:xfrm>
          <a:custGeom>
            <a:avLst/>
            <a:gdLst/>
            <a:ahLst/>
            <a:cxnLst>
              <a:cxn ang="0">
                <a:pos x="17951" y="0"/>
              </a:cxn>
              <a:cxn ang="0">
                <a:pos x="0" y="0"/>
              </a:cxn>
              <a:cxn ang="0">
                <a:pos x="0" y="20057"/>
              </a:cxn>
              <a:cxn ang="0">
                <a:pos x="12022" y="20057"/>
              </a:cxn>
              <a:cxn ang="0">
                <a:pos x="17951" y="0"/>
              </a:cxn>
            </a:cxnLst>
            <a:rect l="0" t="0" r="r" b="b"/>
            <a:pathLst>
              <a:path w="17951" h="20057">
                <a:moveTo>
                  <a:pt x="17951" y="0"/>
                </a:moveTo>
                <a:lnTo>
                  <a:pt x="0" y="0"/>
                </a:lnTo>
                <a:lnTo>
                  <a:pt x="0" y="20057"/>
                </a:lnTo>
                <a:lnTo>
                  <a:pt x="12022" y="20057"/>
                </a:lnTo>
                <a:lnTo>
                  <a:pt x="17951"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8" name="Title 7"/>
          <p:cNvSpPr>
            <a:spLocks noGrp="1"/>
          </p:cNvSpPr>
          <p:nvPr>
            <p:ph type="title"/>
          </p:nvPr>
        </p:nvSpPr>
        <p:spPr bwMode="gray">
          <a:xfrm>
            <a:off x="323528" y="1412776"/>
            <a:ext cx="3744416" cy="1152128"/>
          </a:xfrm>
          <a:noFill/>
          <a:ln w="9525">
            <a:noFill/>
            <a:miter lim="800000"/>
            <a:headEnd/>
            <a:tailEnd/>
          </a:ln>
        </p:spPr>
        <p:txBody>
          <a:bodyPr vert="horz" wrap="square" lIns="0" tIns="0" rIns="0" bIns="0" numCol="1" anchor="t" anchorCtr="0" compatLnSpc="1">
            <a:prstTxWarp prst="textNoShape">
              <a:avLst/>
            </a:prstTxWarp>
            <a:noAutofit/>
          </a:bodyPr>
          <a:lstStyle>
            <a:lvl1pPr>
              <a:defRPr lang="en-GB" sz="3000" b="1" kern="1200" noProof="0" dirty="0" smtClean="0">
                <a:solidFill>
                  <a:schemeClr val="bg1"/>
                </a:solidFill>
                <a:latin typeface="Arial" pitchFamily="34" charset="0"/>
                <a:ea typeface="+mj-ea"/>
                <a:cs typeface="Arial" pitchFamily="34" charset="0"/>
              </a:defRPr>
            </a:lvl1pPr>
            <a:lvl2pPr>
              <a:defRPr lang="en-GB" sz="3000" b="1" kern="1200" noProof="0" dirty="0">
                <a:solidFill>
                  <a:schemeClr val="bg1"/>
                </a:solidFill>
                <a:latin typeface="Arial" pitchFamily="34" charset="0"/>
                <a:ea typeface="+mj-ea"/>
                <a:cs typeface="Arial" pitchFamily="34" charset="0"/>
              </a:defRPr>
            </a:lvl2pPr>
            <a:lvl3pPr>
              <a:defRPr lang="en-GB" sz="3000" b="1" kern="1200" noProof="0" dirty="0">
                <a:solidFill>
                  <a:schemeClr val="bg1"/>
                </a:solidFill>
                <a:latin typeface="Arial" pitchFamily="34" charset="0"/>
                <a:ea typeface="+mj-ea"/>
                <a:cs typeface="Arial" pitchFamily="34" charset="0"/>
              </a:defRPr>
            </a:lvl3pPr>
            <a:lvl4pPr>
              <a:defRPr lang="en-GB" sz="3000" b="1" kern="1200" noProof="0" dirty="0">
                <a:solidFill>
                  <a:schemeClr val="bg1"/>
                </a:solidFill>
                <a:latin typeface="Arial" pitchFamily="34" charset="0"/>
                <a:ea typeface="+mj-ea"/>
                <a:cs typeface="Arial" pitchFamily="34" charset="0"/>
              </a:defRPr>
            </a:lvl4pPr>
            <a:lvl5pPr>
              <a:defRPr lang="en-GB" sz="3000" b="1" kern="1200" noProof="0" dirty="0">
                <a:solidFill>
                  <a:schemeClr val="bg1"/>
                </a:solidFill>
                <a:latin typeface="Arial" pitchFamily="34" charset="0"/>
                <a:ea typeface="+mj-ea"/>
                <a:cs typeface="Arial" pitchFamily="34" charset="0"/>
              </a:defRPr>
            </a:lvl5pPr>
            <a:lvl6pPr>
              <a:defRPr lang="en-GB" sz="3000" b="1" kern="1200" noProof="0" dirty="0">
                <a:solidFill>
                  <a:schemeClr val="bg1"/>
                </a:solidFill>
                <a:latin typeface="Arial" pitchFamily="34" charset="0"/>
                <a:ea typeface="+mj-ea"/>
                <a:cs typeface="Arial" pitchFamily="34" charset="0"/>
              </a:defRPr>
            </a:lvl6pPr>
            <a:lvl7pPr>
              <a:defRPr lang="en-GB" sz="3000" b="1" kern="1200" noProof="0" dirty="0">
                <a:solidFill>
                  <a:schemeClr val="bg1"/>
                </a:solidFill>
                <a:latin typeface="Arial" pitchFamily="34" charset="0"/>
                <a:ea typeface="+mj-ea"/>
                <a:cs typeface="Arial" pitchFamily="34" charset="0"/>
              </a:defRPr>
            </a:lvl7pPr>
            <a:lvl8pPr>
              <a:defRPr lang="en-GB" sz="3000" b="1" kern="1200" noProof="0" dirty="0">
                <a:solidFill>
                  <a:schemeClr val="bg1"/>
                </a:solidFill>
                <a:latin typeface="Arial" pitchFamily="34" charset="0"/>
                <a:ea typeface="+mj-ea"/>
                <a:cs typeface="Arial" pitchFamily="34" charset="0"/>
              </a:defRPr>
            </a:lvl8pPr>
            <a:lvl9pPr>
              <a:defRPr lang="en-GB" sz="3000" b="1" kern="1200" noProof="0" dirty="0">
                <a:solidFill>
                  <a:schemeClr val="bg1"/>
                </a:solidFill>
                <a:latin typeface="Arial" pitchFamily="34" charset="0"/>
                <a:ea typeface="+mj-ea"/>
                <a:cs typeface="Arial" pitchFamily="34" charset="0"/>
              </a:defRPr>
            </a:lvl9pPr>
          </a:lstStyle>
          <a:p>
            <a:pPr lvl="0" algn="l" defTabSz="914400" rtl="0" eaLnBrk="1" fontAlgn="base" latinLnBrk="0" hangingPunct="1">
              <a:spcBef>
                <a:spcPct val="40000"/>
              </a:spcBef>
              <a:spcAft>
                <a:spcPct val="0"/>
              </a:spcAft>
              <a:buNone/>
            </a:pPr>
            <a:r>
              <a:rPr lang="en-US" dirty="0"/>
              <a:t>Click to edit Master title style</a:t>
            </a:r>
            <a:endParaRPr lang="en-GB" dirty="0"/>
          </a:p>
        </p:txBody>
      </p:sp>
      <p:sp>
        <p:nvSpPr>
          <p:cNvPr id="13" name="Text Placeholder 12"/>
          <p:cNvSpPr>
            <a:spLocks noGrp="1"/>
          </p:cNvSpPr>
          <p:nvPr>
            <p:ph type="body" sz="quarter" idx="10"/>
          </p:nvPr>
        </p:nvSpPr>
        <p:spPr bwMode="gray">
          <a:xfrm>
            <a:off x="323850" y="2708275"/>
            <a:ext cx="3384550" cy="936625"/>
          </a:xfrm>
          <a:noFill/>
          <a:ln w="9525">
            <a:noFill/>
            <a:miter lim="800000"/>
            <a:headEnd/>
            <a:tailEnd/>
          </a:ln>
        </p:spPr>
        <p:txBody>
          <a:bodyPr vert="horz" wrap="square" lIns="0" tIns="0" rIns="0" bIns="0" numCol="1" rtlCol="0" anchor="t" anchorCtr="0" compatLnSpc="1">
            <a:prstTxWarp prst="textNoShape">
              <a:avLst/>
            </a:prstTxWarp>
            <a:normAutofit/>
          </a:bodyPr>
          <a:lstStyle>
            <a:lvl1pPr>
              <a:defRPr lang="en-US" sz="1200" b="0" kern="1200" noProof="0" dirty="0" smtClean="0">
                <a:solidFill>
                  <a:schemeClr val="bg1"/>
                </a:solidFill>
                <a:latin typeface="Arial" pitchFamily="34" charset="0"/>
                <a:ea typeface="+mn-ea"/>
                <a:cs typeface="Arial" pitchFamily="34" charset="0"/>
              </a:defRPr>
            </a:lvl1pPr>
            <a:lvl2pPr>
              <a:defRPr lang="en-US" sz="1200" b="0" kern="1200" noProof="0" dirty="0" smtClean="0">
                <a:solidFill>
                  <a:schemeClr val="bg1"/>
                </a:solidFill>
                <a:latin typeface="Arial" pitchFamily="34" charset="0"/>
                <a:ea typeface="+mn-ea"/>
                <a:cs typeface="Arial" pitchFamily="34" charset="0"/>
              </a:defRPr>
            </a:lvl2pPr>
            <a:lvl3pPr>
              <a:defRPr lang="en-US" sz="1200" b="0" kern="1200" noProof="0" dirty="0" smtClean="0">
                <a:solidFill>
                  <a:schemeClr val="bg1"/>
                </a:solidFill>
                <a:latin typeface="Arial" pitchFamily="34" charset="0"/>
                <a:ea typeface="+mn-ea"/>
                <a:cs typeface="Arial" pitchFamily="34" charset="0"/>
              </a:defRPr>
            </a:lvl3pPr>
            <a:lvl4pPr>
              <a:defRPr lang="en-US" sz="1200" b="0" kern="1200" noProof="0" dirty="0" smtClean="0">
                <a:solidFill>
                  <a:schemeClr val="bg1"/>
                </a:solidFill>
                <a:latin typeface="Arial" pitchFamily="34" charset="0"/>
                <a:ea typeface="+mn-ea"/>
                <a:cs typeface="Arial" pitchFamily="34" charset="0"/>
              </a:defRPr>
            </a:lvl4pPr>
            <a:lvl5pPr>
              <a:defRPr lang="en-US" sz="1200" b="0" kern="1200" noProof="0" dirty="0" smtClean="0">
                <a:solidFill>
                  <a:schemeClr val="bg1"/>
                </a:solidFill>
                <a:latin typeface="Arial" pitchFamily="34" charset="0"/>
                <a:ea typeface="+mn-ea"/>
                <a:cs typeface="Arial" pitchFamily="34" charset="0"/>
              </a:defRPr>
            </a:lvl5pPr>
            <a:lvl6pPr>
              <a:defRPr lang="en-US" sz="1200" b="0" kern="1200" noProof="0" dirty="0" smtClean="0">
                <a:solidFill>
                  <a:schemeClr val="bg1"/>
                </a:solidFill>
                <a:latin typeface="Arial" pitchFamily="34" charset="0"/>
                <a:ea typeface="+mn-ea"/>
                <a:cs typeface="Arial" pitchFamily="34" charset="0"/>
              </a:defRPr>
            </a:lvl6pPr>
            <a:lvl7pPr>
              <a:defRPr lang="en-US" sz="1200" b="0" kern="1200" noProof="0" dirty="0" smtClean="0">
                <a:solidFill>
                  <a:schemeClr val="bg1"/>
                </a:solidFill>
                <a:latin typeface="Arial" pitchFamily="34" charset="0"/>
                <a:ea typeface="+mn-ea"/>
                <a:cs typeface="Arial" pitchFamily="34" charset="0"/>
              </a:defRPr>
            </a:lvl7pPr>
            <a:lvl8pPr>
              <a:defRPr lang="en-US" sz="1200" b="0" kern="1200" noProof="0" dirty="0" smtClean="0">
                <a:solidFill>
                  <a:schemeClr val="bg1"/>
                </a:solidFill>
                <a:latin typeface="Arial" pitchFamily="34" charset="0"/>
                <a:ea typeface="+mn-ea"/>
                <a:cs typeface="Arial" pitchFamily="34" charset="0"/>
              </a:defRPr>
            </a:lvl8pPr>
            <a:lvl9pPr>
              <a:defRPr lang="en-US" sz="1200" b="0" kern="1200" noProof="0" dirty="0" smtClean="0">
                <a:solidFill>
                  <a:schemeClr val="bg1"/>
                </a:solidFill>
                <a:latin typeface="Arial" pitchFamily="34" charset="0"/>
                <a:ea typeface="+mn-ea"/>
                <a:cs typeface="Arial" pitchFamily="34" charset="0"/>
              </a:defRPr>
            </a:lvl9pPr>
          </a:lstStyle>
          <a:p>
            <a:pPr marL="0" lvl="0" indent="0" algn="l" defTabSz="914400" rtl="0" eaLnBrk="1" fontAlgn="base" latinLnBrk="0" hangingPunct="1">
              <a:lnSpc>
                <a:spcPct val="110000"/>
              </a:lnSpc>
              <a:spcBef>
                <a:spcPct val="40000"/>
              </a:spcBef>
              <a:spcAft>
                <a:spcPct val="0"/>
              </a:spcAft>
              <a:buFont typeface="Arial" pitchFamily="34" charset="0"/>
              <a:buNone/>
            </a:pPr>
            <a:r>
              <a:rPr lang="en-US" dirty="0"/>
              <a:t>Click to edit Master text styles</a:t>
            </a:r>
          </a:p>
        </p:txBody>
      </p:sp>
      <p:sp>
        <p:nvSpPr>
          <p:cNvPr id="5" name="object 3"/>
          <p:cNvSpPr/>
          <p:nvPr userDrawn="1"/>
        </p:nvSpPr>
        <p:spPr>
          <a:xfrm>
            <a:off x="0" y="0"/>
            <a:ext cx="914400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p>
        </p:txBody>
      </p:sp>
      <p:sp>
        <p:nvSpPr>
          <p:cNvPr id="6" name="object 3"/>
          <p:cNvSpPr/>
          <p:nvPr userDrawn="1"/>
        </p:nvSpPr>
        <p:spPr>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91DA"/>
          </a:solidFill>
        </p:spPr>
        <p:txBody>
          <a:bodyPr wrap="square" lIns="0" tIns="0" rIns="0" bIns="0" rtlCol="0">
            <a:noAutofit/>
          </a:bodyPr>
          <a:lstStyle/>
          <a:p>
            <a:endParaRPr sz="1800"/>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317" t="20408" b="21208"/>
          <a:stretch/>
        </p:blipFill>
        <p:spPr>
          <a:xfrm>
            <a:off x="1932626" y="678180"/>
            <a:ext cx="1169781" cy="502920"/>
          </a:xfrm>
          <a:prstGeom prst="rect">
            <a:avLst/>
          </a:prstGeom>
        </p:spPr>
      </p:pic>
    </p:spTree>
    <p:extLst>
      <p:ext uri="{BB962C8B-B14F-4D97-AF65-F5344CB8AC3E}">
        <p14:creationId xmlns:p14="http://schemas.microsoft.com/office/powerpoint/2010/main" val="364050334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Photo divider 1">
    <p:bg>
      <p:bgPr>
        <a:solidFill>
          <a:srgbClr val="BABBBC"/>
        </a:solidFill>
        <a:effectLst/>
      </p:bgPr>
    </p:bg>
    <p:spTree>
      <p:nvGrpSpPr>
        <p:cNvPr id="1" name=""/>
        <p:cNvGrpSpPr/>
        <p:nvPr/>
      </p:nvGrpSpPr>
      <p:grpSpPr>
        <a:xfrm>
          <a:off x="0" y="0"/>
          <a:ext cx="0" cy="0"/>
          <a:chOff x="0" y="0"/>
          <a:chExt cx="0" cy="0"/>
        </a:xfrm>
      </p:grpSpPr>
      <p:pic>
        <p:nvPicPr>
          <p:cNvPr id="7" name="Picture 6" descr="BOARDROOM PPL compressed.jpg"/>
          <p:cNvPicPr>
            <a:picLocks noChangeAspect="1"/>
          </p:cNvPicPr>
          <p:nvPr/>
        </p:nvPicPr>
        <p:blipFill>
          <a:blip r:embed="rId2" cstate="screen"/>
          <a:srcRect/>
          <a:stretch>
            <a:fillRect/>
          </a:stretch>
        </p:blipFill>
        <p:spPr bwMode="gray">
          <a:xfrm>
            <a:off x="0" y="0"/>
            <a:ext cx="9144000" cy="6858000"/>
          </a:xfrm>
          <a:prstGeom prst="rect">
            <a:avLst/>
          </a:prstGeom>
        </p:spPr>
      </p:pic>
      <p:sp>
        <p:nvSpPr>
          <p:cNvPr id="6" name="Freeform 5"/>
          <p:cNvSpPr>
            <a:spLocks noChangeAspect="1"/>
          </p:cNvSpPr>
          <p:nvPr/>
        </p:nvSpPr>
        <p:spPr bwMode="gray">
          <a:xfrm>
            <a:off x="0" y="4521200"/>
            <a:ext cx="4537075" cy="2336800"/>
          </a:xfrm>
          <a:custGeom>
            <a:avLst/>
            <a:gdLst/>
            <a:ahLst/>
            <a:cxnLst>
              <a:cxn ang="0">
                <a:pos x="0" y="0"/>
              </a:cxn>
              <a:cxn ang="0">
                <a:pos x="0" y="12503"/>
              </a:cxn>
              <a:cxn ang="0">
                <a:pos x="20575" y="12503"/>
              </a:cxn>
              <a:cxn ang="0">
                <a:pos x="24277" y="0"/>
              </a:cxn>
              <a:cxn ang="0">
                <a:pos x="0" y="0"/>
              </a:cxn>
            </a:cxnLst>
            <a:rect l="0" t="0" r="r" b="b"/>
            <a:pathLst>
              <a:path w="24277" h="12503">
                <a:moveTo>
                  <a:pt x="0" y="0"/>
                </a:moveTo>
                <a:lnTo>
                  <a:pt x="0" y="12503"/>
                </a:lnTo>
                <a:lnTo>
                  <a:pt x="20575" y="12503"/>
                </a:lnTo>
                <a:lnTo>
                  <a:pt x="24277" y="0"/>
                </a:lnTo>
                <a:lnTo>
                  <a:pt x="0" y="0"/>
                </a:lnTo>
                <a:close/>
              </a:path>
            </a:pathLst>
          </a:custGeom>
          <a:solidFill>
            <a:schemeClr val="bg1"/>
          </a:solidFill>
          <a:ln w="9525" cap="flat" cmpd="sng">
            <a:noFill/>
            <a:prstDash val="solid"/>
            <a:round/>
            <a:headEnd type="none" w="med" len="med"/>
            <a:tailEnd type="none" w="med" len="med"/>
          </a:ln>
          <a:effectLst/>
        </p:spPr>
        <p:txBody>
          <a:bodyPr/>
          <a:lstStyle/>
          <a:p>
            <a:pPr algn="ctr" fontAlgn="base">
              <a:spcBef>
                <a:spcPct val="50000"/>
              </a:spcBef>
              <a:spcAft>
                <a:spcPct val="0"/>
              </a:spcAft>
            </a:pPr>
            <a:endParaRPr lang="en-GB" sz="1200" dirty="0">
              <a:solidFill>
                <a:srgbClr val="000000"/>
              </a:solidFill>
              <a:cs typeface="Arial" charset="0"/>
            </a:endParaRPr>
          </a:p>
        </p:txBody>
      </p:sp>
      <p:sp>
        <p:nvSpPr>
          <p:cNvPr id="8" name="Title 7"/>
          <p:cNvSpPr>
            <a:spLocks noGrp="1"/>
          </p:cNvSpPr>
          <p:nvPr>
            <p:ph type="title"/>
          </p:nvPr>
        </p:nvSpPr>
        <p:spPr bwMode="gray">
          <a:xfrm>
            <a:off x="323528" y="4941168"/>
            <a:ext cx="3600400" cy="1584176"/>
          </a:xfrm>
          <a:noFill/>
          <a:ln w="9525">
            <a:noFill/>
            <a:miter lim="800000"/>
            <a:headEnd/>
            <a:tailEnd/>
          </a:ln>
        </p:spPr>
        <p:txBody>
          <a:bodyPr vert="horz" wrap="square" lIns="0" tIns="0" rIns="0" bIns="0" numCol="1" anchor="t" anchorCtr="0" compatLnSpc="1">
            <a:prstTxWarp prst="textNoShape">
              <a:avLst/>
            </a:prstTxWarp>
            <a:noAutofit/>
          </a:bodyPr>
          <a:lstStyle>
            <a:lvl1pPr>
              <a:defRPr lang="en-GB" sz="3000" b="1" kern="1200" noProof="0" dirty="0" smtClean="0">
                <a:solidFill>
                  <a:srgbClr val="00338D"/>
                </a:solidFill>
                <a:latin typeface="Arial" pitchFamily="34" charset="0"/>
                <a:ea typeface="+mj-ea"/>
                <a:cs typeface="Arial" pitchFamily="34" charset="0"/>
              </a:defRPr>
            </a:lvl1pPr>
            <a:lvl2pPr>
              <a:defRPr lang="en-GB" sz="3000" b="1" kern="1200" noProof="0" dirty="0">
                <a:solidFill>
                  <a:srgbClr val="00338D"/>
                </a:solidFill>
                <a:latin typeface="Arial" pitchFamily="34" charset="0"/>
                <a:ea typeface="+mj-ea"/>
                <a:cs typeface="Arial" pitchFamily="34" charset="0"/>
              </a:defRPr>
            </a:lvl2pPr>
            <a:lvl3pPr>
              <a:defRPr lang="en-GB" sz="3000" b="1" kern="1200" noProof="0" dirty="0">
                <a:solidFill>
                  <a:srgbClr val="00338D"/>
                </a:solidFill>
                <a:latin typeface="Arial" pitchFamily="34" charset="0"/>
                <a:ea typeface="+mj-ea"/>
                <a:cs typeface="Arial" pitchFamily="34" charset="0"/>
              </a:defRPr>
            </a:lvl3pPr>
            <a:lvl4pPr>
              <a:defRPr lang="en-GB" sz="3000" b="1" kern="1200" noProof="0" dirty="0">
                <a:solidFill>
                  <a:srgbClr val="00338D"/>
                </a:solidFill>
                <a:latin typeface="Arial" pitchFamily="34" charset="0"/>
                <a:ea typeface="+mj-ea"/>
                <a:cs typeface="Arial" pitchFamily="34" charset="0"/>
              </a:defRPr>
            </a:lvl4pPr>
            <a:lvl5pPr>
              <a:defRPr lang="en-GB" sz="3000" b="1" kern="1200" noProof="0" dirty="0">
                <a:solidFill>
                  <a:srgbClr val="00338D"/>
                </a:solidFill>
                <a:latin typeface="Arial" pitchFamily="34" charset="0"/>
                <a:ea typeface="+mj-ea"/>
                <a:cs typeface="Arial" pitchFamily="34" charset="0"/>
              </a:defRPr>
            </a:lvl5pPr>
            <a:lvl6pPr>
              <a:defRPr lang="en-GB" sz="3000" b="1" kern="1200" noProof="0" dirty="0">
                <a:solidFill>
                  <a:srgbClr val="00338D"/>
                </a:solidFill>
                <a:latin typeface="Arial" pitchFamily="34" charset="0"/>
                <a:ea typeface="+mj-ea"/>
                <a:cs typeface="Arial" pitchFamily="34" charset="0"/>
              </a:defRPr>
            </a:lvl6pPr>
            <a:lvl7pPr>
              <a:defRPr lang="en-GB" sz="3000" b="1" kern="1200" noProof="0" dirty="0">
                <a:solidFill>
                  <a:srgbClr val="00338D"/>
                </a:solidFill>
                <a:latin typeface="Arial" pitchFamily="34" charset="0"/>
                <a:ea typeface="+mj-ea"/>
                <a:cs typeface="Arial" pitchFamily="34" charset="0"/>
              </a:defRPr>
            </a:lvl7pPr>
            <a:lvl8pPr>
              <a:defRPr lang="en-GB" sz="3000" b="1" kern="1200" noProof="0" dirty="0">
                <a:solidFill>
                  <a:srgbClr val="00338D"/>
                </a:solidFill>
                <a:latin typeface="Arial" pitchFamily="34" charset="0"/>
                <a:ea typeface="+mj-ea"/>
                <a:cs typeface="Arial" pitchFamily="34" charset="0"/>
              </a:defRPr>
            </a:lvl8pPr>
            <a:lvl9pPr>
              <a:defRPr lang="en-GB" sz="3000" b="1" kern="1200" noProof="0" dirty="0">
                <a:solidFill>
                  <a:srgbClr val="00338D"/>
                </a:solidFill>
                <a:latin typeface="Arial" pitchFamily="34" charset="0"/>
                <a:ea typeface="+mj-ea"/>
                <a:cs typeface="Arial" pitchFamily="34" charset="0"/>
              </a:defRPr>
            </a:lvl9pPr>
          </a:lstStyle>
          <a:p>
            <a:pPr lvl="0" algn="l" defTabSz="914400" rtl="0" eaLnBrk="1" fontAlgn="base" latinLnBrk="0" hangingPunct="1">
              <a:spcBef>
                <a:spcPct val="40000"/>
              </a:spcBef>
              <a:spcAft>
                <a:spcPct val="0"/>
              </a:spcAft>
              <a:buNone/>
            </a:pPr>
            <a:r>
              <a:rPr lang="en-US" dirty="0"/>
              <a:t>Click to edit Master title style</a:t>
            </a:r>
            <a:endParaRPr lang="en-GB" dirty="0"/>
          </a:p>
        </p:txBody>
      </p:sp>
    </p:spTree>
    <p:extLst>
      <p:ext uri="{BB962C8B-B14F-4D97-AF65-F5344CB8AC3E}">
        <p14:creationId xmlns:p14="http://schemas.microsoft.com/office/powerpoint/2010/main" val="34316727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Photo divider 2">
    <p:spTree>
      <p:nvGrpSpPr>
        <p:cNvPr id="1" name=""/>
        <p:cNvGrpSpPr/>
        <p:nvPr/>
      </p:nvGrpSpPr>
      <p:grpSpPr>
        <a:xfrm>
          <a:off x="0" y="0"/>
          <a:ext cx="0" cy="0"/>
          <a:chOff x="0" y="0"/>
          <a:chExt cx="0" cy="0"/>
        </a:xfrm>
      </p:grpSpPr>
      <p:pic>
        <p:nvPicPr>
          <p:cNvPr id="11" name="Picture 10" descr="LAPTOP GUY compressed.jpg"/>
          <p:cNvPicPr>
            <a:picLocks noChangeAspect="1"/>
          </p:cNvPicPr>
          <p:nvPr/>
        </p:nvPicPr>
        <p:blipFill>
          <a:blip r:embed="rId2" cstate="screen"/>
          <a:srcRect/>
          <a:stretch>
            <a:fillRect/>
          </a:stretch>
        </p:blipFill>
        <p:spPr>
          <a:xfrm>
            <a:off x="0" y="0"/>
            <a:ext cx="9180512" cy="6858000"/>
          </a:xfrm>
          <a:prstGeom prst="rect">
            <a:avLst/>
          </a:prstGeom>
        </p:spPr>
      </p:pic>
      <p:sp>
        <p:nvSpPr>
          <p:cNvPr id="9" name="Freeform 9"/>
          <p:cNvSpPr>
            <a:spLocks noChangeAspect="1"/>
          </p:cNvSpPr>
          <p:nvPr/>
        </p:nvSpPr>
        <p:spPr bwMode="ltGray">
          <a:xfrm>
            <a:off x="0" y="0"/>
            <a:ext cx="4833938" cy="5400675"/>
          </a:xfrm>
          <a:custGeom>
            <a:avLst/>
            <a:gdLst/>
            <a:ahLst/>
            <a:cxnLst>
              <a:cxn ang="0">
                <a:pos x="17951" y="0"/>
              </a:cxn>
              <a:cxn ang="0">
                <a:pos x="0" y="0"/>
              </a:cxn>
              <a:cxn ang="0">
                <a:pos x="0" y="20057"/>
              </a:cxn>
              <a:cxn ang="0">
                <a:pos x="12022" y="20057"/>
              </a:cxn>
              <a:cxn ang="0">
                <a:pos x="17951" y="0"/>
              </a:cxn>
            </a:cxnLst>
            <a:rect l="0" t="0" r="r" b="b"/>
            <a:pathLst>
              <a:path w="17951" h="20057">
                <a:moveTo>
                  <a:pt x="17951" y="0"/>
                </a:moveTo>
                <a:lnTo>
                  <a:pt x="0" y="0"/>
                </a:lnTo>
                <a:lnTo>
                  <a:pt x="0" y="20057"/>
                </a:lnTo>
                <a:lnTo>
                  <a:pt x="12022" y="20057"/>
                </a:lnTo>
                <a:lnTo>
                  <a:pt x="17951"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8" name="Title 7"/>
          <p:cNvSpPr>
            <a:spLocks noGrp="1"/>
          </p:cNvSpPr>
          <p:nvPr>
            <p:ph type="title"/>
          </p:nvPr>
        </p:nvSpPr>
        <p:spPr bwMode="gray">
          <a:xfrm>
            <a:off x="323528" y="1412776"/>
            <a:ext cx="3744416" cy="1152128"/>
          </a:xfrm>
          <a:noFill/>
          <a:ln w="9525">
            <a:noFill/>
            <a:miter lim="800000"/>
            <a:headEnd/>
            <a:tailEnd/>
          </a:ln>
        </p:spPr>
        <p:txBody>
          <a:bodyPr vert="horz" wrap="square" lIns="0" tIns="0" rIns="0" bIns="0" numCol="1" anchor="t" anchorCtr="0" compatLnSpc="1">
            <a:prstTxWarp prst="textNoShape">
              <a:avLst/>
            </a:prstTxWarp>
            <a:noAutofit/>
          </a:bodyPr>
          <a:lstStyle>
            <a:lvl1pPr>
              <a:defRPr lang="en-GB" sz="3000" b="1" kern="1200" noProof="0" dirty="0" smtClean="0">
                <a:solidFill>
                  <a:schemeClr val="bg1"/>
                </a:solidFill>
                <a:latin typeface="Arial" pitchFamily="34" charset="0"/>
                <a:ea typeface="+mj-ea"/>
                <a:cs typeface="Arial" pitchFamily="34" charset="0"/>
              </a:defRPr>
            </a:lvl1pPr>
            <a:lvl2pPr>
              <a:defRPr lang="en-GB" sz="3000" b="1" kern="1200" noProof="0" dirty="0">
                <a:solidFill>
                  <a:schemeClr val="bg1"/>
                </a:solidFill>
                <a:latin typeface="Arial" pitchFamily="34" charset="0"/>
                <a:ea typeface="+mj-ea"/>
                <a:cs typeface="Arial" pitchFamily="34" charset="0"/>
              </a:defRPr>
            </a:lvl2pPr>
            <a:lvl3pPr>
              <a:defRPr lang="en-GB" sz="3000" b="1" kern="1200" noProof="0" dirty="0">
                <a:solidFill>
                  <a:schemeClr val="bg1"/>
                </a:solidFill>
                <a:latin typeface="Arial" pitchFamily="34" charset="0"/>
                <a:ea typeface="+mj-ea"/>
                <a:cs typeface="Arial" pitchFamily="34" charset="0"/>
              </a:defRPr>
            </a:lvl3pPr>
            <a:lvl4pPr>
              <a:defRPr lang="en-GB" sz="3000" b="1" kern="1200" noProof="0" dirty="0">
                <a:solidFill>
                  <a:schemeClr val="bg1"/>
                </a:solidFill>
                <a:latin typeface="Arial" pitchFamily="34" charset="0"/>
                <a:ea typeface="+mj-ea"/>
                <a:cs typeface="Arial" pitchFamily="34" charset="0"/>
              </a:defRPr>
            </a:lvl4pPr>
            <a:lvl5pPr>
              <a:defRPr lang="en-GB" sz="3000" b="1" kern="1200" noProof="0" dirty="0">
                <a:solidFill>
                  <a:schemeClr val="bg1"/>
                </a:solidFill>
                <a:latin typeface="Arial" pitchFamily="34" charset="0"/>
                <a:ea typeface="+mj-ea"/>
                <a:cs typeface="Arial" pitchFamily="34" charset="0"/>
              </a:defRPr>
            </a:lvl5pPr>
            <a:lvl6pPr>
              <a:defRPr lang="en-GB" sz="3000" b="1" kern="1200" noProof="0" dirty="0">
                <a:solidFill>
                  <a:schemeClr val="bg1"/>
                </a:solidFill>
                <a:latin typeface="Arial" pitchFamily="34" charset="0"/>
                <a:ea typeface="+mj-ea"/>
                <a:cs typeface="Arial" pitchFamily="34" charset="0"/>
              </a:defRPr>
            </a:lvl6pPr>
            <a:lvl7pPr>
              <a:defRPr lang="en-GB" sz="3000" b="1" kern="1200" noProof="0" dirty="0">
                <a:solidFill>
                  <a:schemeClr val="bg1"/>
                </a:solidFill>
                <a:latin typeface="Arial" pitchFamily="34" charset="0"/>
                <a:ea typeface="+mj-ea"/>
                <a:cs typeface="Arial" pitchFamily="34" charset="0"/>
              </a:defRPr>
            </a:lvl7pPr>
            <a:lvl8pPr>
              <a:defRPr lang="en-GB" sz="3000" b="1" kern="1200" noProof="0" dirty="0">
                <a:solidFill>
                  <a:schemeClr val="bg1"/>
                </a:solidFill>
                <a:latin typeface="Arial" pitchFamily="34" charset="0"/>
                <a:ea typeface="+mj-ea"/>
                <a:cs typeface="Arial" pitchFamily="34" charset="0"/>
              </a:defRPr>
            </a:lvl8pPr>
            <a:lvl9pPr>
              <a:defRPr lang="en-GB" sz="3000" b="1" kern="1200" noProof="0" dirty="0">
                <a:solidFill>
                  <a:schemeClr val="bg1"/>
                </a:solidFill>
                <a:latin typeface="Arial" pitchFamily="34" charset="0"/>
                <a:ea typeface="+mj-ea"/>
                <a:cs typeface="Arial" pitchFamily="34" charset="0"/>
              </a:defRPr>
            </a:lvl9pPr>
          </a:lstStyle>
          <a:p>
            <a:pPr lvl="0" algn="l" defTabSz="914400" rtl="0" eaLnBrk="1" fontAlgn="base" latinLnBrk="0" hangingPunct="1">
              <a:spcBef>
                <a:spcPct val="40000"/>
              </a:spcBef>
              <a:spcAft>
                <a:spcPct val="0"/>
              </a:spcAft>
              <a:buNone/>
            </a:pPr>
            <a:r>
              <a:rPr lang="en-US" dirty="0"/>
              <a:t>Click to edit Master title style</a:t>
            </a:r>
            <a:endParaRPr lang="en-GB" dirty="0"/>
          </a:p>
        </p:txBody>
      </p:sp>
      <p:sp>
        <p:nvSpPr>
          <p:cNvPr id="13" name="Text Placeholder 12"/>
          <p:cNvSpPr>
            <a:spLocks noGrp="1"/>
          </p:cNvSpPr>
          <p:nvPr>
            <p:ph type="body" sz="quarter" idx="10"/>
          </p:nvPr>
        </p:nvSpPr>
        <p:spPr>
          <a:xfrm>
            <a:off x="323850" y="2708275"/>
            <a:ext cx="3384550" cy="936625"/>
          </a:xfrm>
          <a:noFill/>
          <a:ln w="9525">
            <a:noFill/>
            <a:miter lim="800000"/>
            <a:headEnd/>
            <a:tailEnd/>
          </a:ln>
        </p:spPr>
        <p:txBody>
          <a:bodyPr vert="horz" wrap="square" lIns="0" tIns="0" rIns="0" bIns="0" numCol="1" rtlCol="0" anchor="t" anchorCtr="0" compatLnSpc="1">
            <a:prstTxWarp prst="textNoShape">
              <a:avLst/>
            </a:prstTxWarp>
            <a:normAutofit/>
          </a:bodyPr>
          <a:lstStyle>
            <a:lvl1pPr>
              <a:defRPr lang="en-US" sz="1200" b="0" kern="1200" noProof="0" dirty="0" smtClean="0">
                <a:solidFill>
                  <a:schemeClr val="bg1"/>
                </a:solidFill>
                <a:latin typeface="Arial" pitchFamily="34" charset="0"/>
                <a:ea typeface="+mn-ea"/>
                <a:cs typeface="Arial" pitchFamily="34" charset="0"/>
              </a:defRPr>
            </a:lvl1pPr>
            <a:lvl2pPr>
              <a:defRPr lang="en-US" sz="1200" b="0" kern="1200" noProof="0" dirty="0" smtClean="0">
                <a:solidFill>
                  <a:schemeClr val="bg1"/>
                </a:solidFill>
                <a:latin typeface="Arial" pitchFamily="34" charset="0"/>
                <a:ea typeface="+mn-ea"/>
                <a:cs typeface="Arial" pitchFamily="34" charset="0"/>
              </a:defRPr>
            </a:lvl2pPr>
            <a:lvl3pPr>
              <a:defRPr lang="en-US" sz="1200" b="0" kern="1200" noProof="0" dirty="0" smtClean="0">
                <a:solidFill>
                  <a:schemeClr val="bg1"/>
                </a:solidFill>
                <a:latin typeface="Arial" pitchFamily="34" charset="0"/>
                <a:ea typeface="+mn-ea"/>
                <a:cs typeface="Arial" pitchFamily="34" charset="0"/>
              </a:defRPr>
            </a:lvl3pPr>
            <a:lvl4pPr>
              <a:defRPr lang="en-US" sz="1200" b="0" kern="1200" noProof="0" dirty="0" smtClean="0">
                <a:solidFill>
                  <a:schemeClr val="bg1"/>
                </a:solidFill>
                <a:latin typeface="Arial" pitchFamily="34" charset="0"/>
                <a:ea typeface="+mn-ea"/>
                <a:cs typeface="Arial" pitchFamily="34" charset="0"/>
              </a:defRPr>
            </a:lvl4pPr>
            <a:lvl5pPr>
              <a:defRPr lang="en-US" sz="1200" b="0" kern="1200" noProof="0" dirty="0" smtClean="0">
                <a:solidFill>
                  <a:schemeClr val="bg1"/>
                </a:solidFill>
                <a:latin typeface="Arial" pitchFamily="34" charset="0"/>
                <a:ea typeface="+mn-ea"/>
                <a:cs typeface="Arial" pitchFamily="34" charset="0"/>
              </a:defRPr>
            </a:lvl5pPr>
            <a:lvl6pPr>
              <a:defRPr lang="en-US" sz="1200" b="0" kern="1200" noProof="0" dirty="0" smtClean="0">
                <a:solidFill>
                  <a:schemeClr val="bg1"/>
                </a:solidFill>
                <a:latin typeface="Arial" pitchFamily="34" charset="0"/>
                <a:ea typeface="+mn-ea"/>
                <a:cs typeface="Arial" pitchFamily="34" charset="0"/>
              </a:defRPr>
            </a:lvl6pPr>
            <a:lvl7pPr>
              <a:defRPr lang="en-US" sz="1200" b="0" kern="1200" noProof="0" dirty="0" smtClean="0">
                <a:solidFill>
                  <a:schemeClr val="bg1"/>
                </a:solidFill>
                <a:latin typeface="Arial" pitchFamily="34" charset="0"/>
                <a:ea typeface="+mn-ea"/>
                <a:cs typeface="Arial" pitchFamily="34" charset="0"/>
              </a:defRPr>
            </a:lvl7pPr>
            <a:lvl8pPr>
              <a:defRPr lang="en-US" sz="1200" b="0" kern="1200" noProof="0" dirty="0" smtClean="0">
                <a:solidFill>
                  <a:schemeClr val="bg1"/>
                </a:solidFill>
                <a:latin typeface="Arial" pitchFamily="34" charset="0"/>
                <a:ea typeface="+mn-ea"/>
                <a:cs typeface="Arial" pitchFamily="34" charset="0"/>
              </a:defRPr>
            </a:lvl8pPr>
            <a:lvl9pPr>
              <a:defRPr lang="en-US" sz="1200" b="0" kern="1200" noProof="0" dirty="0" smtClean="0">
                <a:solidFill>
                  <a:schemeClr val="bg1"/>
                </a:solidFill>
                <a:latin typeface="Arial" pitchFamily="34" charset="0"/>
                <a:ea typeface="+mn-ea"/>
                <a:cs typeface="Arial" pitchFamily="34" charset="0"/>
              </a:defRPr>
            </a:lvl9pPr>
          </a:lstStyle>
          <a:p>
            <a:pPr marL="0" lvl="0" indent="0" algn="l" defTabSz="914400" rtl="0" eaLnBrk="1" fontAlgn="base" latinLnBrk="0" hangingPunct="1">
              <a:lnSpc>
                <a:spcPct val="110000"/>
              </a:lnSpc>
              <a:spcBef>
                <a:spcPct val="40000"/>
              </a:spcBef>
              <a:spcAft>
                <a:spcPct val="0"/>
              </a:spcAft>
              <a:buFont typeface="Arial" pitchFamily="34" charset="0"/>
              <a:buNone/>
            </a:pPr>
            <a:r>
              <a:rPr lang="en-US" dirty="0"/>
              <a:t>Click to edit Master text styles</a:t>
            </a:r>
          </a:p>
        </p:txBody>
      </p:sp>
    </p:spTree>
    <p:extLst>
      <p:ext uri="{BB962C8B-B14F-4D97-AF65-F5344CB8AC3E}">
        <p14:creationId xmlns:p14="http://schemas.microsoft.com/office/powerpoint/2010/main" val="330102863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Trademark statement">
    <p:spTree>
      <p:nvGrpSpPr>
        <p:cNvPr id="1" name=""/>
        <p:cNvGrpSpPr/>
        <p:nvPr/>
      </p:nvGrpSpPr>
      <p:grpSpPr>
        <a:xfrm>
          <a:off x="0" y="0"/>
          <a:ext cx="0" cy="0"/>
          <a:chOff x="0" y="0"/>
          <a:chExt cx="0" cy="0"/>
        </a:xfrm>
      </p:grpSpPr>
      <p:sp>
        <p:nvSpPr>
          <p:cNvPr id="5" name="Freeform 8"/>
          <p:cNvSpPr>
            <a:spLocks noChangeAspect="1"/>
          </p:cNvSpPr>
          <p:nvPr/>
        </p:nvSpPr>
        <p:spPr bwMode="gray">
          <a:xfrm>
            <a:off x="0" y="0"/>
            <a:ext cx="4833938" cy="3217863"/>
          </a:xfrm>
          <a:custGeom>
            <a:avLst/>
            <a:gdLst/>
            <a:ahLst/>
            <a:cxnLst>
              <a:cxn ang="0">
                <a:pos x="13230" y="10963"/>
              </a:cxn>
              <a:cxn ang="0">
                <a:pos x="16471" y="0"/>
              </a:cxn>
              <a:cxn ang="0">
                <a:pos x="0" y="0"/>
              </a:cxn>
              <a:cxn ang="0">
                <a:pos x="0" y="10963"/>
              </a:cxn>
              <a:cxn ang="0">
                <a:pos x="13230" y="10963"/>
              </a:cxn>
            </a:cxnLst>
            <a:rect l="0" t="0" r="r" b="b"/>
            <a:pathLst>
              <a:path w="16471" h="10963">
                <a:moveTo>
                  <a:pt x="13230" y="10963"/>
                </a:moveTo>
                <a:lnTo>
                  <a:pt x="16471" y="0"/>
                </a:lnTo>
                <a:lnTo>
                  <a:pt x="0" y="0"/>
                </a:lnTo>
                <a:lnTo>
                  <a:pt x="0" y="10963"/>
                </a:lnTo>
                <a:lnTo>
                  <a:pt x="13230" y="10963"/>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13" name="Text Placeholder 12"/>
          <p:cNvSpPr>
            <a:spLocks noGrp="1"/>
          </p:cNvSpPr>
          <p:nvPr>
            <p:ph type="body" sz="quarter" idx="10"/>
          </p:nvPr>
        </p:nvSpPr>
        <p:spPr>
          <a:xfrm>
            <a:off x="323528" y="3716338"/>
            <a:ext cx="3528392" cy="2376487"/>
          </a:xfrm>
          <a:noFill/>
          <a:ln w="9525">
            <a:noFill/>
            <a:miter lim="800000"/>
            <a:headEnd/>
            <a:tailEnd/>
          </a:ln>
        </p:spPr>
        <p:txBody>
          <a:bodyPr vert="horz" wrap="square" lIns="0" tIns="0" rIns="0" bIns="0" numCol="1" rtlCol="0" anchor="t" anchorCtr="0" compatLnSpc="1">
            <a:prstTxWarp prst="textNoShape">
              <a:avLst/>
            </a:prstTxWarp>
            <a:normAutofit/>
          </a:bodyPr>
          <a:lstStyle>
            <a:lvl1pPr>
              <a:defRPr lang="en-US" sz="1200" b="0" kern="1200" noProof="0" dirty="0" smtClean="0">
                <a:solidFill>
                  <a:schemeClr val="tx1"/>
                </a:solidFill>
                <a:latin typeface="Arial" pitchFamily="34" charset="0"/>
                <a:ea typeface="+mn-ea"/>
                <a:cs typeface="Arial" pitchFamily="34" charset="0"/>
              </a:defRPr>
            </a:lvl1pPr>
            <a:lvl2pPr>
              <a:defRPr sz="1200"/>
            </a:lvl2pPr>
            <a:lvl3pPr>
              <a:defRPr lang="en-US" sz="1200" b="0" kern="1200" noProof="0" dirty="0" smtClean="0">
                <a:solidFill>
                  <a:schemeClr val="tx1"/>
                </a:solidFill>
                <a:latin typeface="Arial" pitchFamily="34" charset="0"/>
                <a:ea typeface="+mn-ea"/>
                <a:cs typeface="Arial" pitchFamily="34" charset="0"/>
              </a:defRPr>
            </a:lvl3pPr>
            <a:lvl4pPr>
              <a:defRPr lang="en-US" sz="1200" b="0" kern="1200" noProof="0" dirty="0" smtClean="0">
                <a:solidFill>
                  <a:schemeClr val="tx1"/>
                </a:solidFill>
                <a:latin typeface="Arial" pitchFamily="34" charset="0"/>
                <a:ea typeface="+mn-ea"/>
                <a:cs typeface="Arial" pitchFamily="34" charset="0"/>
              </a:defRPr>
            </a:lvl4pPr>
            <a:lvl5pPr>
              <a:defRPr lang="en-US" sz="1200" b="0" kern="1200" noProof="0" dirty="0" smtClean="0">
                <a:solidFill>
                  <a:schemeClr val="tx1"/>
                </a:solidFill>
                <a:latin typeface="Arial" pitchFamily="34" charset="0"/>
                <a:ea typeface="+mn-ea"/>
                <a:cs typeface="Arial" pitchFamily="34" charset="0"/>
              </a:defRPr>
            </a:lvl5pPr>
            <a:lvl6pPr>
              <a:defRPr lang="en-US" sz="1200" b="0" kern="1200" noProof="0" dirty="0" smtClean="0">
                <a:solidFill>
                  <a:schemeClr val="tx1"/>
                </a:solidFill>
                <a:latin typeface="Arial" pitchFamily="34" charset="0"/>
                <a:ea typeface="+mn-ea"/>
                <a:cs typeface="Arial" pitchFamily="34" charset="0"/>
              </a:defRPr>
            </a:lvl6pPr>
            <a:lvl7pPr>
              <a:defRPr lang="en-US" sz="1200" b="0" kern="1200" noProof="0" dirty="0" smtClean="0">
                <a:solidFill>
                  <a:schemeClr val="tx1"/>
                </a:solidFill>
                <a:latin typeface="Arial" pitchFamily="34" charset="0"/>
                <a:ea typeface="+mn-ea"/>
                <a:cs typeface="Arial" pitchFamily="34" charset="0"/>
              </a:defRPr>
            </a:lvl7pPr>
            <a:lvl8pPr>
              <a:defRPr lang="en-US" sz="1200" b="0" kern="1200" noProof="0" dirty="0" smtClean="0">
                <a:solidFill>
                  <a:schemeClr val="tx1"/>
                </a:solidFill>
                <a:latin typeface="Arial" pitchFamily="34" charset="0"/>
                <a:ea typeface="+mn-ea"/>
                <a:cs typeface="Arial" pitchFamily="34" charset="0"/>
              </a:defRPr>
            </a:lvl8pPr>
            <a:lvl9pPr>
              <a:defRPr lang="en-US" sz="1200" b="0" kern="1200" noProof="0" dirty="0" smtClean="0">
                <a:solidFill>
                  <a:schemeClr val="tx1"/>
                </a:solidFill>
                <a:latin typeface="Arial" pitchFamily="34" charset="0"/>
                <a:ea typeface="+mn-ea"/>
                <a:cs typeface="Arial" pitchFamily="34" charset="0"/>
              </a:defRPr>
            </a:lvl9pPr>
          </a:lstStyle>
          <a:p>
            <a:pPr marL="0" lvl="0" indent="0" algn="l" defTabSz="914400" rtl="0" eaLnBrk="1" fontAlgn="base" latinLnBrk="0" hangingPunct="1">
              <a:lnSpc>
                <a:spcPct val="110000"/>
              </a:lnSpc>
              <a:spcBef>
                <a:spcPct val="40000"/>
              </a:spcBef>
              <a:spcAft>
                <a:spcPct val="0"/>
              </a:spcAft>
              <a:buFont typeface="Arial" pitchFamily="34" charset="0"/>
              <a:buNone/>
            </a:pPr>
            <a:r>
              <a:rPr lang="en-US" dirty="0"/>
              <a:t>Click to edit Master text styles</a:t>
            </a:r>
          </a:p>
        </p:txBody>
      </p:sp>
      <p:grpSp>
        <p:nvGrpSpPr>
          <p:cNvPr id="2" name="Group 11"/>
          <p:cNvGrpSpPr>
            <a:grpSpLocks noChangeAspect="1"/>
          </p:cNvGrpSpPr>
          <p:nvPr/>
        </p:nvGrpSpPr>
        <p:grpSpPr>
          <a:xfrm>
            <a:off x="128464" y="0"/>
            <a:ext cx="2592388" cy="1530350"/>
            <a:chOff x="-2592388" y="0"/>
            <a:chExt cx="2592388" cy="1530350"/>
          </a:xfrm>
          <a:solidFill>
            <a:schemeClr val="bg1"/>
          </a:solidFill>
        </p:grpSpPr>
        <p:sp>
          <p:nvSpPr>
            <p:cNvPr id="11" name="Freeform 14"/>
            <p:cNvSpPr>
              <a:spLocks noEditPoints="1"/>
            </p:cNvSpPr>
            <p:nvPr userDrawn="1"/>
          </p:nvSpPr>
          <p:spPr bwMode="auto">
            <a:xfrm>
              <a:off x="-2384425" y="393700"/>
              <a:ext cx="2119313" cy="776288"/>
            </a:xfrm>
            <a:custGeom>
              <a:avLst/>
              <a:gdLst/>
              <a:ahLst/>
              <a:cxnLst>
                <a:cxn ang="0">
                  <a:pos x="2851" y="1035"/>
                </a:cxn>
                <a:cxn ang="0">
                  <a:pos x="3588" y="28"/>
                </a:cxn>
                <a:cxn ang="0">
                  <a:pos x="2718" y="826"/>
                </a:cxn>
                <a:cxn ang="0">
                  <a:pos x="1973" y="28"/>
                </a:cxn>
                <a:cxn ang="0">
                  <a:pos x="1663" y="659"/>
                </a:cxn>
                <a:cxn ang="0">
                  <a:pos x="1850" y="28"/>
                </a:cxn>
                <a:cxn ang="0">
                  <a:pos x="1165" y="1000"/>
                </a:cxn>
                <a:cxn ang="0">
                  <a:pos x="1334" y="806"/>
                </a:cxn>
                <a:cxn ang="0">
                  <a:pos x="479" y="1047"/>
                </a:cxn>
                <a:cxn ang="0">
                  <a:pos x="980" y="699"/>
                </a:cxn>
                <a:cxn ang="0">
                  <a:pos x="2747" y="0"/>
                </a:cxn>
                <a:cxn ang="0">
                  <a:pos x="1009" y="0"/>
                </a:cxn>
                <a:cxn ang="0">
                  <a:pos x="665" y="1435"/>
                </a:cxn>
                <a:cxn ang="0">
                  <a:pos x="1150" y="1133"/>
                </a:cxn>
                <a:cxn ang="0">
                  <a:pos x="1980" y="1434"/>
                </a:cxn>
                <a:cxn ang="0">
                  <a:pos x="2963" y="1451"/>
                </a:cxn>
                <a:cxn ang="0">
                  <a:pos x="348" y="2092"/>
                </a:cxn>
                <a:cxn ang="0">
                  <a:pos x="395" y="2104"/>
                </a:cxn>
                <a:cxn ang="0">
                  <a:pos x="880" y="1895"/>
                </a:cxn>
                <a:cxn ang="0">
                  <a:pos x="584" y="1895"/>
                </a:cxn>
                <a:cxn ang="0">
                  <a:pos x="645" y="2088"/>
                </a:cxn>
                <a:cxn ang="0">
                  <a:pos x="813" y="2088"/>
                </a:cxn>
                <a:cxn ang="0">
                  <a:pos x="935" y="1790"/>
                </a:cxn>
                <a:cxn ang="0">
                  <a:pos x="1104" y="1929"/>
                </a:cxn>
                <a:cxn ang="0">
                  <a:pos x="1151" y="1938"/>
                </a:cxn>
                <a:cxn ang="0">
                  <a:pos x="1504" y="2134"/>
                </a:cxn>
                <a:cxn ang="0">
                  <a:pos x="1370" y="2132"/>
                </a:cxn>
                <a:cxn ang="0">
                  <a:pos x="1428" y="1940"/>
                </a:cxn>
                <a:cxn ang="0">
                  <a:pos x="1719" y="1895"/>
                </a:cxn>
                <a:cxn ang="0">
                  <a:pos x="1803" y="2052"/>
                </a:cxn>
                <a:cxn ang="0">
                  <a:pos x="2137" y="1923"/>
                </a:cxn>
                <a:cxn ang="0">
                  <a:pos x="1881" y="2136"/>
                </a:cxn>
                <a:cxn ang="0">
                  <a:pos x="2253" y="2017"/>
                </a:cxn>
                <a:cxn ang="0">
                  <a:pos x="2503" y="1888"/>
                </a:cxn>
                <a:cxn ang="0">
                  <a:pos x="2740" y="2092"/>
                </a:cxn>
                <a:cxn ang="0">
                  <a:pos x="2787" y="2104"/>
                </a:cxn>
                <a:cxn ang="0">
                  <a:pos x="3126" y="2134"/>
                </a:cxn>
                <a:cxn ang="0">
                  <a:pos x="2992" y="2132"/>
                </a:cxn>
                <a:cxn ang="0">
                  <a:pos x="3051" y="1940"/>
                </a:cxn>
                <a:cxn ang="0">
                  <a:pos x="3441" y="1989"/>
                </a:cxn>
                <a:cxn ang="0">
                  <a:pos x="3257" y="1790"/>
                </a:cxn>
                <a:cxn ang="0">
                  <a:pos x="168" y="2120"/>
                </a:cxn>
                <a:cxn ang="0">
                  <a:pos x="3742" y="1935"/>
                </a:cxn>
                <a:cxn ang="0">
                  <a:pos x="3624" y="2110"/>
                </a:cxn>
                <a:cxn ang="0">
                  <a:pos x="3857" y="2017"/>
                </a:cxn>
                <a:cxn ang="0">
                  <a:pos x="4180" y="1894"/>
                </a:cxn>
                <a:cxn ang="0">
                  <a:pos x="4515" y="2136"/>
                </a:cxn>
                <a:cxn ang="0">
                  <a:pos x="4289" y="1939"/>
                </a:cxn>
                <a:cxn ang="0">
                  <a:pos x="4846" y="2010"/>
                </a:cxn>
                <a:cxn ang="0">
                  <a:pos x="4741" y="1935"/>
                </a:cxn>
                <a:cxn ang="0">
                  <a:pos x="4936" y="1789"/>
                </a:cxn>
                <a:cxn ang="0">
                  <a:pos x="5002" y="2021"/>
                </a:cxn>
                <a:cxn ang="0">
                  <a:pos x="5080" y="1988"/>
                </a:cxn>
                <a:cxn ang="0">
                  <a:pos x="5388" y="2136"/>
                </a:cxn>
                <a:cxn ang="0">
                  <a:pos x="5625" y="1893"/>
                </a:cxn>
                <a:cxn ang="0">
                  <a:pos x="5573" y="1790"/>
                </a:cxn>
                <a:cxn ang="0">
                  <a:pos x="5710" y="1848"/>
                </a:cxn>
                <a:cxn ang="0">
                  <a:pos x="5786" y="2086"/>
                </a:cxn>
                <a:cxn ang="0">
                  <a:pos x="5835" y="2229"/>
                </a:cxn>
              </a:cxnLst>
              <a:rect l="0" t="0" r="r" b="b"/>
              <a:pathLst>
                <a:path w="6099" h="2232">
                  <a:moveTo>
                    <a:pt x="3588" y="1105"/>
                  </a:moveTo>
                  <a:cubicBezTo>
                    <a:pt x="3401" y="1105"/>
                    <a:pt x="3401" y="1105"/>
                    <a:pt x="3401" y="1105"/>
                  </a:cubicBezTo>
                  <a:cubicBezTo>
                    <a:pt x="3431" y="981"/>
                    <a:pt x="3431" y="981"/>
                    <a:pt x="3431" y="981"/>
                  </a:cubicBezTo>
                  <a:cubicBezTo>
                    <a:pt x="3055" y="981"/>
                    <a:pt x="3055" y="981"/>
                    <a:pt x="3055" y="981"/>
                  </a:cubicBezTo>
                  <a:cubicBezTo>
                    <a:pt x="3024" y="1105"/>
                    <a:pt x="3024" y="1105"/>
                    <a:pt x="3024" y="1105"/>
                  </a:cubicBezTo>
                  <a:cubicBezTo>
                    <a:pt x="2843" y="1105"/>
                    <a:pt x="2843" y="1105"/>
                    <a:pt x="2843" y="1105"/>
                  </a:cubicBezTo>
                  <a:cubicBezTo>
                    <a:pt x="2843" y="1079"/>
                    <a:pt x="2843" y="1079"/>
                    <a:pt x="2843" y="1079"/>
                  </a:cubicBezTo>
                  <a:cubicBezTo>
                    <a:pt x="2845" y="1065"/>
                    <a:pt x="2848" y="1051"/>
                    <a:pt x="2851" y="1035"/>
                  </a:cubicBezTo>
                  <a:cubicBezTo>
                    <a:pt x="2884" y="901"/>
                    <a:pt x="2972" y="769"/>
                    <a:pt x="3124" y="769"/>
                  </a:cubicBezTo>
                  <a:cubicBezTo>
                    <a:pt x="3185" y="769"/>
                    <a:pt x="3244" y="792"/>
                    <a:pt x="3236" y="875"/>
                  </a:cubicBezTo>
                  <a:cubicBezTo>
                    <a:pt x="3460" y="875"/>
                    <a:pt x="3460" y="875"/>
                    <a:pt x="3460" y="875"/>
                  </a:cubicBezTo>
                  <a:cubicBezTo>
                    <a:pt x="3469" y="836"/>
                    <a:pt x="3484" y="770"/>
                    <a:pt x="3441" y="709"/>
                  </a:cubicBezTo>
                  <a:cubicBezTo>
                    <a:pt x="3394" y="643"/>
                    <a:pt x="3298" y="616"/>
                    <a:pt x="3173" y="616"/>
                  </a:cubicBezTo>
                  <a:cubicBezTo>
                    <a:pt x="3084" y="616"/>
                    <a:pt x="2955" y="631"/>
                    <a:pt x="2843" y="704"/>
                  </a:cubicBezTo>
                  <a:cubicBezTo>
                    <a:pt x="2843" y="28"/>
                    <a:pt x="2843" y="28"/>
                    <a:pt x="2843" y="28"/>
                  </a:cubicBezTo>
                  <a:cubicBezTo>
                    <a:pt x="3588" y="28"/>
                    <a:pt x="3588" y="28"/>
                    <a:pt x="3588" y="28"/>
                  </a:cubicBezTo>
                  <a:lnTo>
                    <a:pt x="3588" y="1105"/>
                  </a:lnTo>
                  <a:close/>
                  <a:moveTo>
                    <a:pt x="3148" y="1287"/>
                  </a:moveTo>
                  <a:cubicBezTo>
                    <a:pt x="3106" y="1294"/>
                    <a:pt x="3063" y="1300"/>
                    <a:pt x="3023" y="1300"/>
                  </a:cubicBezTo>
                  <a:cubicBezTo>
                    <a:pt x="2915" y="1300"/>
                    <a:pt x="2840" y="1250"/>
                    <a:pt x="2839" y="1133"/>
                  </a:cubicBezTo>
                  <a:cubicBezTo>
                    <a:pt x="3186" y="1133"/>
                    <a:pt x="3186" y="1133"/>
                    <a:pt x="3186" y="1133"/>
                  </a:cubicBezTo>
                  <a:lnTo>
                    <a:pt x="3148" y="1287"/>
                  </a:lnTo>
                  <a:close/>
                  <a:moveTo>
                    <a:pt x="2718" y="672"/>
                  </a:moveTo>
                  <a:cubicBezTo>
                    <a:pt x="2718" y="826"/>
                    <a:pt x="2718" y="826"/>
                    <a:pt x="2718" y="826"/>
                  </a:cubicBezTo>
                  <a:cubicBezTo>
                    <a:pt x="2666" y="898"/>
                    <a:pt x="2634" y="976"/>
                    <a:pt x="2619" y="1040"/>
                  </a:cubicBezTo>
                  <a:cubicBezTo>
                    <a:pt x="2613" y="1061"/>
                    <a:pt x="2609" y="1083"/>
                    <a:pt x="2607" y="1105"/>
                  </a:cubicBezTo>
                  <a:cubicBezTo>
                    <a:pt x="2497" y="1105"/>
                    <a:pt x="2497" y="1105"/>
                    <a:pt x="2497" y="1105"/>
                  </a:cubicBezTo>
                  <a:cubicBezTo>
                    <a:pt x="2591" y="660"/>
                    <a:pt x="2591" y="660"/>
                    <a:pt x="2591" y="660"/>
                  </a:cubicBezTo>
                  <a:cubicBezTo>
                    <a:pt x="2276" y="660"/>
                    <a:pt x="2276" y="660"/>
                    <a:pt x="2276" y="660"/>
                  </a:cubicBezTo>
                  <a:cubicBezTo>
                    <a:pt x="1993" y="1105"/>
                    <a:pt x="1993" y="1105"/>
                    <a:pt x="1993" y="1105"/>
                  </a:cubicBezTo>
                  <a:cubicBezTo>
                    <a:pt x="1973" y="1105"/>
                    <a:pt x="1973" y="1105"/>
                    <a:pt x="1973" y="1105"/>
                  </a:cubicBezTo>
                  <a:cubicBezTo>
                    <a:pt x="1973" y="28"/>
                    <a:pt x="1973" y="28"/>
                    <a:pt x="1973" y="28"/>
                  </a:cubicBezTo>
                  <a:cubicBezTo>
                    <a:pt x="2718" y="28"/>
                    <a:pt x="2718" y="28"/>
                    <a:pt x="2718" y="28"/>
                  </a:cubicBezTo>
                  <a:lnTo>
                    <a:pt x="2718" y="672"/>
                  </a:lnTo>
                  <a:close/>
                  <a:moveTo>
                    <a:pt x="2302" y="1105"/>
                  </a:moveTo>
                  <a:cubicBezTo>
                    <a:pt x="2190" y="1105"/>
                    <a:pt x="2190" y="1105"/>
                    <a:pt x="2190" y="1105"/>
                  </a:cubicBezTo>
                  <a:cubicBezTo>
                    <a:pt x="2360" y="838"/>
                    <a:pt x="2360" y="838"/>
                    <a:pt x="2360" y="838"/>
                  </a:cubicBezTo>
                  <a:lnTo>
                    <a:pt x="2302" y="1105"/>
                  </a:lnTo>
                  <a:close/>
                  <a:moveTo>
                    <a:pt x="1850" y="659"/>
                  </a:moveTo>
                  <a:cubicBezTo>
                    <a:pt x="1663" y="659"/>
                    <a:pt x="1663" y="659"/>
                    <a:pt x="1663" y="659"/>
                  </a:cubicBezTo>
                  <a:cubicBezTo>
                    <a:pt x="1535" y="1105"/>
                    <a:pt x="1535" y="1105"/>
                    <a:pt x="1535" y="1105"/>
                  </a:cubicBezTo>
                  <a:cubicBezTo>
                    <a:pt x="1337" y="1105"/>
                    <a:pt x="1337" y="1105"/>
                    <a:pt x="1337" y="1105"/>
                  </a:cubicBezTo>
                  <a:cubicBezTo>
                    <a:pt x="1438" y="1068"/>
                    <a:pt x="1499" y="996"/>
                    <a:pt x="1518" y="890"/>
                  </a:cubicBezTo>
                  <a:cubicBezTo>
                    <a:pt x="1534" y="809"/>
                    <a:pt x="1527" y="755"/>
                    <a:pt x="1493" y="714"/>
                  </a:cubicBezTo>
                  <a:cubicBezTo>
                    <a:pt x="1443" y="654"/>
                    <a:pt x="1342" y="659"/>
                    <a:pt x="1253" y="659"/>
                  </a:cubicBezTo>
                  <a:cubicBezTo>
                    <a:pt x="1237" y="659"/>
                    <a:pt x="1105" y="659"/>
                    <a:pt x="1105" y="659"/>
                  </a:cubicBezTo>
                  <a:cubicBezTo>
                    <a:pt x="1105" y="28"/>
                    <a:pt x="1105" y="28"/>
                    <a:pt x="1105" y="28"/>
                  </a:cubicBezTo>
                  <a:cubicBezTo>
                    <a:pt x="1850" y="28"/>
                    <a:pt x="1850" y="28"/>
                    <a:pt x="1850" y="28"/>
                  </a:cubicBezTo>
                  <a:lnTo>
                    <a:pt x="1850" y="659"/>
                  </a:lnTo>
                  <a:close/>
                  <a:moveTo>
                    <a:pt x="1730" y="1105"/>
                  </a:moveTo>
                  <a:cubicBezTo>
                    <a:pt x="1809" y="826"/>
                    <a:pt x="1809" y="826"/>
                    <a:pt x="1809" y="826"/>
                  </a:cubicBezTo>
                  <a:cubicBezTo>
                    <a:pt x="1812" y="1105"/>
                    <a:pt x="1812" y="1105"/>
                    <a:pt x="1812" y="1105"/>
                  </a:cubicBezTo>
                  <a:lnTo>
                    <a:pt x="1730" y="1105"/>
                  </a:lnTo>
                  <a:close/>
                  <a:moveTo>
                    <a:pt x="1188" y="999"/>
                  </a:moveTo>
                  <a:cubicBezTo>
                    <a:pt x="1187" y="999"/>
                    <a:pt x="1187" y="999"/>
                    <a:pt x="1187" y="999"/>
                  </a:cubicBezTo>
                  <a:cubicBezTo>
                    <a:pt x="1180" y="999"/>
                    <a:pt x="1173" y="1000"/>
                    <a:pt x="1165" y="1000"/>
                  </a:cubicBezTo>
                  <a:cubicBezTo>
                    <a:pt x="1154" y="1000"/>
                    <a:pt x="1145" y="1000"/>
                    <a:pt x="1137" y="1000"/>
                  </a:cubicBezTo>
                  <a:cubicBezTo>
                    <a:pt x="1089" y="1000"/>
                    <a:pt x="1089" y="1000"/>
                    <a:pt x="1089" y="1000"/>
                  </a:cubicBezTo>
                  <a:cubicBezTo>
                    <a:pt x="1111" y="918"/>
                    <a:pt x="1111" y="918"/>
                    <a:pt x="1111" y="918"/>
                  </a:cubicBezTo>
                  <a:cubicBezTo>
                    <a:pt x="1122" y="878"/>
                    <a:pt x="1122" y="878"/>
                    <a:pt x="1122" y="878"/>
                  </a:cubicBezTo>
                  <a:cubicBezTo>
                    <a:pt x="1147" y="783"/>
                    <a:pt x="1147" y="783"/>
                    <a:pt x="1147" y="783"/>
                  </a:cubicBezTo>
                  <a:cubicBezTo>
                    <a:pt x="1158" y="783"/>
                    <a:pt x="1169" y="782"/>
                    <a:pt x="1179" y="782"/>
                  </a:cubicBezTo>
                  <a:cubicBezTo>
                    <a:pt x="1216" y="782"/>
                    <a:pt x="1216" y="782"/>
                    <a:pt x="1216" y="782"/>
                  </a:cubicBezTo>
                  <a:cubicBezTo>
                    <a:pt x="1279" y="782"/>
                    <a:pt x="1319" y="786"/>
                    <a:pt x="1334" y="806"/>
                  </a:cubicBezTo>
                  <a:cubicBezTo>
                    <a:pt x="1345" y="822"/>
                    <a:pt x="1343" y="848"/>
                    <a:pt x="1330" y="888"/>
                  </a:cubicBezTo>
                  <a:cubicBezTo>
                    <a:pt x="1308" y="957"/>
                    <a:pt x="1279" y="992"/>
                    <a:pt x="1188" y="999"/>
                  </a:cubicBezTo>
                  <a:moveTo>
                    <a:pt x="980" y="699"/>
                  </a:moveTo>
                  <a:cubicBezTo>
                    <a:pt x="969" y="737"/>
                    <a:pt x="969" y="737"/>
                    <a:pt x="969" y="737"/>
                  </a:cubicBezTo>
                  <a:cubicBezTo>
                    <a:pt x="862" y="1092"/>
                    <a:pt x="862" y="1092"/>
                    <a:pt x="862" y="1092"/>
                  </a:cubicBezTo>
                  <a:cubicBezTo>
                    <a:pt x="858" y="1105"/>
                    <a:pt x="858" y="1105"/>
                    <a:pt x="858" y="1105"/>
                  </a:cubicBezTo>
                  <a:cubicBezTo>
                    <a:pt x="507" y="1105"/>
                    <a:pt x="507" y="1105"/>
                    <a:pt x="507" y="1105"/>
                  </a:cubicBezTo>
                  <a:cubicBezTo>
                    <a:pt x="479" y="1047"/>
                    <a:pt x="479" y="1047"/>
                    <a:pt x="479" y="1047"/>
                  </a:cubicBezTo>
                  <a:cubicBezTo>
                    <a:pt x="858" y="660"/>
                    <a:pt x="858" y="660"/>
                    <a:pt x="858" y="660"/>
                  </a:cubicBezTo>
                  <a:cubicBezTo>
                    <a:pt x="615" y="660"/>
                    <a:pt x="615" y="660"/>
                    <a:pt x="615" y="660"/>
                  </a:cubicBezTo>
                  <a:cubicBezTo>
                    <a:pt x="319" y="979"/>
                    <a:pt x="319" y="979"/>
                    <a:pt x="319" y="979"/>
                  </a:cubicBezTo>
                  <a:cubicBezTo>
                    <a:pt x="415" y="660"/>
                    <a:pt x="415" y="660"/>
                    <a:pt x="415" y="660"/>
                  </a:cubicBezTo>
                  <a:cubicBezTo>
                    <a:pt x="235" y="660"/>
                    <a:pt x="235" y="660"/>
                    <a:pt x="235" y="660"/>
                  </a:cubicBezTo>
                  <a:cubicBezTo>
                    <a:pt x="235" y="28"/>
                    <a:pt x="235" y="28"/>
                    <a:pt x="235" y="28"/>
                  </a:cubicBezTo>
                  <a:cubicBezTo>
                    <a:pt x="980" y="28"/>
                    <a:pt x="980" y="28"/>
                    <a:pt x="980" y="28"/>
                  </a:cubicBezTo>
                  <a:lnTo>
                    <a:pt x="980" y="699"/>
                  </a:lnTo>
                  <a:close/>
                  <a:moveTo>
                    <a:pt x="281" y="1105"/>
                  </a:moveTo>
                  <a:cubicBezTo>
                    <a:pt x="282" y="1101"/>
                    <a:pt x="282" y="1101"/>
                    <a:pt x="282" y="1101"/>
                  </a:cubicBezTo>
                  <a:cubicBezTo>
                    <a:pt x="285" y="1105"/>
                    <a:pt x="285" y="1105"/>
                    <a:pt x="285" y="1105"/>
                  </a:cubicBezTo>
                  <a:lnTo>
                    <a:pt x="281" y="1105"/>
                  </a:lnTo>
                  <a:close/>
                  <a:moveTo>
                    <a:pt x="2814" y="0"/>
                  </a:moveTo>
                  <a:cubicBezTo>
                    <a:pt x="2814" y="724"/>
                    <a:pt x="2814" y="724"/>
                    <a:pt x="2814" y="724"/>
                  </a:cubicBezTo>
                  <a:cubicBezTo>
                    <a:pt x="2789" y="744"/>
                    <a:pt x="2767" y="765"/>
                    <a:pt x="2747" y="788"/>
                  </a:cubicBezTo>
                  <a:cubicBezTo>
                    <a:pt x="2747" y="0"/>
                    <a:pt x="2747" y="0"/>
                    <a:pt x="2747" y="0"/>
                  </a:cubicBezTo>
                  <a:cubicBezTo>
                    <a:pt x="1945" y="0"/>
                    <a:pt x="1945" y="0"/>
                    <a:pt x="1945" y="0"/>
                  </a:cubicBezTo>
                  <a:cubicBezTo>
                    <a:pt x="1945" y="659"/>
                    <a:pt x="1945" y="659"/>
                    <a:pt x="1945" y="659"/>
                  </a:cubicBezTo>
                  <a:cubicBezTo>
                    <a:pt x="1878" y="659"/>
                    <a:pt x="1878" y="659"/>
                    <a:pt x="1878" y="659"/>
                  </a:cubicBezTo>
                  <a:cubicBezTo>
                    <a:pt x="1878" y="0"/>
                    <a:pt x="1878" y="0"/>
                    <a:pt x="1878" y="0"/>
                  </a:cubicBezTo>
                  <a:cubicBezTo>
                    <a:pt x="1076" y="0"/>
                    <a:pt x="1076" y="0"/>
                    <a:pt x="1076" y="0"/>
                  </a:cubicBezTo>
                  <a:cubicBezTo>
                    <a:pt x="1076" y="660"/>
                    <a:pt x="1076" y="660"/>
                    <a:pt x="1076" y="660"/>
                  </a:cubicBezTo>
                  <a:cubicBezTo>
                    <a:pt x="1009" y="660"/>
                    <a:pt x="1009" y="660"/>
                    <a:pt x="1009" y="660"/>
                  </a:cubicBezTo>
                  <a:cubicBezTo>
                    <a:pt x="1009" y="0"/>
                    <a:pt x="1009" y="0"/>
                    <a:pt x="1009" y="0"/>
                  </a:cubicBezTo>
                  <a:cubicBezTo>
                    <a:pt x="207" y="0"/>
                    <a:pt x="207" y="0"/>
                    <a:pt x="207" y="0"/>
                  </a:cubicBezTo>
                  <a:cubicBezTo>
                    <a:pt x="207" y="753"/>
                    <a:pt x="207" y="753"/>
                    <a:pt x="207" y="753"/>
                  </a:cubicBezTo>
                  <a:cubicBezTo>
                    <a:pt x="2" y="1435"/>
                    <a:pt x="2" y="1435"/>
                    <a:pt x="2" y="1435"/>
                  </a:cubicBezTo>
                  <a:cubicBezTo>
                    <a:pt x="182" y="1435"/>
                    <a:pt x="182" y="1435"/>
                    <a:pt x="182" y="1435"/>
                  </a:cubicBezTo>
                  <a:cubicBezTo>
                    <a:pt x="273" y="1133"/>
                    <a:pt x="273" y="1133"/>
                    <a:pt x="273" y="1133"/>
                  </a:cubicBezTo>
                  <a:cubicBezTo>
                    <a:pt x="299" y="1133"/>
                    <a:pt x="299" y="1133"/>
                    <a:pt x="299" y="1133"/>
                  </a:cubicBezTo>
                  <a:cubicBezTo>
                    <a:pt x="448" y="1435"/>
                    <a:pt x="448" y="1435"/>
                    <a:pt x="448" y="1435"/>
                  </a:cubicBezTo>
                  <a:cubicBezTo>
                    <a:pt x="665" y="1435"/>
                    <a:pt x="665" y="1435"/>
                    <a:pt x="665" y="1435"/>
                  </a:cubicBezTo>
                  <a:cubicBezTo>
                    <a:pt x="520" y="1133"/>
                    <a:pt x="520" y="1133"/>
                    <a:pt x="520" y="1133"/>
                  </a:cubicBezTo>
                  <a:cubicBezTo>
                    <a:pt x="849" y="1133"/>
                    <a:pt x="849" y="1133"/>
                    <a:pt x="849" y="1133"/>
                  </a:cubicBezTo>
                  <a:cubicBezTo>
                    <a:pt x="758" y="1435"/>
                    <a:pt x="758" y="1435"/>
                    <a:pt x="758" y="1435"/>
                  </a:cubicBezTo>
                  <a:cubicBezTo>
                    <a:pt x="955" y="1435"/>
                    <a:pt x="955" y="1435"/>
                    <a:pt x="955" y="1435"/>
                  </a:cubicBezTo>
                  <a:cubicBezTo>
                    <a:pt x="1045" y="1134"/>
                    <a:pt x="1045" y="1134"/>
                    <a:pt x="1045" y="1134"/>
                  </a:cubicBezTo>
                  <a:cubicBezTo>
                    <a:pt x="1088" y="1134"/>
                    <a:pt x="1088" y="1134"/>
                    <a:pt x="1088" y="1134"/>
                  </a:cubicBezTo>
                  <a:cubicBezTo>
                    <a:pt x="1088" y="1133"/>
                    <a:pt x="1088" y="1133"/>
                    <a:pt x="1088" y="1133"/>
                  </a:cubicBezTo>
                  <a:cubicBezTo>
                    <a:pt x="1150" y="1133"/>
                    <a:pt x="1150" y="1133"/>
                    <a:pt x="1150" y="1133"/>
                  </a:cubicBezTo>
                  <a:cubicBezTo>
                    <a:pt x="1155" y="1133"/>
                    <a:pt x="1155" y="1133"/>
                    <a:pt x="1155" y="1133"/>
                  </a:cubicBezTo>
                  <a:cubicBezTo>
                    <a:pt x="1527" y="1133"/>
                    <a:pt x="1527" y="1133"/>
                    <a:pt x="1527" y="1133"/>
                  </a:cubicBezTo>
                  <a:cubicBezTo>
                    <a:pt x="1440" y="1434"/>
                    <a:pt x="1440" y="1434"/>
                    <a:pt x="1440" y="1434"/>
                  </a:cubicBezTo>
                  <a:cubicBezTo>
                    <a:pt x="1638" y="1434"/>
                    <a:pt x="1638" y="1434"/>
                    <a:pt x="1638" y="1434"/>
                  </a:cubicBezTo>
                  <a:cubicBezTo>
                    <a:pt x="1722" y="1133"/>
                    <a:pt x="1722" y="1133"/>
                    <a:pt x="1722" y="1133"/>
                  </a:cubicBezTo>
                  <a:cubicBezTo>
                    <a:pt x="1812" y="1133"/>
                    <a:pt x="1812" y="1133"/>
                    <a:pt x="1812" y="1133"/>
                  </a:cubicBezTo>
                  <a:cubicBezTo>
                    <a:pt x="1814" y="1434"/>
                    <a:pt x="1814" y="1434"/>
                    <a:pt x="1814" y="1434"/>
                  </a:cubicBezTo>
                  <a:cubicBezTo>
                    <a:pt x="1980" y="1434"/>
                    <a:pt x="1980" y="1434"/>
                    <a:pt x="1980" y="1434"/>
                  </a:cubicBezTo>
                  <a:cubicBezTo>
                    <a:pt x="2171" y="1133"/>
                    <a:pt x="2171" y="1133"/>
                    <a:pt x="2171" y="1133"/>
                  </a:cubicBezTo>
                  <a:cubicBezTo>
                    <a:pt x="2296" y="1133"/>
                    <a:pt x="2296" y="1133"/>
                    <a:pt x="2296" y="1133"/>
                  </a:cubicBezTo>
                  <a:cubicBezTo>
                    <a:pt x="2232" y="1434"/>
                    <a:pt x="2232" y="1434"/>
                    <a:pt x="2232" y="1434"/>
                  </a:cubicBezTo>
                  <a:cubicBezTo>
                    <a:pt x="2427" y="1434"/>
                    <a:pt x="2427" y="1434"/>
                    <a:pt x="2427" y="1434"/>
                  </a:cubicBezTo>
                  <a:cubicBezTo>
                    <a:pt x="2491" y="1133"/>
                    <a:pt x="2491" y="1133"/>
                    <a:pt x="2491" y="1133"/>
                  </a:cubicBezTo>
                  <a:cubicBezTo>
                    <a:pt x="2604" y="1133"/>
                    <a:pt x="2604" y="1133"/>
                    <a:pt x="2604" y="1133"/>
                  </a:cubicBezTo>
                  <a:cubicBezTo>
                    <a:pt x="2599" y="1226"/>
                    <a:pt x="2623" y="1311"/>
                    <a:pt x="2685" y="1368"/>
                  </a:cubicBezTo>
                  <a:cubicBezTo>
                    <a:pt x="2761" y="1438"/>
                    <a:pt x="2877" y="1451"/>
                    <a:pt x="2963" y="1451"/>
                  </a:cubicBezTo>
                  <a:cubicBezTo>
                    <a:pt x="3081" y="1451"/>
                    <a:pt x="3203" y="1434"/>
                    <a:pt x="3326" y="1407"/>
                  </a:cubicBezTo>
                  <a:cubicBezTo>
                    <a:pt x="3394" y="1133"/>
                    <a:pt x="3394" y="1133"/>
                    <a:pt x="3394" y="1133"/>
                  </a:cubicBezTo>
                  <a:cubicBezTo>
                    <a:pt x="3617" y="1133"/>
                    <a:pt x="3617" y="1133"/>
                    <a:pt x="3617" y="1133"/>
                  </a:cubicBezTo>
                  <a:cubicBezTo>
                    <a:pt x="3617" y="0"/>
                    <a:pt x="3617" y="0"/>
                    <a:pt x="3617" y="0"/>
                  </a:cubicBezTo>
                  <a:lnTo>
                    <a:pt x="2814" y="0"/>
                  </a:lnTo>
                  <a:close/>
                  <a:moveTo>
                    <a:pt x="351" y="1894"/>
                  </a:moveTo>
                  <a:cubicBezTo>
                    <a:pt x="321" y="2038"/>
                    <a:pt x="321" y="2038"/>
                    <a:pt x="321" y="2038"/>
                  </a:cubicBezTo>
                  <a:cubicBezTo>
                    <a:pt x="316" y="2060"/>
                    <a:pt x="309" y="2092"/>
                    <a:pt x="348" y="2092"/>
                  </a:cubicBezTo>
                  <a:cubicBezTo>
                    <a:pt x="393" y="2092"/>
                    <a:pt x="400" y="2058"/>
                    <a:pt x="409" y="2016"/>
                  </a:cubicBezTo>
                  <a:cubicBezTo>
                    <a:pt x="435" y="1894"/>
                    <a:pt x="435" y="1894"/>
                    <a:pt x="435" y="1894"/>
                  </a:cubicBezTo>
                  <a:cubicBezTo>
                    <a:pt x="508" y="1894"/>
                    <a:pt x="508" y="1894"/>
                    <a:pt x="508" y="1894"/>
                  </a:cubicBezTo>
                  <a:cubicBezTo>
                    <a:pt x="474" y="2053"/>
                    <a:pt x="474" y="2053"/>
                    <a:pt x="474" y="2053"/>
                  </a:cubicBezTo>
                  <a:cubicBezTo>
                    <a:pt x="464" y="2106"/>
                    <a:pt x="463" y="2112"/>
                    <a:pt x="462" y="2118"/>
                  </a:cubicBezTo>
                  <a:cubicBezTo>
                    <a:pt x="461" y="2125"/>
                    <a:pt x="460" y="2130"/>
                    <a:pt x="460" y="2136"/>
                  </a:cubicBezTo>
                  <a:cubicBezTo>
                    <a:pt x="391" y="2136"/>
                    <a:pt x="391" y="2136"/>
                    <a:pt x="391" y="2136"/>
                  </a:cubicBezTo>
                  <a:cubicBezTo>
                    <a:pt x="395" y="2104"/>
                    <a:pt x="395" y="2104"/>
                    <a:pt x="395" y="2104"/>
                  </a:cubicBezTo>
                  <a:cubicBezTo>
                    <a:pt x="386" y="2115"/>
                    <a:pt x="362" y="2143"/>
                    <a:pt x="315" y="2143"/>
                  </a:cubicBezTo>
                  <a:cubicBezTo>
                    <a:pt x="283" y="2143"/>
                    <a:pt x="259" y="2128"/>
                    <a:pt x="250" y="2110"/>
                  </a:cubicBezTo>
                  <a:cubicBezTo>
                    <a:pt x="238" y="2090"/>
                    <a:pt x="245" y="2056"/>
                    <a:pt x="248" y="2045"/>
                  </a:cubicBezTo>
                  <a:cubicBezTo>
                    <a:pt x="279" y="1894"/>
                    <a:pt x="279" y="1894"/>
                    <a:pt x="279" y="1894"/>
                  </a:cubicBezTo>
                  <a:lnTo>
                    <a:pt x="351" y="1894"/>
                  </a:lnTo>
                  <a:close/>
                  <a:moveTo>
                    <a:pt x="812" y="1942"/>
                  </a:moveTo>
                  <a:cubicBezTo>
                    <a:pt x="870" y="1942"/>
                    <a:pt x="870" y="1942"/>
                    <a:pt x="870" y="1942"/>
                  </a:cubicBezTo>
                  <a:cubicBezTo>
                    <a:pt x="880" y="1895"/>
                    <a:pt x="880" y="1895"/>
                    <a:pt x="880" y="1895"/>
                  </a:cubicBezTo>
                  <a:cubicBezTo>
                    <a:pt x="822" y="1895"/>
                    <a:pt x="822" y="1895"/>
                    <a:pt x="822" y="1895"/>
                  </a:cubicBezTo>
                  <a:cubicBezTo>
                    <a:pt x="838" y="1822"/>
                    <a:pt x="838" y="1822"/>
                    <a:pt x="838" y="1822"/>
                  </a:cubicBezTo>
                  <a:cubicBezTo>
                    <a:pt x="762" y="1848"/>
                    <a:pt x="762" y="1848"/>
                    <a:pt x="762" y="1848"/>
                  </a:cubicBezTo>
                  <a:cubicBezTo>
                    <a:pt x="752" y="1895"/>
                    <a:pt x="752" y="1895"/>
                    <a:pt x="752" y="1895"/>
                  </a:cubicBezTo>
                  <a:cubicBezTo>
                    <a:pt x="654" y="1895"/>
                    <a:pt x="654" y="1895"/>
                    <a:pt x="654" y="1895"/>
                  </a:cubicBezTo>
                  <a:cubicBezTo>
                    <a:pt x="670" y="1822"/>
                    <a:pt x="670" y="1822"/>
                    <a:pt x="670" y="1822"/>
                  </a:cubicBezTo>
                  <a:cubicBezTo>
                    <a:pt x="594" y="1848"/>
                    <a:pt x="594" y="1848"/>
                    <a:pt x="594" y="1848"/>
                  </a:cubicBezTo>
                  <a:cubicBezTo>
                    <a:pt x="584" y="1895"/>
                    <a:pt x="584" y="1895"/>
                    <a:pt x="584" y="1895"/>
                  </a:cubicBezTo>
                  <a:cubicBezTo>
                    <a:pt x="537" y="1895"/>
                    <a:pt x="537" y="1895"/>
                    <a:pt x="537" y="1895"/>
                  </a:cubicBezTo>
                  <a:cubicBezTo>
                    <a:pt x="527" y="1942"/>
                    <a:pt x="527" y="1942"/>
                    <a:pt x="527" y="1942"/>
                  </a:cubicBezTo>
                  <a:cubicBezTo>
                    <a:pt x="574" y="1942"/>
                    <a:pt x="574" y="1942"/>
                    <a:pt x="574" y="1942"/>
                  </a:cubicBezTo>
                  <a:cubicBezTo>
                    <a:pt x="545" y="2075"/>
                    <a:pt x="545" y="2075"/>
                    <a:pt x="545" y="2075"/>
                  </a:cubicBezTo>
                  <a:cubicBezTo>
                    <a:pt x="541" y="2095"/>
                    <a:pt x="531" y="2141"/>
                    <a:pt x="603" y="2141"/>
                  </a:cubicBezTo>
                  <a:cubicBezTo>
                    <a:pt x="615" y="2141"/>
                    <a:pt x="636" y="2139"/>
                    <a:pt x="660" y="2133"/>
                  </a:cubicBezTo>
                  <a:cubicBezTo>
                    <a:pt x="670" y="2086"/>
                    <a:pt x="670" y="2086"/>
                    <a:pt x="670" y="2086"/>
                  </a:cubicBezTo>
                  <a:cubicBezTo>
                    <a:pt x="661" y="2087"/>
                    <a:pt x="656" y="2088"/>
                    <a:pt x="645" y="2088"/>
                  </a:cubicBezTo>
                  <a:cubicBezTo>
                    <a:pt x="614" y="2088"/>
                    <a:pt x="617" y="2074"/>
                    <a:pt x="621" y="2052"/>
                  </a:cubicBezTo>
                  <a:cubicBezTo>
                    <a:pt x="645" y="1942"/>
                    <a:pt x="645" y="1942"/>
                    <a:pt x="645" y="1942"/>
                  </a:cubicBezTo>
                  <a:cubicBezTo>
                    <a:pt x="741" y="1942"/>
                    <a:pt x="741" y="1942"/>
                    <a:pt x="741" y="1942"/>
                  </a:cubicBezTo>
                  <a:cubicBezTo>
                    <a:pt x="713" y="2075"/>
                    <a:pt x="713" y="2075"/>
                    <a:pt x="713" y="2075"/>
                  </a:cubicBezTo>
                  <a:cubicBezTo>
                    <a:pt x="709" y="2095"/>
                    <a:pt x="699" y="2141"/>
                    <a:pt x="771" y="2141"/>
                  </a:cubicBezTo>
                  <a:cubicBezTo>
                    <a:pt x="782" y="2141"/>
                    <a:pt x="804" y="2139"/>
                    <a:pt x="828" y="2133"/>
                  </a:cubicBezTo>
                  <a:cubicBezTo>
                    <a:pt x="838" y="2086"/>
                    <a:pt x="838" y="2086"/>
                    <a:pt x="838" y="2086"/>
                  </a:cubicBezTo>
                  <a:cubicBezTo>
                    <a:pt x="829" y="2087"/>
                    <a:pt x="824" y="2088"/>
                    <a:pt x="813" y="2088"/>
                  </a:cubicBezTo>
                  <a:cubicBezTo>
                    <a:pt x="781" y="2088"/>
                    <a:pt x="785" y="2074"/>
                    <a:pt x="788" y="2052"/>
                  </a:cubicBezTo>
                  <a:lnTo>
                    <a:pt x="812" y="1942"/>
                  </a:lnTo>
                  <a:close/>
                  <a:moveTo>
                    <a:pt x="916" y="1893"/>
                  </a:moveTo>
                  <a:cubicBezTo>
                    <a:pt x="987" y="1893"/>
                    <a:pt x="987" y="1893"/>
                    <a:pt x="987" y="1893"/>
                  </a:cubicBezTo>
                  <a:cubicBezTo>
                    <a:pt x="935" y="2136"/>
                    <a:pt x="935" y="2136"/>
                    <a:pt x="935" y="2136"/>
                  </a:cubicBezTo>
                  <a:cubicBezTo>
                    <a:pt x="864" y="2136"/>
                    <a:pt x="864" y="2136"/>
                    <a:pt x="864" y="2136"/>
                  </a:cubicBezTo>
                  <a:lnTo>
                    <a:pt x="916" y="1893"/>
                  </a:lnTo>
                  <a:close/>
                  <a:moveTo>
                    <a:pt x="935" y="1790"/>
                  </a:moveTo>
                  <a:cubicBezTo>
                    <a:pt x="1011" y="1790"/>
                    <a:pt x="1011" y="1790"/>
                    <a:pt x="1011" y="1790"/>
                  </a:cubicBezTo>
                  <a:cubicBezTo>
                    <a:pt x="998" y="1851"/>
                    <a:pt x="998" y="1851"/>
                    <a:pt x="998" y="1851"/>
                  </a:cubicBezTo>
                  <a:cubicBezTo>
                    <a:pt x="922" y="1851"/>
                    <a:pt x="922" y="1851"/>
                    <a:pt x="922" y="1851"/>
                  </a:cubicBezTo>
                  <a:lnTo>
                    <a:pt x="935" y="1790"/>
                  </a:lnTo>
                  <a:close/>
                  <a:moveTo>
                    <a:pt x="1034" y="1937"/>
                  </a:moveTo>
                  <a:cubicBezTo>
                    <a:pt x="1034" y="1936"/>
                    <a:pt x="1040" y="1909"/>
                    <a:pt x="1042" y="1893"/>
                  </a:cubicBezTo>
                  <a:cubicBezTo>
                    <a:pt x="1110" y="1893"/>
                    <a:pt x="1110" y="1893"/>
                    <a:pt x="1110" y="1893"/>
                  </a:cubicBezTo>
                  <a:cubicBezTo>
                    <a:pt x="1104" y="1929"/>
                    <a:pt x="1104" y="1929"/>
                    <a:pt x="1104" y="1929"/>
                  </a:cubicBezTo>
                  <a:cubicBezTo>
                    <a:pt x="1113" y="1918"/>
                    <a:pt x="1139" y="1887"/>
                    <a:pt x="1192" y="1887"/>
                  </a:cubicBezTo>
                  <a:cubicBezTo>
                    <a:pt x="1239" y="1887"/>
                    <a:pt x="1254" y="1916"/>
                    <a:pt x="1256" y="1933"/>
                  </a:cubicBezTo>
                  <a:cubicBezTo>
                    <a:pt x="1259" y="1948"/>
                    <a:pt x="1257" y="1960"/>
                    <a:pt x="1248" y="2005"/>
                  </a:cubicBezTo>
                  <a:cubicBezTo>
                    <a:pt x="1220" y="2136"/>
                    <a:pt x="1220" y="2136"/>
                    <a:pt x="1220" y="2136"/>
                  </a:cubicBezTo>
                  <a:cubicBezTo>
                    <a:pt x="1147" y="2136"/>
                    <a:pt x="1147" y="2136"/>
                    <a:pt x="1147" y="2136"/>
                  </a:cubicBezTo>
                  <a:cubicBezTo>
                    <a:pt x="1179" y="1985"/>
                    <a:pt x="1179" y="1985"/>
                    <a:pt x="1179" y="1985"/>
                  </a:cubicBezTo>
                  <a:cubicBezTo>
                    <a:pt x="1181" y="1975"/>
                    <a:pt x="1183" y="1967"/>
                    <a:pt x="1181" y="1959"/>
                  </a:cubicBezTo>
                  <a:cubicBezTo>
                    <a:pt x="1178" y="1949"/>
                    <a:pt x="1169" y="1938"/>
                    <a:pt x="1151" y="1938"/>
                  </a:cubicBezTo>
                  <a:cubicBezTo>
                    <a:pt x="1136" y="1938"/>
                    <a:pt x="1120" y="1946"/>
                    <a:pt x="1110" y="1957"/>
                  </a:cubicBezTo>
                  <a:cubicBezTo>
                    <a:pt x="1104" y="1963"/>
                    <a:pt x="1097" y="1975"/>
                    <a:pt x="1093" y="1994"/>
                  </a:cubicBezTo>
                  <a:cubicBezTo>
                    <a:pt x="1063" y="2136"/>
                    <a:pt x="1063" y="2136"/>
                    <a:pt x="1063" y="2136"/>
                  </a:cubicBezTo>
                  <a:cubicBezTo>
                    <a:pt x="992" y="2136"/>
                    <a:pt x="992" y="2136"/>
                    <a:pt x="992" y="2136"/>
                  </a:cubicBezTo>
                  <a:lnTo>
                    <a:pt x="1034" y="1937"/>
                  </a:lnTo>
                  <a:close/>
                  <a:moveTo>
                    <a:pt x="1558" y="1895"/>
                  </a:moveTo>
                  <a:cubicBezTo>
                    <a:pt x="1552" y="1914"/>
                    <a:pt x="1547" y="1930"/>
                    <a:pt x="1542" y="1955"/>
                  </a:cubicBezTo>
                  <a:cubicBezTo>
                    <a:pt x="1504" y="2134"/>
                    <a:pt x="1504" y="2134"/>
                    <a:pt x="1504" y="2134"/>
                  </a:cubicBezTo>
                  <a:cubicBezTo>
                    <a:pt x="1486" y="2223"/>
                    <a:pt x="1409" y="2232"/>
                    <a:pt x="1363" y="2232"/>
                  </a:cubicBezTo>
                  <a:cubicBezTo>
                    <a:pt x="1328" y="2232"/>
                    <a:pt x="1261" y="2228"/>
                    <a:pt x="1272" y="2154"/>
                  </a:cubicBezTo>
                  <a:cubicBezTo>
                    <a:pt x="1340" y="2154"/>
                    <a:pt x="1340" y="2154"/>
                    <a:pt x="1340" y="2154"/>
                  </a:cubicBezTo>
                  <a:cubicBezTo>
                    <a:pt x="1340" y="2158"/>
                    <a:pt x="1339" y="2166"/>
                    <a:pt x="1344" y="2174"/>
                  </a:cubicBezTo>
                  <a:cubicBezTo>
                    <a:pt x="1348" y="2181"/>
                    <a:pt x="1357" y="2188"/>
                    <a:pt x="1375" y="2188"/>
                  </a:cubicBezTo>
                  <a:cubicBezTo>
                    <a:pt x="1397" y="2188"/>
                    <a:pt x="1417" y="2178"/>
                    <a:pt x="1427" y="2156"/>
                  </a:cubicBezTo>
                  <a:cubicBezTo>
                    <a:pt x="1432" y="2144"/>
                    <a:pt x="1434" y="2135"/>
                    <a:pt x="1442" y="2099"/>
                  </a:cubicBezTo>
                  <a:cubicBezTo>
                    <a:pt x="1413" y="2128"/>
                    <a:pt x="1387" y="2132"/>
                    <a:pt x="1370" y="2132"/>
                  </a:cubicBezTo>
                  <a:cubicBezTo>
                    <a:pt x="1300" y="2132"/>
                    <a:pt x="1280" y="2071"/>
                    <a:pt x="1293" y="2012"/>
                  </a:cubicBezTo>
                  <a:cubicBezTo>
                    <a:pt x="1306" y="1951"/>
                    <a:pt x="1352" y="1892"/>
                    <a:pt x="1422" y="1892"/>
                  </a:cubicBezTo>
                  <a:cubicBezTo>
                    <a:pt x="1466" y="1892"/>
                    <a:pt x="1477" y="1916"/>
                    <a:pt x="1482" y="1927"/>
                  </a:cubicBezTo>
                  <a:cubicBezTo>
                    <a:pt x="1492" y="1895"/>
                    <a:pt x="1492" y="1895"/>
                    <a:pt x="1492" y="1895"/>
                  </a:cubicBezTo>
                  <a:lnTo>
                    <a:pt x="1558" y="1895"/>
                  </a:lnTo>
                  <a:close/>
                  <a:moveTo>
                    <a:pt x="1397" y="2083"/>
                  </a:moveTo>
                  <a:cubicBezTo>
                    <a:pt x="1447" y="2083"/>
                    <a:pt x="1459" y="2025"/>
                    <a:pt x="1461" y="2014"/>
                  </a:cubicBezTo>
                  <a:cubicBezTo>
                    <a:pt x="1467" y="1986"/>
                    <a:pt x="1472" y="1940"/>
                    <a:pt x="1428" y="1940"/>
                  </a:cubicBezTo>
                  <a:cubicBezTo>
                    <a:pt x="1401" y="1940"/>
                    <a:pt x="1375" y="1960"/>
                    <a:pt x="1364" y="2012"/>
                  </a:cubicBezTo>
                  <a:cubicBezTo>
                    <a:pt x="1362" y="2025"/>
                    <a:pt x="1349" y="2083"/>
                    <a:pt x="1397" y="2083"/>
                  </a:cubicBezTo>
                  <a:moveTo>
                    <a:pt x="1842" y="2133"/>
                  </a:moveTo>
                  <a:cubicBezTo>
                    <a:pt x="1818" y="2139"/>
                    <a:pt x="1797" y="2141"/>
                    <a:pt x="1786" y="2141"/>
                  </a:cubicBezTo>
                  <a:cubicBezTo>
                    <a:pt x="1714" y="2141"/>
                    <a:pt x="1723" y="2095"/>
                    <a:pt x="1728" y="2075"/>
                  </a:cubicBezTo>
                  <a:cubicBezTo>
                    <a:pt x="1756" y="1942"/>
                    <a:pt x="1756" y="1942"/>
                    <a:pt x="1756" y="1942"/>
                  </a:cubicBezTo>
                  <a:cubicBezTo>
                    <a:pt x="1710" y="1942"/>
                    <a:pt x="1710" y="1942"/>
                    <a:pt x="1710" y="1942"/>
                  </a:cubicBezTo>
                  <a:cubicBezTo>
                    <a:pt x="1719" y="1895"/>
                    <a:pt x="1719" y="1895"/>
                    <a:pt x="1719" y="1895"/>
                  </a:cubicBezTo>
                  <a:cubicBezTo>
                    <a:pt x="1766" y="1895"/>
                    <a:pt x="1766" y="1895"/>
                    <a:pt x="1766" y="1895"/>
                  </a:cubicBezTo>
                  <a:cubicBezTo>
                    <a:pt x="1776" y="1848"/>
                    <a:pt x="1776" y="1848"/>
                    <a:pt x="1776" y="1848"/>
                  </a:cubicBezTo>
                  <a:cubicBezTo>
                    <a:pt x="1852" y="1822"/>
                    <a:pt x="1852" y="1822"/>
                    <a:pt x="1852" y="1822"/>
                  </a:cubicBezTo>
                  <a:cubicBezTo>
                    <a:pt x="1837" y="1895"/>
                    <a:pt x="1837" y="1895"/>
                    <a:pt x="1837" y="1895"/>
                  </a:cubicBezTo>
                  <a:cubicBezTo>
                    <a:pt x="1895" y="1895"/>
                    <a:pt x="1895" y="1895"/>
                    <a:pt x="1895" y="1895"/>
                  </a:cubicBezTo>
                  <a:cubicBezTo>
                    <a:pt x="1884" y="1942"/>
                    <a:pt x="1884" y="1942"/>
                    <a:pt x="1884" y="1942"/>
                  </a:cubicBezTo>
                  <a:cubicBezTo>
                    <a:pt x="1827" y="1942"/>
                    <a:pt x="1827" y="1942"/>
                    <a:pt x="1827" y="1942"/>
                  </a:cubicBezTo>
                  <a:cubicBezTo>
                    <a:pt x="1803" y="2052"/>
                    <a:pt x="1803" y="2052"/>
                    <a:pt x="1803" y="2052"/>
                  </a:cubicBezTo>
                  <a:cubicBezTo>
                    <a:pt x="1799" y="2074"/>
                    <a:pt x="1796" y="2088"/>
                    <a:pt x="1828" y="2088"/>
                  </a:cubicBezTo>
                  <a:cubicBezTo>
                    <a:pt x="1838" y="2088"/>
                    <a:pt x="1844" y="2087"/>
                    <a:pt x="1852" y="2086"/>
                  </a:cubicBezTo>
                  <a:lnTo>
                    <a:pt x="1842" y="2133"/>
                  </a:lnTo>
                  <a:close/>
                  <a:moveTo>
                    <a:pt x="1954" y="1790"/>
                  </a:moveTo>
                  <a:cubicBezTo>
                    <a:pt x="2025" y="1790"/>
                    <a:pt x="2025" y="1790"/>
                    <a:pt x="2025" y="1790"/>
                  </a:cubicBezTo>
                  <a:cubicBezTo>
                    <a:pt x="1996" y="1927"/>
                    <a:pt x="1996" y="1927"/>
                    <a:pt x="1996" y="1927"/>
                  </a:cubicBezTo>
                  <a:cubicBezTo>
                    <a:pt x="2007" y="1915"/>
                    <a:pt x="2030" y="1890"/>
                    <a:pt x="2074" y="1890"/>
                  </a:cubicBezTo>
                  <a:cubicBezTo>
                    <a:pt x="2110" y="1890"/>
                    <a:pt x="2129" y="1908"/>
                    <a:pt x="2137" y="1923"/>
                  </a:cubicBezTo>
                  <a:cubicBezTo>
                    <a:pt x="2143" y="1935"/>
                    <a:pt x="2146" y="1957"/>
                    <a:pt x="2139" y="1989"/>
                  </a:cubicBezTo>
                  <a:cubicBezTo>
                    <a:pt x="2108" y="2136"/>
                    <a:pt x="2108" y="2136"/>
                    <a:pt x="2108" y="2136"/>
                  </a:cubicBezTo>
                  <a:cubicBezTo>
                    <a:pt x="2037" y="2136"/>
                    <a:pt x="2037" y="2136"/>
                    <a:pt x="2037" y="2136"/>
                  </a:cubicBezTo>
                  <a:cubicBezTo>
                    <a:pt x="2068" y="1991"/>
                    <a:pt x="2068" y="1991"/>
                    <a:pt x="2068" y="1991"/>
                  </a:cubicBezTo>
                  <a:cubicBezTo>
                    <a:pt x="2071" y="1977"/>
                    <a:pt x="2079" y="1938"/>
                    <a:pt x="2040" y="1938"/>
                  </a:cubicBezTo>
                  <a:cubicBezTo>
                    <a:pt x="2019" y="1938"/>
                    <a:pt x="1991" y="1950"/>
                    <a:pt x="1983" y="1988"/>
                  </a:cubicBezTo>
                  <a:cubicBezTo>
                    <a:pt x="1952" y="2136"/>
                    <a:pt x="1952" y="2136"/>
                    <a:pt x="1952" y="2136"/>
                  </a:cubicBezTo>
                  <a:cubicBezTo>
                    <a:pt x="1881" y="2136"/>
                    <a:pt x="1881" y="2136"/>
                    <a:pt x="1881" y="2136"/>
                  </a:cubicBezTo>
                  <a:lnTo>
                    <a:pt x="1954" y="1790"/>
                  </a:lnTo>
                  <a:close/>
                  <a:moveTo>
                    <a:pt x="2195" y="1953"/>
                  </a:moveTo>
                  <a:cubicBezTo>
                    <a:pt x="2197" y="1942"/>
                    <a:pt x="2203" y="1906"/>
                    <a:pt x="2205" y="1893"/>
                  </a:cubicBezTo>
                  <a:cubicBezTo>
                    <a:pt x="2271" y="1893"/>
                    <a:pt x="2271" y="1893"/>
                    <a:pt x="2271" y="1893"/>
                  </a:cubicBezTo>
                  <a:cubicBezTo>
                    <a:pt x="2263" y="1939"/>
                    <a:pt x="2263" y="1939"/>
                    <a:pt x="2263" y="1939"/>
                  </a:cubicBezTo>
                  <a:cubicBezTo>
                    <a:pt x="2276" y="1919"/>
                    <a:pt x="2298" y="1889"/>
                    <a:pt x="2356" y="1892"/>
                  </a:cubicBezTo>
                  <a:cubicBezTo>
                    <a:pt x="2342" y="1956"/>
                    <a:pt x="2342" y="1956"/>
                    <a:pt x="2342" y="1956"/>
                  </a:cubicBezTo>
                  <a:cubicBezTo>
                    <a:pt x="2271" y="1949"/>
                    <a:pt x="2259" y="1986"/>
                    <a:pt x="2253" y="2017"/>
                  </a:cubicBezTo>
                  <a:cubicBezTo>
                    <a:pt x="2227" y="2136"/>
                    <a:pt x="2227" y="2136"/>
                    <a:pt x="2227" y="2136"/>
                  </a:cubicBezTo>
                  <a:cubicBezTo>
                    <a:pt x="2156" y="2136"/>
                    <a:pt x="2156" y="2136"/>
                    <a:pt x="2156" y="2136"/>
                  </a:cubicBezTo>
                  <a:lnTo>
                    <a:pt x="2195" y="1953"/>
                  </a:lnTo>
                  <a:close/>
                  <a:moveTo>
                    <a:pt x="2503" y="1888"/>
                  </a:moveTo>
                  <a:cubicBezTo>
                    <a:pt x="2591" y="1888"/>
                    <a:pt x="2617" y="1948"/>
                    <a:pt x="2602" y="2015"/>
                  </a:cubicBezTo>
                  <a:cubicBezTo>
                    <a:pt x="2587" y="2083"/>
                    <a:pt x="2535" y="2145"/>
                    <a:pt x="2447" y="2145"/>
                  </a:cubicBezTo>
                  <a:cubicBezTo>
                    <a:pt x="2378" y="2145"/>
                    <a:pt x="2332" y="2102"/>
                    <a:pt x="2350" y="2017"/>
                  </a:cubicBezTo>
                  <a:cubicBezTo>
                    <a:pt x="2362" y="1959"/>
                    <a:pt x="2408" y="1888"/>
                    <a:pt x="2503" y="1888"/>
                  </a:cubicBezTo>
                  <a:moveTo>
                    <a:pt x="2460" y="2095"/>
                  </a:moveTo>
                  <a:cubicBezTo>
                    <a:pt x="2491" y="2095"/>
                    <a:pt x="2516" y="2077"/>
                    <a:pt x="2530" y="2012"/>
                  </a:cubicBezTo>
                  <a:cubicBezTo>
                    <a:pt x="2537" y="1980"/>
                    <a:pt x="2540" y="1935"/>
                    <a:pt x="2493" y="1935"/>
                  </a:cubicBezTo>
                  <a:cubicBezTo>
                    <a:pt x="2441" y="1935"/>
                    <a:pt x="2427" y="1995"/>
                    <a:pt x="2423" y="2018"/>
                  </a:cubicBezTo>
                  <a:cubicBezTo>
                    <a:pt x="2411" y="2072"/>
                    <a:pt x="2425" y="2095"/>
                    <a:pt x="2460" y="2095"/>
                  </a:cubicBezTo>
                  <a:moveTo>
                    <a:pt x="2743" y="1894"/>
                  </a:moveTo>
                  <a:cubicBezTo>
                    <a:pt x="2713" y="2038"/>
                    <a:pt x="2713" y="2038"/>
                    <a:pt x="2713" y="2038"/>
                  </a:cubicBezTo>
                  <a:cubicBezTo>
                    <a:pt x="2708" y="2060"/>
                    <a:pt x="2701" y="2092"/>
                    <a:pt x="2740" y="2092"/>
                  </a:cubicBezTo>
                  <a:cubicBezTo>
                    <a:pt x="2785" y="2092"/>
                    <a:pt x="2792" y="2058"/>
                    <a:pt x="2801" y="2016"/>
                  </a:cubicBezTo>
                  <a:cubicBezTo>
                    <a:pt x="2827" y="1894"/>
                    <a:pt x="2827" y="1894"/>
                    <a:pt x="2827" y="1894"/>
                  </a:cubicBezTo>
                  <a:cubicBezTo>
                    <a:pt x="2900" y="1894"/>
                    <a:pt x="2900" y="1894"/>
                    <a:pt x="2900" y="1894"/>
                  </a:cubicBezTo>
                  <a:cubicBezTo>
                    <a:pt x="2867" y="2053"/>
                    <a:pt x="2867" y="2053"/>
                    <a:pt x="2867" y="2053"/>
                  </a:cubicBezTo>
                  <a:cubicBezTo>
                    <a:pt x="2856" y="2106"/>
                    <a:pt x="2855" y="2112"/>
                    <a:pt x="2854" y="2118"/>
                  </a:cubicBezTo>
                  <a:cubicBezTo>
                    <a:pt x="2853" y="2125"/>
                    <a:pt x="2852" y="2130"/>
                    <a:pt x="2852" y="2136"/>
                  </a:cubicBezTo>
                  <a:cubicBezTo>
                    <a:pt x="2783" y="2136"/>
                    <a:pt x="2783" y="2136"/>
                    <a:pt x="2783" y="2136"/>
                  </a:cubicBezTo>
                  <a:cubicBezTo>
                    <a:pt x="2787" y="2104"/>
                    <a:pt x="2787" y="2104"/>
                    <a:pt x="2787" y="2104"/>
                  </a:cubicBezTo>
                  <a:cubicBezTo>
                    <a:pt x="2778" y="2115"/>
                    <a:pt x="2753" y="2143"/>
                    <a:pt x="2707" y="2143"/>
                  </a:cubicBezTo>
                  <a:cubicBezTo>
                    <a:pt x="2675" y="2143"/>
                    <a:pt x="2651" y="2128"/>
                    <a:pt x="2641" y="2110"/>
                  </a:cubicBezTo>
                  <a:cubicBezTo>
                    <a:pt x="2630" y="2090"/>
                    <a:pt x="2637" y="2056"/>
                    <a:pt x="2639" y="2045"/>
                  </a:cubicBezTo>
                  <a:cubicBezTo>
                    <a:pt x="2671" y="1894"/>
                    <a:pt x="2671" y="1894"/>
                    <a:pt x="2671" y="1894"/>
                  </a:cubicBezTo>
                  <a:lnTo>
                    <a:pt x="2743" y="1894"/>
                  </a:lnTo>
                  <a:close/>
                  <a:moveTo>
                    <a:pt x="3181" y="1895"/>
                  </a:moveTo>
                  <a:cubicBezTo>
                    <a:pt x="3175" y="1914"/>
                    <a:pt x="3170" y="1930"/>
                    <a:pt x="3164" y="1955"/>
                  </a:cubicBezTo>
                  <a:cubicBezTo>
                    <a:pt x="3126" y="2134"/>
                    <a:pt x="3126" y="2134"/>
                    <a:pt x="3126" y="2134"/>
                  </a:cubicBezTo>
                  <a:cubicBezTo>
                    <a:pt x="3108" y="2223"/>
                    <a:pt x="3031" y="2232"/>
                    <a:pt x="2985" y="2232"/>
                  </a:cubicBezTo>
                  <a:cubicBezTo>
                    <a:pt x="2950" y="2232"/>
                    <a:pt x="2883" y="2228"/>
                    <a:pt x="2894" y="2154"/>
                  </a:cubicBezTo>
                  <a:cubicBezTo>
                    <a:pt x="2962" y="2154"/>
                    <a:pt x="2962" y="2154"/>
                    <a:pt x="2962" y="2154"/>
                  </a:cubicBezTo>
                  <a:cubicBezTo>
                    <a:pt x="2962" y="2158"/>
                    <a:pt x="2962" y="2166"/>
                    <a:pt x="2966" y="2174"/>
                  </a:cubicBezTo>
                  <a:cubicBezTo>
                    <a:pt x="2970" y="2181"/>
                    <a:pt x="2979" y="2188"/>
                    <a:pt x="2998" y="2188"/>
                  </a:cubicBezTo>
                  <a:cubicBezTo>
                    <a:pt x="3019" y="2188"/>
                    <a:pt x="3040" y="2178"/>
                    <a:pt x="3049" y="2156"/>
                  </a:cubicBezTo>
                  <a:cubicBezTo>
                    <a:pt x="3054" y="2144"/>
                    <a:pt x="3056" y="2135"/>
                    <a:pt x="3064" y="2099"/>
                  </a:cubicBezTo>
                  <a:cubicBezTo>
                    <a:pt x="3036" y="2128"/>
                    <a:pt x="3009" y="2132"/>
                    <a:pt x="2992" y="2132"/>
                  </a:cubicBezTo>
                  <a:cubicBezTo>
                    <a:pt x="2922" y="2132"/>
                    <a:pt x="2903" y="2071"/>
                    <a:pt x="2915" y="2012"/>
                  </a:cubicBezTo>
                  <a:cubicBezTo>
                    <a:pt x="2928" y="1951"/>
                    <a:pt x="2974" y="1892"/>
                    <a:pt x="3044" y="1892"/>
                  </a:cubicBezTo>
                  <a:cubicBezTo>
                    <a:pt x="3088" y="1892"/>
                    <a:pt x="3099" y="1916"/>
                    <a:pt x="3105" y="1927"/>
                  </a:cubicBezTo>
                  <a:cubicBezTo>
                    <a:pt x="3114" y="1895"/>
                    <a:pt x="3114" y="1895"/>
                    <a:pt x="3114" y="1895"/>
                  </a:cubicBezTo>
                  <a:lnTo>
                    <a:pt x="3181" y="1895"/>
                  </a:lnTo>
                  <a:close/>
                  <a:moveTo>
                    <a:pt x="3019" y="2083"/>
                  </a:moveTo>
                  <a:cubicBezTo>
                    <a:pt x="3069" y="2083"/>
                    <a:pt x="3081" y="2025"/>
                    <a:pt x="3083" y="2014"/>
                  </a:cubicBezTo>
                  <a:cubicBezTo>
                    <a:pt x="3089" y="1986"/>
                    <a:pt x="3094" y="1940"/>
                    <a:pt x="3051" y="1940"/>
                  </a:cubicBezTo>
                  <a:cubicBezTo>
                    <a:pt x="3024" y="1940"/>
                    <a:pt x="2997" y="1960"/>
                    <a:pt x="2986" y="2012"/>
                  </a:cubicBezTo>
                  <a:cubicBezTo>
                    <a:pt x="2984" y="2025"/>
                    <a:pt x="2971" y="2083"/>
                    <a:pt x="3019" y="2083"/>
                  </a:cubicBezTo>
                  <a:moveTo>
                    <a:pt x="3257" y="1790"/>
                  </a:moveTo>
                  <a:cubicBezTo>
                    <a:pt x="3327" y="1790"/>
                    <a:pt x="3327" y="1790"/>
                    <a:pt x="3327" y="1790"/>
                  </a:cubicBezTo>
                  <a:cubicBezTo>
                    <a:pt x="3298" y="1927"/>
                    <a:pt x="3298" y="1927"/>
                    <a:pt x="3298" y="1927"/>
                  </a:cubicBezTo>
                  <a:cubicBezTo>
                    <a:pt x="3309" y="1915"/>
                    <a:pt x="3332" y="1890"/>
                    <a:pt x="3376" y="1890"/>
                  </a:cubicBezTo>
                  <a:cubicBezTo>
                    <a:pt x="3412" y="1890"/>
                    <a:pt x="3431" y="1908"/>
                    <a:pt x="3440" y="1923"/>
                  </a:cubicBezTo>
                  <a:cubicBezTo>
                    <a:pt x="3446" y="1935"/>
                    <a:pt x="3448" y="1957"/>
                    <a:pt x="3441" y="1989"/>
                  </a:cubicBezTo>
                  <a:cubicBezTo>
                    <a:pt x="3410" y="2136"/>
                    <a:pt x="3410" y="2136"/>
                    <a:pt x="3410" y="2136"/>
                  </a:cubicBezTo>
                  <a:cubicBezTo>
                    <a:pt x="3340" y="2136"/>
                    <a:pt x="3340" y="2136"/>
                    <a:pt x="3340" y="2136"/>
                  </a:cubicBezTo>
                  <a:cubicBezTo>
                    <a:pt x="3370" y="1991"/>
                    <a:pt x="3370" y="1991"/>
                    <a:pt x="3370" y="1991"/>
                  </a:cubicBezTo>
                  <a:cubicBezTo>
                    <a:pt x="3373" y="1977"/>
                    <a:pt x="3382" y="1938"/>
                    <a:pt x="3342" y="1938"/>
                  </a:cubicBezTo>
                  <a:cubicBezTo>
                    <a:pt x="3322" y="1938"/>
                    <a:pt x="3293" y="1950"/>
                    <a:pt x="3286" y="1988"/>
                  </a:cubicBezTo>
                  <a:cubicBezTo>
                    <a:pt x="3255" y="2136"/>
                    <a:pt x="3255" y="2136"/>
                    <a:pt x="3255" y="2136"/>
                  </a:cubicBezTo>
                  <a:cubicBezTo>
                    <a:pt x="3183" y="2136"/>
                    <a:pt x="3183" y="2136"/>
                    <a:pt x="3183" y="2136"/>
                  </a:cubicBezTo>
                  <a:lnTo>
                    <a:pt x="3257" y="1790"/>
                  </a:lnTo>
                  <a:close/>
                  <a:moveTo>
                    <a:pt x="158" y="1980"/>
                  </a:moveTo>
                  <a:cubicBezTo>
                    <a:pt x="159" y="1971"/>
                    <a:pt x="164" y="1935"/>
                    <a:pt x="137" y="1935"/>
                  </a:cubicBezTo>
                  <a:cubicBezTo>
                    <a:pt x="103" y="1935"/>
                    <a:pt x="89" y="1986"/>
                    <a:pt x="83" y="2012"/>
                  </a:cubicBezTo>
                  <a:cubicBezTo>
                    <a:pt x="80" y="2026"/>
                    <a:pt x="72" y="2069"/>
                    <a:pt x="85" y="2087"/>
                  </a:cubicBezTo>
                  <a:cubicBezTo>
                    <a:pt x="90" y="2094"/>
                    <a:pt x="97" y="2095"/>
                    <a:pt x="102" y="2095"/>
                  </a:cubicBezTo>
                  <a:cubicBezTo>
                    <a:pt x="109" y="2095"/>
                    <a:pt x="133" y="2092"/>
                    <a:pt x="145" y="2048"/>
                  </a:cubicBezTo>
                  <a:cubicBezTo>
                    <a:pt x="215" y="2048"/>
                    <a:pt x="215" y="2048"/>
                    <a:pt x="215" y="2048"/>
                  </a:cubicBezTo>
                  <a:cubicBezTo>
                    <a:pt x="210" y="2067"/>
                    <a:pt x="201" y="2097"/>
                    <a:pt x="168" y="2120"/>
                  </a:cubicBezTo>
                  <a:cubicBezTo>
                    <a:pt x="148" y="2135"/>
                    <a:pt x="124" y="2143"/>
                    <a:pt x="94" y="2143"/>
                  </a:cubicBezTo>
                  <a:cubicBezTo>
                    <a:pt x="62" y="2143"/>
                    <a:pt x="35" y="2135"/>
                    <a:pt x="18" y="2110"/>
                  </a:cubicBezTo>
                  <a:cubicBezTo>
                    <a:pt x="2" y="2086"/>
                    <a:pt x="0" y="2053"/>
                    <a:pt x="8" y="2015"/>
                  </a:cubicBezTo>
                  <a:cubicBezTo>
                    <a:pt x="32" y="1904"/>
                    <a:pt x="116" y="1889"/>
                    <a:pt x="148" y="1889"/>
                  </a:cubicBezTo>
                  <a:cubicBezTo>
                    <a:pt x="193" y="1889"/>
                    <a:pt x="241" y="1914"/>
                    <a:pt x="228" y="1980"/>
                  </a:cubicBezTo>
                  <a:lnTo>
                    <a:pt x="158" y="1980"/>
                  </a:lnTo>
                  <a:close/>
                  <a:moveTo>
                    <a:pt x="3764" y="1980"/>
                  </a:moveTo>
                  <a:cubicBezTo>
                    <a:pt x="3765" y="1971"/>
                    <a:pt x="3770" y="1935"/>
                    <a:pt x="3742" y="1935"/>
                  </a:cubicBezTo>
                  <a:cubicBezTo>
                    <a:pt x="3709" y="1935"/>
                    <a:pt x="3694" y="1986"/>
                    <a:pt x="3688" y="2012"/>
                  </a:cubicBezTo>
                  <a:cubicBezTo>
                    <a:pt x="3685" y="2026"/>
                    <a:pt x="3678" y="2069"/>
                    <a:pt x="3691" y="2087"/>
                  </a:cubicBezTo>
                  <a:cubicBezTo>
                    <a:pt x="3695" y="2094"/>
                    <a:pt x="3703" y="2095"/>
                    <a:pt x="3708" y="2095"/>
                  </a:cubicBezTo>
                  <a:cubicBezTo>
                    <a:pt x="3715" y="2095"/>
                    <a:pt x="3738" y="2092"/>
                    <a:pt x="3751" y="2048"/>
                  </a:cubicBezTo>
                  <a:cubicBezTo>
                    <a:pt x="3820" y="2048"/>
                    <a:pt x="3820" y="2048"/>
                    <a:pt x="3820" y="2048"/>
                  </a:cubicBezTo>
                  <a:cubicBezTo>
                    <a:pt x="3816" y="2067"/>
                    <a:pt x="3807" y="2097"/>
                    <a:pt x="3774" y="2120"/>
                  </a:cubicBezTo>
                  <a:cubicBezTo>
                    <a:pt x="3754" y="2135"/>
                    <a:pt x="3730" y="2143"/>
                    <a:pt x="3700" y="2143"/>
                  </a:cubicBezTo>
                  <a:cubicBezTo>
                    <a:pt x="3668" y="2143"/>
                    <a:pt x="3641" y="2135"/>
                    <a:pt x="3624" y="2110"/>
                  </a:cubicBezTo>
                  <a:cubicBezTo>
                    <a:pt x="3608" y="2086"/>
                    <a:pt x="3606" y="2053"/>
                    <a:pt x="3614" y="2015"/>
                  </a:cubicBezTo>
                  <a:cubicBezTo>
                    <a:pt x="3638" y="1904"/>
                    <a:pt x="3722" y="1889"/>
                    <a:pt x="3754" y="1889"/>
                  </a:cubicBezTo>
                  <a:cubicBezTo>
                    <a:pt x="3799" y="1889"/>
                    <a:pt x="3847" y="1914"/>
                    <a:pt x="3834" y="1980"/>
                  </a:cubicBezTo>
                  <a:lnTo>
                    <a:pt x="3764" y="1980"/>
                  </a:lnTo>
                  <a:close/>
                  <a:moveTo>
                    <a:pt x="4010" y="1888"/>
                  </a:moveTo>
                  <a:cubicBezTo>
                    <a:pt x="4098" y="1888"/>
                    <a:pt x="4123" y="1948"/>
                    <a:pt x="4109" y="2015"/>
                  </a:cubicBezTo>
                  <a:cubicBezTo>
                    <a:pt x="4094" y="2083"/>
                    <a:pt x="4042" y="2145"/>
                    <a:pt x="3954" y="2145"/>
                  </a:cubicBezTo>
                  <a:cubicBezTo>
                    <a:pt x="3884" y="2145"/>
                    <a:pt x="3839" y="2102"/>
                    <a:pt x="3857" y="2017"/>
                  </a:cubicBezTo>
                  <a:cubicBezTo>
                    <a:pt x="3870" y="1959"/>
                    <a:pt x="3914" y="1888"/>
                    <a:pt x="4010" y="1888"/>
                  </a:cubicBezTo>
                  <a:moveTo>
                    <a:pt x="3967" y="2095"/>
                  </a:moveTo>
                  <a:cubicBezTo>
                    <a:pt x="3998" y="2095"/>
                    <a:pt x="4023" y="2077"/>
                    <a:pt x="4037" y="2012"/>
                  </a:cubicBezTo>
                  <a:cubicBezTo>
                    <a:pt x="4044" y="1980"/>
                    <a:pt x="4047" y="1935"/>
                    <a:pt x="4000" y="1935"/>
                  </a:cubicBezTo>
                  <a:cubicBezTo>
                    <a:pt x="3948" y="1935"/>
                    <a:pt x="3935" y="1995"/>
                    <a:pt x="3930" y="2018"/>
                  </a:cubicBezTo>
                  <a:cubicBezTo>
                    <a:pt x="3918" y="2072"/>
                    <a:pt x="3932" y="2095"/>
                    <a:pt x="3967" y="2095"/>
                  </a:cubicBezTo>
                  <a:moveTo>
                    <a:pt x="4173" y="1939"/>
                  </a:moveTo>
                  <a:cubicBezTo>
                    <a:pt x="4176" y="1924"/>
                    <a:pt x="4178" y="1909"/>
                    <a:pt x="4180" y="1894"/>
                  </a:cubicBezTo>
                  <a:cubicBezTo>
                    <a:pt x="4248" y="1894"/>
                    <a:pt x="4248" y="1894"/>
                    <a:pt x="4248" y="1894"/>
                  </a:cubicBezTo>
                  <a:cubicBezTo>
                    <a:pt x="4245" y="1925"/>
                    <a:pt x="4245" y="1925"/>
                    <a:pt x="4245" y="1925"/>
                  </a:cubicBezTo>
                  <a:cubicBezTo>
                    <a:pt x="4254" y="1915"/>
                    <a:pt x="4279" y="1889"/>
                    <a:pt x="4327" y="1889"/>
                  </a:cubicBezTo>
                  <a:cubicBezTo>
                    <a:pt x="4383" y="1889"/>
                    <a:pt x="4392" y="1923"/>
                    <a:pt x="4394" y="1934"/>
                  </a:cubicBezTo>
                  <a:cubicBezTo>
                    <a:pt x="4423" y="1895"/>
                    <a:pt x="4456" y="1889"/>
                    <a:pt x="4481" y="1889"/>
                  </a:cubicBezTo>
                  <a:cubicBezTo>
                    <a:pt x="4530" y="1889"/>
                    <a:pt x="4544" y="1918"/>
                    <a:pt x="4547" y="1928"/>
                  </a:cubicBezTo>
                  <a:cubicBezTo>
                    <a:pt x="4555" y="1949"/>
                    <a:pt x="4548" y="1978"/>
                    <a:pt x="4544" y="1999"/>
                  </a:cubicBezTo>
                  <a:cubicBezTo>
                    <a:pt x="4515" y="2136"/>
                    <a:pt x="4515" y="2136"/>
                    <a:pt x="4515" y="2136"/>
                  </a:cubicBezTo>
                  <a:cubicBezTo>
                    <a:pt x="4443" y="2136"/>
                    <a:pt x="4443" y="2136"/>
                    <a:pt x="4443" y="2136"/>
                  </a:cubicBezTo>
                  <a:cubicBezTo>
                    <a:pt x="4473" y="1994"/>
                    <a:pt x="4473" y="1994"/>
                    <a:pt x="4473" y="1994"/>
                  </a:cubicBezTo>
                  <a:cubicBezTo>
                    <a:pt x="4479" y="1968"/>
                    <a:pt x="4481" y="1939"/>
                    <a:pt x="4444" y="1939"/>
                  </a:cubicBezTo>
                  <a:cubicBezTo>
                    <a:pt x="4401" y="1939"/>
                    <a:pt x="4392" y="1979"/>
                    <a:pt x="4385" y="2015"/>
                  </a:cubicBezTo>
                  <a:cubicBezTo>
                    <a:pt x="4358" y="2136"/>
                    <a:pt x="4358" y="2136"/>
                    <a:pt x="4358" y="2136"/>
                  </a:cubicBezTo>
                  <a:cubicBezTo>
                    <a:pt x="4286" y="2136"/>
                    <a:pt x="4286" y="2136"/>
                    <a:pt x="4286" y="2136"/>
                  </a:cubicBezTo>
                  <a:cubicBezTo>
                    <a:pt x="4318" y="1992"/>
                    <a:pt x="4318" y="1992"/>
                    <a:pt x="4318" y="1992"/>
                  </a:cubicBezTo>
                  <a:cubicBezTo>
                    <a:pt x="4321" y="1974"/>
                    <a:pt x="4328" y="1939"/>
                    <a:pt x="4289" y="1939"/>
                  </a:cubicBezTo>
                  <a:cubicBezTo>
                    <a:pt x="4244" y="1939"/>
                    <a:pt x="4236" y="1977"/>
                    <a:pt x="4232" y="1994"/>
                  </a:cubicBezTo>
                  <a:cubicBezTo>
                    <a:pt x="4202" y="2136"/>
                    <a:pt x="4202" y="2136"/>
                    <a:pt x="4202" y="2136"/>
                  </a:cubicBezTo>
                  <a:cubicBezTo>
                    <a:pt x="4131" y="2136"/>
                    <a:pt x="4131" y="2136"/>
                    <a:pt x="4131" y="2136"/>
                  </a:cubicBezTo>
                  <a:lnTo>
                    <a:pt x="4173" y="1939"/>
                  </a:lnTo>
                  <a:close/>
                  <a:moveTo>
                    <a:pt x="4694" y="1894"/>
                  </a:moveTo>
                  <a:cubicBezTo>
                    <a:pt x="4689" y="1928"/>
                    <a:pt x="4689" y="1928"/>
                    <a:pt x="4689" y="1928"/>
                  </a:cubicBezTo>
                  <a:cubicBezTo>
                    <a:pt x="4719" y="1889"/>
                    <a:pt x="4759" y="1889"/>
                    <a:pt x="4771" y="1889"/>
                  </a:cubicBezTo>
                  <a:cubicBezTo>
                    <a:pt x="4834" y="1889"/>
                    <a:pt x="4862" y="1936"/>
                    <a:pt x="4846" y="2010"/>
                  </a:cubicBezTo>
                  <a:cubicBezTo>
                    <a:pt x="4832" y="2079"/>
                    <a:pt x="4783" y="2140"/>
                    <a:pt x="4713" y="2140"/>
                  </a:cubicBezTo>
                  <a:cubicBezTo>
                    <a:pt x="4669" y="2140"/>
                    <a:pt x="4656" y="2117"/>
                    <a:pt x="4652" y="2109"/>
                  </a:cubicBezTo>
                  <a:cubicBezTo>
                    <a:pt x="4626" y="2229"/>
                    <a:pt x="4626" y="2229"/>
                    <a:pt x="4626" y="2229"/>
                  </a:cubicBezTo>
                  <a:cubicBezTo>
                    <a:pt x="4554" y="2229"/>
                    <a:pt x="4554" y="2229"/>
                    <a:pt x="4554" y="2229"/>
                  </a:cubicBezTo>
                  <a:cubicBezTo>
                    <a:pt x="4625" y="1894"/>
                    <a:pt x="4625" y="1894"/>
                    <a:pt x="4625" y="1894"/>
                  </a:cubicBezTo>
                  <a:lnTo>
                    <a:pt x="4694" y="1894"/>
                  </a:lnTo>
                  <a:close/>
                  <a:moveTo>
                    <a:pt x="4774" y="2013"/>
                  </a:moveTo>
                  <a:cubicBezTo>
                    <a:pt x="4780" y="1984"/>
                    <a:pt x="4783" y="1935"/>
                    <a:pt x="4741" y="1935"/>
                  </a:cubicBezTo>
                  <a:cubicBezTo>
                    <a:pt x="4718" y="1935"/>
                    <a:pt x="4682" y="1952"/>
                    <a:pt x="4668" y="2017"/>
                  </a:cubicBezTo>
                  <a:cubicBezTo>
                    <a:pt x="4665" y="2031"/>
                    <a:pt x="4652" y="2093"/>
                    <a:pt x="4705" y="2093"/>
                  </a:cubicBezTo>
                  <a:cubicBezTo>
                    <a:pt x="4738" y="2093"/>
                    <a:pt x="4763" y="2061"/>
                    <a:pt x="4774" y="2013"/>
                  </a:cubicBezTo>
                  <a:moveTo>
                    <a:pt x="4936" y="1789"/>
                  </a:moveTo>
                  <a:cubicBezTo>
                    <a:pt x="5007" y="1789"/>
                    <a:pt x="5007" y="1789"/>
                    <a:pt x="5007" y="1789"/>
                  </a:cubicBezTo>
                  <a:cubicBezTo>
                    <a:pt x="4933" y="2136"/>
                    <a:pt x="4933" y="2136"/>
                    <a:pt x="4933" y="2136"/>
                  </a:cubicBezTo>
                  <a:cubicBezTo>
                    <a:pt x="4862" y="2136"/>
                    <a:pt x="4862" y="2136"/>
                    <a:pt x="4862" y="2136"/>
                  </a:cubicBezTo>
                  <a:lnTo>
                    <a:pt x="4936" y="1789"/>
                  </a:lnTo>
                  <a:close/>
                  <a:moveTo>
                    <a:pt x="5068" y="2033"/>
                  </a:moveTo>
                  <a:cubicBezTo>
                    <a:pt x="5064" y="2049"/>
                    <a:pt x="5054" y="2098"/>
                    <a:pt x="5104" y="2098"/>
                  </a:cubicBezTo>
                  <a:cubicBezTo>
                    <a:pt x="5121" y="2098"/>
                    <a:pt x="5140" y="2091"/>
                    <a:pt x="5153" y="2064"/>
                  </a:cubicBezTo>
                  <a:cubicBezTo>
                    <a:pt x="5218" y="2064"/>
                    <a:pt x="5218" y="2064"/>
                    <a:pt x="5218" y="2064"/>
                  </a:cubicBezTo>
                  <a:cubicBezTo>
                    <a:pt x="5214" y="2076"/>
                    <a:pt x="5208" y="2097"/>
                    <a:pt x="5184" y="2117"/>
                  </a:cubicBezTo>
                  <a:cubicBezTo>
                    <a:pt x="5162" y="2136"/>
                    <a:pt x="5128" y="2145"/>
                    <a:pt x="5092" y="2145"/>
                  </a:cubicBezTo>
                  <a:cubicBezTo>
                    <a:pt x="5072" y="2145"/>
                    <a:pt x="5033" y="2142"/>
                    <a:pt x="5013" y="2115"/>
                  </a:cubicBezTo>
                  <a:cubicBezTo>
                    <a:pt x="4996" y="2092"/>
                    <a:pt x="4994" y="2060"/>
                    <a:pt x="5002" y="2021"/>
                  </a:cubicBezTo>
                  <a:cubicBezTo>
                    <a:pt x="5011" y="1981"/>
                    <a:pt x="5030" y="1934"/>
                    <a:pt x="5077" y="1906"/>
                  </a:cubicBezTo>
                  <a:cubicBezTo>
                    <a:pt x="5099" y="1893"/>
                    <a:pt x="5123" y="1886"/>
                    <a:pt x="5150" y="1886"/>
                  </a:cubicBezTo>
                  <a:cubicBezTo>
                    <a:pt x="5184" y="1886"/>
                    <a:pt x="5222" y="1899"/>
                    <a:pt x="5235" y="1944"/>
                  </a:cubicBezTo>
                  <a:cubicBezTo>
                    <a:pt x="5244" y="1977"/>
                    <a:pt x="5236" y="2013"/>
                    <a:pt x="5231" y="2033"/>
                  </a:cubicBezTo>
                  <a:lnTo>
                    <a:pt x="5068" y="2033"/>
                  </a:lnTo>
                  <a:close/>
                  <a:moveTo>
                    <a:pt x="5167" y="1988"/>
                  </a:moveTo>
                  <a:cubicBezTo>
                    <a:pt x="5170" y="1977"/>
                    <a:pt x="5178" y="1934"/>
                    <a:pt x="5137" y="1934"/>
                  </a:cubicBezTo>
                  <a:cubicBezTo>
                    <a:pt x="5105" y="1934"/>
                    <a:pt x="5087" y="1960"/>
                    <a:pt x="5080" y="1988"/>
                  </a:cubicBezTo>
                  <a:lnTo>
                    <a:pt x="5167" y="1988"/>
                  </a:lnTo>
                  <a:close/>
                  <a:moveTo>
                    <a:pt x="5353" y="1894"/>
                  </a:moveTo>
                  <a:cubicBezTo>
                    <a:pt x="5382" y="1973"/>
                    <a:pt x="5382" y="1973"/>
                    <a:pt x="5382" y="1973"/>
                  </a:cubicBezTo>
                  <a:cubicBezTo>
                    <a:pt x="5447" y="1894"/>
                    <a:pt x="5447" y="1894"/>
                    <a:pt x="5447" y="1894"/>
                  </a:cubicBezTo>
                  <a:cubicBezTo>
                    <a:pt x="5520" y="1894"/>
                    <a:pt x="5520" y="1894"/>
                    <a:pt x="5520" y="1894"/>
                  </a:cubicBezTo>
                  <a:cubicBezTo>
                    <a:pt x="5417" y="2012"/>
                    <a:pt x="5417" y="2012"/>
                    <a:pt x="5417" y="2012"/>
                  </a:cubicBezTo>
                  <a:cubicBezTo>
                    <a:pt x="5471" y="2136"/>
                    <a:pt x="5471" y="2136"/>
                    <a:pt x="5471" y="2136"/>
                  </a:cubicBezTo>
                  <a:cubicBezTo>
                    <a:pt x="5388" y="2136"/>
                    <a:pt x="5388" y="2136"/>
                    <a:pt x="5388" y="2136"/>
                  </a:cubicBezTo>
                  <a:cubicBezTo>
                    <a:pt x="5357" y="2047"/>
                    <a:pt x="5357" y="2047"/>
                    <a:pt x="5357" y="2047"/>
                  </a:cubicBezTo>
                  <a:cubicBezTo>
                    <a:pt x="5289" y="2136"/>
                    <a:pt x="5289" y="2136"/>
                    <a:pt x="5289" y="2136"/>
                  </a:cubicBezTo>
                  <a:cubicBezTo>
                    <a:pt x="5214" y="2136"/>
                    <a:pt x="5214" y="2136"/>
                    <a:pt x="5214" y="2136"/>
                  </a:cubicBezTo>
                  <a:cubicBezTo>
                    <a:pt x="5323" y="2006"/>
                    <a:pt x="5323" y="2006"/>
                    <a:pt x="5323" y="2006"/>
                  </a:cubicBezTo>
                  <a:cubicBezTo>
                    <a:pt x="5269" y="1894"/>
                    <a:pt x="5269" y="1894"/>
                    <a:pt x="5269" y="1894"/>
                  </a:cubicBezTo>
                  <a:lnTo>
                    <a:pt x="5353" y="1894"/>
                  </a:lnTo>
                  <a:close/>
                  <a:moveTo>
                    <a:pt x="5553" y="1893"/>
                  </a:moveTo>
                  <a:cubicBezTo>
                    <a:pt x="5625" y="1893"/>
                    <a:pt x="5625" y="1893"/>
                    <a:pt x="5625" y="1893"/>
                  </a:cubicBezTo>
                  <a:cubicBezTo>
                    <a:pt x="5573" y="2136"/>
                    <a:pt x="5573" y="2136"/>
                    <a:pt x="5573" y="2136"/>
                  </a:cubicBezTo>
                  <a:cubicBezTo>
                    <a:pt x="5501" y="2136"/>
                    <a:pt x="5501" y="2136"/>
                    <a:pt x="5501" y="2136"/>
                  </a:cubicBezTo>
                  <a:lnTo>
                    <a:pt x="5553" y="1893"/>
                  </a:lnTo>
                  <a:close/>
                  <a:moveTo>
                    <a:pt x="5573" y="1790"/>
                  </a:moveTo>
                  <a:cubicBezTo>
                    <a:pt x="5648" y="1790"/>
                    <a:pt x="5648" y="1790"/>
                    <a:pt x="5648" y="1790"/>
                  </a:cubicBezTo>
                  <a:cubicBezTo>
                    <a:pt x="5636" y="1851"/>
                    <a:pt x="5636" y="1851"/>
                    <a:pt x="5636" y="1851"/>
                  </a:cubicBezTo>
                  <a:cubicBezTo>
                    <a:pt x="5560" y="1851"/>
                    <a:pt x="5560" y="1851"/>
                    <a:pt x="5560" y="1851"/>
                  </a:cubicBezTo>
                  <a:lnTo>
                    <a:pt x="5573" y="1790"/>
                  </a:lnTo>
                  <a:close/>
                  <a:moveTo>
                    <a:pt x="5775" y="2133"/>
                  </a:moveTo>
                  <a:cubicBezTo>
                    <a:pt x="5752" y="2139"/>
                    <a:pt x="5730" y="2141"/>
                    <a:pt x="5719" y="2141"/>
                  </a:cubicBezTo>
                  <a:cubicBezTo>
                    <a:pt x="5647" y="2141"/>
                    <a:pt x="5657" y="2095"/>
                    <a:pt x="5662" y="2075"/>
                  </a:cubicBezTo>
                  <a:cubicBezTo>
                    <a:pt x="5689" y="1942"/>
                    <a:pt x="5689" y="1942"/>
                    <a:pt x="5689" y="1942"/>
                  </a:cubicBezTo>
                  <a:cubicBezTo>
                    <a:pt x="5643" y="1942"/>
                    <a:pt x="5643" y="1942"/>
                    <a:pt x="5643" y="1942"/>
                  </a:cubicBezTo>
                  <a:cubicBezTo>
                    <a:pt x="5653" y="1895"/>
                    <a:pt x="5653" y="1895"/>
                    <a:pt x="5653" y="1895"/>
                  </a:cubicBezTo>
                  <a:cubicBezTo>
                    <a:pt x="5700" y="1895"/>
                    <a:pt x="5700" y="1895"/>
                    <a:pt x="5700" y="1895"/>
                  </a:cubicBezTo>
                  <a:cubicBezTo>
                    <a:pt x="5710" y="1848"/>
                    <a:pt x="5710" y="1848"/>
                    <a:pt x="5710" y="1848"/>
                  </a:cubicBezTo>
                  <a:cubicBezTo>
                    <a:pt x="5786" y="1822"/>
                    <a:pt x="5786" y="1822"/>
                    <a:pt x="5786" y="1822"/>
                  </a:cubicBezTo>
                  <a:cubicBezTo>
                    <a:pt x="5770" y="1895"/>
                    <a:pt x="5770" y="1895"/>
                    <a:pt x="5770" y="1895"/>
                  </a:cubicBezTo>
                  <a:cubicBezTo>
                    <a:pt x="5828" y="1895"/>
                    <a:pt x="5828" y="1895"/>
                    <a:pt x="5828" y="1895"/>
                  </a:cubicBezTo>
                  <a:cubicBezTo>
                    <a:pt x="5818" y="1942"/>
                    <a:pt x="5818" y="1942"/>
                    <a:pt x="5818" y="1942"/>
                  </a:cubicBezTo>
                  <a:cubicBezTo>
                    <a:pt x="5760" y="1942"/>
                    <a:pt x="5760" y="1942"/>
                    <a:pt x="5760" y="1942"/>
                  </a:cubicBezTo>
                  <a:cubicBezTo>
                    <a:pt x="5736" y="2052"/>
                    <a:pt x="5736" y="2052"/>
                    <a:pt x="5736" y="2052"/>
                  </a:cubicBezTo>
                  <a:cubicBezTo>
                    <a:pt x="5733" y="2074"/>
                    <a:pt x="5729" y="2088"/>
                    <a:pt x="5761" y="2088"/>
                  </a:cubicBezTo>
                  <a:cubicBezTo>
                    <a:pt x="5772" y="2088"/>
                    <a:pt x="5777" y="2087"/>
                    <a:pt x="5786" y="2086"/>
                  </a:cubicBezTo>
                  <a:lnTo>
                    <a:pt x="5775" y="2133"/>
                  </a:lnTo>
                  <a:close/>
                  <a:moveTo>
                    <a:pt x="5921" y="1894"/>
                  </a:moveTo>
                  <a:cubicBezTo>
                    <a:pt x="5939" y="2062"/>
                    <a:pt x="5939" y="2062"/>
                    <a:pt x="5939" y="2062"/>
                  </a:cubicBezTo>
                  <a:cubicBezTo>
                    <a:pt x="6028" y="1894"/>
                    <a:pt x="6028" y="1894"/>
                    <a:pt x="6028" y="1894"/>
                  </a:cubicBezTo>
                  <a:cubicBezTo>
                    <a:pt x="6099" y="1894"/>
                    <a:pt x="6099" y="1894"/>
                    <a:pt x="6099" y="1894"/>
                  </a:cubicBezTo>
                  <a:cubicBezTo>
                    <a:pt x="5957" y="2132"/>
                    <a:pt x="5957" y="2132"/>
                    <a:pt x="5957" y="2132"/>
                  </a:cubicBezTo>
                  <a:cubicBezTo>
                    <a:pt x="5907" y="2229"/>
                    <a:pt x="5907" y="2229"/>
                    <a:pt x="5907" y="2229"/>
                  </a:cubicBezTo>
                  <a:cubicBezTo>
                    <a:pt x="5835" y="2229"/>
                    <a:pt x="5835" y="2229"/>
                    <a:pt x="5835" y="2229"/>
                  </a:cubicBezTo>
                  <a:cubicBezTo>
                    <a:pt x="5886" y="2137"/>
                    <a:pt x="5886" y="2137"/>
                    <a:pt x="5886" y="2137"/>
                  </a:cubicBezTo>
                  <a:cubicBezTo>
                    <a:pt x="5844" y="1894"/>
                    <a:pt x="5844" y="1894"/>
                    <a:pt x="5844" y="1894"/>
                  </a:cubicBezTo>
                  <a:lnTo>
                    <a:pt x="5921" y="1894"/>
                  </a:ln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sp>
          <p:nvSpPr>
            <p:cNvPr id="12" name="Freeform 15"/>
            <p:cNvSpPr>
              <a:spLocks noEditPoints="1"/>
            </p:cNvSpPr>
            <p:nvPr userDrawn="1"/>
          </p:nvSpPr>
          <p:spPr bwMode="auto">
            <a:xfrm>
              <a:off x="-2592388" y="0"/>
              <a:ext cx="2592388" cy="1530350"/>
            </a:xfrm>
            <a:custGeom>
              <a:avLst/>
              <a:gdLst/>
              <a:ahLst/>
              <a:cxnLst>
                <a:cxn ang="0">
                  <a:pos x="176" y="248"/>
                </a:cxn>
                <a:cxn ang="0">
                  <a:pos x="0" y="248"/>
                </a:cxn>
                <a:cxn ang="0">
                  <a:pos x="0" y="0"/>
                </a:cxn>
                <a:cxn ang="0">
                  <a:pos x="176" y="0"/>
                </a:cxn>
                <a:cxn ang="0">
                  <a:pos x="176" y="248"/>
                </a:cxn>
                <a:cxn ang="0">
                  <a:pos x="176" y="716"/>
                </a:cxn>
                <a:cxn ang="0">
                  <a:pos x="0" y="716"/>
                </a:cxn>
                <a:cxn ang="0">
                  <a:pos x="0" y="964"/>
                </a:cxn>
                <a:cxn ang="0">
                  <a:pos x="176" y="964"/>
                </a:cxn>
                <a:cxn ang="0">
                  <a:pos x="176" y="716"/>
                </a:cxn>
                <a:cxn ang="0">
                  <a:pos x="1633" y="0"/>
                </a:cxn>
                <a:cxn ang="0">
                  <a:pos x="1457" y="0"/>
                </a:cxn>
                <a:cxn ang="0">
                  <a:pos x="1457" y="248"/>
                </a:cxn>
                <a:cxn ang="0">
                  <a:pos x="1633" y="248"/>
                </a:cxn>
                <a:cxn ang="0">
                  <a:pos x="1633" y="0"/>
                </a:cxn>
                <a:cxn ang="0">
                  <a:pos x="1633" y="716"/>
                </a:cxn>
                <a:cxn ang="0">
                  <a:pos x="1457" y="716"/>
                </a:cxn>
                <a:cxn ang="0">
                  <a:pos x="1457" y="964"/>
                </a:cxn>
                <a:cxn ang="0">
                  <a:pos x="1633" y="964"/>
                </a:cxn>
                <a:cxn ang="0">
                  <a:pos x="1633" y="716"/>
                </a:cxn>
              </a:cxnLst>
              <a:rect l="0" t="0" r="r" b="b"/>
              <a:pathLst>
                <a:path w="1633" h="964">
                  <a:moveTo>
                    <a:pt x="176" y="248"/>
                  </a:moveTo>
                  <a:lnTo>
                    <a:pt x="0" y="248"/>
                  </a:lnTo>
                  <a:lnTo>
                    <a:pt x="0" y="0"/>
                  </a:lnTo>
                  <a:lnTo>
                    <a:pt x="176" y="0"/>
                  </a:lnTo>
                  <a:lnTo>
                    <a:pt x="176" y="248"/>
                  </a:lnTo>
                  <a:close/>
                  <a:moveTo>
                    <a:pt x="176" y="716"/>
                  </a:moveTo>
                  <a:lnTo>
                    <a:pt x="0" y="716"/>
                  </a:lnTo>
                  <a:lnTo>
                    <a:pt x="0" y="964"/>
                  </a:lnTo>
                  <a:lnTo>
                    <a:pt x="176" y="964"/>
                  </a:lnTo>
                  <a:lnTo>
                    <a:pt x="176" y="716"/>
                  </a:lnTo>
                  <a:close/>
                  <a:moveTo>
                    <a:pt x="1633" y="0"/>
                  </a:moveTo>
                  <a:lnTo>
                    <a:pt x="1457" y="0"/>
                  </a:lnTo>
                  <a:lnTo>
                    <a:pt x="1457" y="248"/>
                  </a:lnTo>
                  <a:lnTo>
                    <a:pt x="1633" y="248"/>
                  </a:lnTo>
                  <a:lnTo>
                    <a:pt x="1633" y="0"/>
                  </a:lnTo>
                  <a:close/>
                  <a:moveTo>
                    <a:pt x="1633" y="716"/>
                  </a:moveTo>
                  <a:lnTo>
                    <a:pt x="1457" y="716"/>
                  </a:lnTo>
                  <a:lnTo>
                    <a:pt x="1457" y="964"/>
                  </a:lnTo>
                  <a:lnTo>
                    <a:pt x="1633" y="964"/>
                  </a:lnTo>
                  <a:lnTo>
                    <a:pt x="1633" y="716"/>
                  </a:lnTo>
                  <a:close/>
                </a:path>
              </a:pathLst>
            </a:custGeom>
            <a:noFill/>
            <a:ln w="9525">
              <a:noFill/>
              <a:round/>
              <a:headEnd/>
              <a:tailEnd/>
            </a:ln>
          </p:spPr>
          <p:txBody>
            <a:bodyPr vert="horz" wrap="square" lIns="91440" tIns="45720" rIns="91440" bIns="45720" numCol="1" anchor="t" anchorCtr="0" compatLnSpc="1">
              <a:prstTxWarp prst="textNoShape">
                <a:avLst/>
              </a:prstTxWarp>
              <a:noAutofit/>
            </a:bodyPr>
            <a:lstStyle/>
            <a:p>
              <a:endParaRPr lang="en-GB">
                <a:solidFill>
                  <a:srgbClr val="000000"/>
                </a:solidFill>
              </a:endParaRPr>
            </a:p>
          </p:txBody>
        </p:sp>
      </p:grpSp>
    </p:spTree>
    <p:extLst>
      <p:ext uri="{BB962C8B-B14F-4D97-AF65-F5344CB8AC3E}">
        <p14:creationId xmlns:p14="http://schemas.microsoft.com/office/powerpoint/2010/main" val="23835742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cSld name="Disclaimer">
    <p:spTree>
      <p:nvGrpSpPr>
        <p:cNvPr id="1" name=""/>
        <p:cNvGrpSpPr/>
        <p:nvPr/>
      </p:nvGrpSpPr>
      <p:grpSpPr>
        <a:xfrm>
          <a:off x="0" y="0"/>
          <a:ext cx="0" cy="0"/>
          <a:chOff x="0" y="0"/>
          <a:chExt cx="0" cy="0"/>
        </a:xfrm>
      </p:grpSpPr>
      <p:sp>
        <p:nvSpPr>
          <p:cNvPr id="1030" name="Freeform 6"/>
          <p:cNvSpPr>
            <a:spLocks/>
          </p:cNvSpPr>
          <p:nvPr/>
        </p:nvSpPr>
        <p:spPr bwMode="gray">
          <a:xfrm>
            <a:off x="-1466" y="0"/>
            <a:ext cx="4841632" cy="3432176"/>
          </a:xfrm>
          <a:custGeom>
            <a:avLst/>
            <a:gdLst/>
            <a:ahLst/>
            <a:cxnLst>
              <a:cxn ang="0">
                <a:pos x="0" y="2162"/>
              </a:cxn>
              <a:cxn ang="0">
                <a:pos x="2660" y="2162"/>
              </a:cxn>
              <a:cxn ang="0">
                <a:pos x="3304" y="0"/>
              </a:cxn>
              <a:cxn ang="0">
                <a:pos x="0" y="0"/>
              </a:cxn>
              <a:cxn ang="0">
                <a:pos x="0" y="2162"/>
              </a:cxn>
            </a:cxnLst>
            <a:rect l="0" t="0" r="r" b="b"/>
            <a:pathLst>
              <a:path w="3304" h="2162">
                <a:moveTo>
                  <a:pt x="0" y="2162"/>
                </a:moveTo>
                <a:lnTo>
                  <a:pt x="2660" y="2162"/>
                </a:lnTo>
                <a:lnTo>
                  <a:pt x="3304" y="0"/>
                </a:lnTo>
                <a:lnTo>
                  <a:pt x="0" y="0"/>
                </a:lnTo>
                <a:lnTo>
                  <a:pt x="0" y="2162"/>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marL="0" algn="l" defTabSz="914400" rtl="0" eaLnBrk="1" latinLnBrk="0" hangingPunct="1">
              <a:spcBef>
                <a:spcPct val="50000"/>
              </a:spcBef>
              <a:defRPr/>
            </a:pPr>
            <a:endParaRPr lang="en-GB" sz="1800" kern="1200" dirty="0">
              <a:solidFill>
                <a:schemeClr val="tx1"/>
              </a:solidFill>
              <a:latin typeface="+mn-lt"/>
              <a:ea typeface="+mn-ea"/>
              <a:cs typeface="+mn-cs"/>
            </a:endParaRPr>
          </a:p>
        </p:txBody>
      </p:sp>
      <p:grpSp>
        <p:nvGrpSpPr>
          <p:cNvPr id="2" name="Group 19"/>
          <p:cNvGrpSpPr>
            <a:grpSpLocks/>
          </p:cNvGrpSpPr>
          <p:nvPr/>
        </p:nvGrpSpPr>
        <p:grpSpPr bwMode="gray">
          <a:xfrm>
            <a:off x="118585" y="0"/>
            <a:ext cx="2524858" cy="1530350"/>
            <a:chOff x="68" y="0"/>
            <a:chExt cx="1723" cy="964"/>
          </a:xfrm>
        </p:grpSpPr>
        <p:sp>
          <p:nvSpPr>
            <p:cNvPr id="16" name="Freeform 8"/>
            <p:cNvSpPr>
              <a:spLocks noEditPoints="1"/>
            </p:cNvSpPr>
            <p:nvPr userDrawn="1"/>
          </p:nvSpPr>
          <p:spPr bwMode="gray">
            <a:xfrm>
              <a:off x="199" y="248"/>
              <a:ext cx="1423" cy="489"/>
            </a:xfrm>
            <a:custGeom>
              <a:avLst/>
              <a:gdLst>
                <a:gd name="T0" fmla="*/ 1974 w 4103"/>
                <a:gd name="T1" fmla="*/ 485 h 1409"/>
                <a:gd name="T2" fmla="*/ 2267 w 4103"/>
                <a:gd name="T3" fmla="*/ 697 h 1409"/>
                <a:gd name="T4" fmla="*/ 1655 w 4103"/>
                <a:gd name="T5" fmla="*/ 656 h 1409"/>
                <a:gd name="T6" fmla="*/ 1718 w 4103"/>
                <a:gd name="T7" fmla="*/ 424 h 1409"/>
                <a:gd name="T8" fmla="*/ 970 w 4103"/>
                <a:gd name="T9" fmla="*/ 697 h 1409"/>
                <a:gd name="T10" fmla="*/ 1169 w 4103"/>
                <a:gd name="T11" fmla="*/ 416 h 1409"/>
                <a:gd name="T12" fmla="*/ 719 w 4103"/>
                <a:gd name="T13" fmla="*/ 631 h 1409"/>
                <a:gd name="T14" fmla="*/ 751 w 4103"/>
                <a:gd name="T15" fmla="*/ 630 h 1409"/>
                <a:gd name="T16" fmla="*/ 202 w 4103"/>
                <a:gd name="T17" fmla="*/ 618 h 1409"/>
                <a:gd name="T18" fmla="*/ 180 w 4103"/>
                <a:gd name="T19" fmla="*/ 697 h 1409"/>
                <a:gd name="T20" fmla="*/ 1187 w 4103"/>
                <a:gd name="T21" fmla="*/ 416 h 1409"/>
                <a:gd name="T22" fmla="*/ 115 w 4103"/>
                <a:gd name="T23" fmla="*/ 906 h 1409"/>
                <a:gd name="T24" fmla="*/ 661 w 4103"/>
                <a:gd name="T25" fmla="*/ 715 h 1409"/>
                <a:gd name="T26" fmla="*/ 1145 w 4103"/>
                <a:gd name="T27" fmla="*/ 715 h 1409"/>
                <a:gd name="T28" fmla="*/ 1697 w 4103"/>
                <a:gd name="T29" fmla="*/ 863 h 1409"/>
                <a:gd name="T30" fmla="*/ 203 w 4103"/>
                <a:gd name="T31" fmla="*/ 1286 h 1409"/>
                <a:gd name="T32" fmla="*/ 250 w 4103"/>
                <a:gd name="T33" fmla="*/ 1328 h 1409"/>
                <a:gd name="T34" fmla="*/ 556 w 4103"/>
                <a:gd name="T35" fmla="*/ 1196 h 1409"/>
                <a:gd name="T36" fmla="*/ 340 w 4103"/>
                <a:gd name="T37" fmla="*/ 1196 h 1409"/>
                <a:gd name="T38" fmla="*/ 408 w 4103"/>
                <a:gd name="T39" fmla="*/ 1225 h 1409"/>
                <a:gd name="T40" fmla="*/ 514 w 4103"/>
                <a:gd name="T41" fmla="*/ 1225 h 1409"/>
                <a:gd name="T42" fmla="*/ 631 w 4103"/>
                <a:gd name="T43" fmla="*/ 1168 h 1409"/>
                <a:gd name="T44" fmla="*/ 794 w 4103"/>
                <a:gd name="T45" fmla="*/ 1220 h 1409"/>
                <a:gd name="T46" fmla="*/ 672 w 4103"/>
                <a:gd name="T47" fmla="*/ 1348 h 1409"/>
                <a:gd name="T48" fmla="*/ 847 w 4103"/>
                <a:gd name="T49" fmla="*/ 1359 h 1409"/>
                <a:gd name="T50" fmla="*/ 943 w 4103"/>
                <a:gd name="T51" fmla="*/ 1196 h 1409"/>
                <a:gd name="T52" fmla="*/ 1129 w 4103"/>
                <a:gd name="T53" fmla="*/ 1351 h 1409"/>
                <a:gd name="T54" fmla="*/ 1198 w 4103"/>
                <a:gd name="T55" fmla="*/ 1196 h 1409"/>
                <a:gd name="T56" fmla="*/ 1280 w 4103"/>
                <a:gd name="T57" fmla="*/ 1129 h 1409"/>
                <a:gd name="T58" fmla="*/ 1253 w 4103"/>
                <a:gd name="T59" fmla="*/ 1254 h 1409"/>
                <a:gd name="T60" fmla="*/ 1489 w 4103"/>
                <a:gd name="T61" fmla="*/ 1194 h 1409"/>
                <a:gd name="T62" fmla="*/ 1546 w 4103"/>
                <a:gd name="T63" fmla="*/ 1353 h 1409"/>
                <a:gd name="T64" fmla="*/ 1714 w 4103"/>
                <a:gd name="T65" fmla="*/ 1286 h 1409"/>
                <a:gd name="T66" fmla="*/ 1761 w 4103"/>
                <a:gd name="T67" fmla="*/ 1328 h 1409"/>
                <a:gd name="T68" fmla="*/ 1976 w 4103"/>
                <a:gd name="T69" fmla="*/ 1346 h 1409"/>
                <a:gd name="T70" fmla="*/ 1842 w 4103"/>
                <a:gd name="T71" fmla="*/ 1270 h 1409"/>
                <a:gd name="T72" fmla="*/ 1887 w 4103"/>
                <a:gd name="T73" fmla="*/ 1270 h 1409"/>
                <a:gd name="T74" fmla="*/ 2110 w 4103"/>
                <a:gd name="T75" fmla="*/ 1348 h 1409"/>
                <a:gd name="T76" fmla="*/ 87 w 4103"/>
                <a:gd name="T77" fmla="*/ 1221 h 1409"/>
                <a:gd name="T78" fmla="*/ 5 w 4103"/>
                <a:gd name="T79" fmla="*/ 1271 h 1409"/>
                <a:gd name="T80" fmla="*/ 2343 w 4103"/>
                <a:gd name="T81" fmla="*/ 1322 h 1409"/>
                <a:gd name="T82" fmla="*/ 2378 w 4103"/>
                <a:gd name="T83" fmla="*/ 1249 h 1409"/>
                <a:gd name="T84" fmla="*/ 2528 w 4103"/>
                <a:gd name="T85" fmla="*/ 1221 h 1409"/>
                <a:gd name="T86" fmla="*/ 2832 w 4103"/>
                <a:gd name="T87" fmla="*/ 1192 h 1409"/>
                <a:gd name="T88" fmla="*/ 2709 w 4103"/>
                <a:gd name="T89" fmla="*/ 1348 h 1409"/>
                <a:gd name="T90" fmla="*/ 2963 w 4103"/>
                <a:gd name="T91" fmla="*/ 1216 h 1409"/>
                <a:gd name="T92" fmla="*/ 2966 w 4103"/>
                <a:gd name="T93" fmla="*/ 1195 h 1409"/>
                <a:gd name="T94" fmla="*/ 3072 w 4103"/>
                <a:gd name="T95" fmla="*/ 1348 h 1409"/>
                <a:gd name="T96" fmla="*/ 3168 w 4103"/>
                <a:gd name="T97" fmla="*/ 1335 h 1409"/>
                <a:gd name="T98" fmla="*/ 3246 w 4103"/>
                <a:gd name="T99" fmla="*/ 1220 h 1409"/>
                <a:gd name="T100" fmla="*/ 3457 w 4103"/>
                <a:gd name="T101" fmla="*/ 1348 h 1409"/>
                <a:gd name="T102" fmla="*/ 3509 w 4103"/>
                <a:gd name="T103" fmla="*/ 1194 h 1409"/>
                <a:gd name="T104" fmla="*/ 3513 w 4103"/>
                <a:gd name="T105" fmla="*/ 1168 h 1409"/>
                <a:gd name="T106" fmla="*/ 3601 w 4103"/>
                <a:gd name="T107" fmla="*/ 1196 h 1409"/>
                <a:gd name="T108" fmla="*/ 3656 w 4103"/>
                <a:gd name="T109" fmla="*/ 1317 h 1409"/>
                <a:gd name="T110" fmla="*/ 3687 w 4103"/>
                <a:gd name="T111" fmla="*/ 1406 h 1409"/>
                <a:gd name="T112" fmla="*/ 3987 w 4103"/>
                <a:gd name="T113" fmla="*/ 1145 h 1409"/>
                <a:gd name="T114" fmla="*/ 4072 w 4103"/>
                <a:gd name="T115" fmla="*/ 1129 h 1409"/>
                <a:gd name="T116" fmla="*/ 3978 w 4103"/>
                <a:gd name="T117" fmla="*/ 1225 h 140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103"/>
                <a:gd name="T178" fmla="*/ 0 h 1409"/>
                <a:gd name="T179" fmla="*/ 4103 w 4103"/>
                <a:gd name="T180" fmla="*/ 1409 h 140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103" h="1409">
                  <a:moveTo>
                    <a:pt x="2267" y="697"/>
                  </a:moveTo>
                  <a:cubicBezTo>
                    <a:pt x="2149" y="697"/>
                    <a:pt x="2149" y="697"/>
                    <a:pt x="2149" y="697"/>
                  </a:cubicBezTo>
                  <a:cubicBezTo>
                    <a:pt x="2168" y="619"/>
                    <a:pt x="2168" y="619"/>
                    <a:pt x="2168" y="619"/>
                  </a:cubicBezTo>
                  <a:cubicBezTo>
                    <a:pt x="1930" y="619"/>
                    <a:pt x="1930" y="619"/>
                    <a:pt x="1930" y="619"/>
                  </a:cubicBezTo>
                  <a:cubicBezTo>
                    <a:pt x="1911" y="697"/>
                    <a:pt x="1911" y="697"/>
                    <a:pt x="1911" y="697"/>
                  </a:cubicBezTo>
                  <a:cubicBezTo>
                    <a:pt x="1796" y="697"/>
                    <a:pt x="1796" y="697"/>
                    <a:pt x="1796" y="697"/>
                  </a:cubicBezTo>
                  <a:cubicBezTo>
                    <a:pt x="1796" y="681"/>
                    <a:pt x="1796" y="681"/>
                    <a:pt x="1796" y="681"/>
                  </a:cubicBezTo>
                  <a:cubicBezTo>
                    <a:pt x="1798" y="672"/>
                    <a:pt x="1799" y="663"/>
                    <a:pt x="1802" y="653"/>
                  </a:cubicBezTo>
                  <a:cubicBezTo>
                    <a:pt x="1823" y="569"/>
                    <a:pt x="1878" y="485"/>
                    <a:pt x="1974" y="485"/>
                  </a:cubicBezTo>
                  <a:cubicBezTo>
                    <a:pt x="2012" y="485"/>
                    <a:pt x="2050" y="499"/>
                    <a:pt x="2045" y="552"/>
                  </a:cubicBezTo>
                  <a:cubicBezTo>
                    <a:pt x="2186" y="552"/>
                    <a:pt x="2186" y="552"/>
                    <a:pt x="2186" y="552"/>
                  </a:cubicBezTo>
                  <a:cubicBezTo>
                    <a:pt x="2192" y="527"/>
                    <a:pt x="2201" y="486"/>
                    <a:pt x="2174" y="447"/>
                  </a:cubicBezTo>
                  <a:cubicBezTo>
                    <a:pt x="2145" y="406"/>
                    <a:pt x="2084" y="389"/>
                    <a:pt x="2005" y="389"/>
                  </a:cubicBezTo>
                  <a:cubicBezTo>
                    <a:pt x="1949" y="389"/>
                    <a:pt x="1867" y="398"/>
                    <a:pt x="1796" y="444"/>
                  </a:cubicBezTo>
                  <a:cubicBezTo>
                    <a:pt x="1796" y="18"/>
                    <a:pt x="1796" y="18"/>
                    <a:pt x="1796" y="18"/>
                  </a:cubicBezTo>
                  <a:cubicBezTo>
                    <a:pt x="2267" y="18"/>
                    <a:pt x="2267" y="18"/>
                    <a:pt x="2267" y="18"/>
                  </a:cubicBezTo>
                  <a:cubicBezTo>
                    <a:pt x="2267" y="697"/>
                    <a:pt x="2267" y="697"/>
                    <a:pt x="2267" y="697"/>
                  </a:cubicBezTo>
                  <a:cubicBezTo>
                    <a:pt x="2267" y="697"/>
                    <a:pt x="2267" y="697"/>
                    <a:pt x="2267" y="697"/>
                  </a:cubicBezTo>
                  <a:close/>
                  <a:moveTo>
                    <a:pt x="1989" y="812"/>
                  </a:moveTo>
                  <a:cubicBezTo>
                    <a:pt x="1962" y="817"/>
                    <a:pt x="1936" y="820"/>
                    <a:pt x="1910" y="820"/>
                  </a:cubicBezTo>
                  <a:cubicBezTo>
                    <a:pt x="1842" y="820"/>
                    <a:pt x="1795" y="788"/>
                    <a:pt x="1794" y="715"/>
                  </a:cubicBezTo>
                  <a:cubicBezTo>
                    <a:pt x="2014" y="715"/>
                    <a:pt x="2014" y="715"/>
                    <a:pt x="2014" y="715"/>
                  </a:cubicBezTo>
                  <a:cubicBezTo>
                    <a:pt x="1989" y="812"/>
                    <a:pt x="1989" y="812"/>
                    <a:pt x="1989" y="812"/>
                  </a:cubicBezTo>
                  <a:cubicBezTo>
                    <a:pt x="1989" y="812"/>
                    <a:pt x="1989" y="812"/>
                    <a:pt x="1989" y="812"/>
                  </a:cubicBezTo>
                  <a:close/>
                  <a:moveTo>
                    <a:pt x="1718" y="424"/>
                  </a:moveTo>
                  <a:cubicBezTo>
                    <a:pt x="1718" y="521"/>
                    <a:pt x="1718" y="521"/>
                    <a:pt x="1718" y="521"/>
                  </a:cubicBezTo>
                  <a:cubicBezTo>
                    <a:pt x="1685" y="567"/>
                    <a:pt x="1665" y="616"/>
                    <a:pt x="1655" y="656"/>
                  </a:cubicBezTo>
                  <a:cubicBezTo>
                    <a:pt x="1651" y="670"/>
                    <a:pt x="1649" y="684"/>
                    <a:pt x="1648" y="697"/>
                  </a:cubicBezTo>
                  <a:cubicBezTo>
                    <a:pt x="1578" y="697"/>
                    <a:pt x="1578" y="697"/>
                    <a:pt x="1578" y="697"/>
                  </a:cubicBezTo>
                  <a:cubicBezTo>
                    <a:pt x="1637" y="417"/>
                    <a:pt x="1637" y="417"/>
                    <a:pt x="1637" y="417"/>
                  </a:cubicBezTo>
                  <a:cubicBezTo>
                    <a:pt x="1438" y="416"/>
                    <a:pt x="1438" y="416"/>
                    <a:pt x="1438" y="416"/>
                  </a:cubicBezTo>
                  <a:cubicBezTo>
                    <a:pt x="1260" y="697"/>
                    <a:pt x="1260" y="697"/>
                    <a:pt x="1260" y="697"/>
                  </a:cubicBezTo>
                  <a:cubicBezTo>
                    <a:pt x="1247" y="697"/>
                    <a:pt x="1247" y="697"/>
                    <a:pt x="1247" y="697"/>
                  </a:cubicBezTo>
                  <a:cubicBezTo>
                    <a:pt x="1247" y="18"/>
                    <a:pt x="1247" y="18"/>
                    <a:pt x="1247" y="18"/>
                  </a:cubicBezTo>
                  <a:cubicBezTo>
                    <a:pt x="1718" y="18"/>
                    <a:pt x="1718" y="18"/>
                    <a:pt x="1718" y="18"/>
                  </a:cubicBezTo>
                  <a:cubicBezTo>
                    <a:pt x="1718" y="424"/>
                    <a:pt x="1718" y="424"/>
                    <a:pt x="1718" y="424"/>
                  </a:cubicBezTo>
                  <a:cubicBezTo>
                    <a:pt x="1718" y="424"/>
                    <a:pt x="1718" y="424"/>
                    <a:pt x="1718" y="424"/>
                  </a:cubicBezTo>
                  <a:close/>
                  <a:moveTo>
                    <a:pt x="1455" y="697"/>
                  </a:moveTo>
                  <a:cubicBezTo>
                    <a:pt x="1384" y="697"/>
                    <a:pt x="1384" y="697"/>
                    <a:pt x="1384" y="697"/>
                  </a:cubicBezTo>
                  <a:cubicBezTo>
                    <a:pt x="1491" y="529"/>
                    <a:pt x="1491" y="529"/>
                    <a:pt x="1491" y="529"/>
                  </a:cubicBezTo>
                  <a:cubicBezTo>
                    <a:pt x="1455" y="697"/>
                    <a:pt x="1455" y="697"/>
                    <a:pt x="1455" y="697"/>
                  </a:cubicBezTo>
                  <a:cubicBezTo>
                    <a:pt x="1455" y="697"/>
                    <a:pt x="1455" y="697"/>
                    <a:pt x="1455" y="697"/>
                  </a:cubicBezTo>
                  <a:close/>
                  <a:moveTo>
                    <a:pt x="1169" y="416"/>
                  </a:moveTo>
                  <a:cubicBezTo>
                    <a:pt x="1051" y="416"/>
                    <a:pt x="1051" y="416"/>
                    <a:pt x="1051" y="416"/>
                  </a:cubicBezTo>
                  <a:cubicBezTo>
                    <a:pt x="970" y="697"/>
                    <a:pt x="970" y="697"/>
                    <a:pt x="970" y="697"/>
                  </a:cubicBezTo>
                  <a:cubicBezTo>
                    <a:pt x="845" y="697"/>
                    <a:pt x="845" y="697"/>
                    <a:pt x="845" y="697"/>
                  </a:cubicBezTo>
                  <a:cubicBezTo>
                    <a:pt x="909" y="674"/>
                    <a:pt x="948" y="629"/>
                    <a:pt x="960" y="562"/>
                  </a:cubicBezTo>
                  <a:cubicBezTo>
                    <a:pt x="970" y="510"/>
                    <a:pt x="965" y="476"/>
                    <a:pt x="944" y="451"/>
                  </a:cubicBezTo>
                  <a:cubicBezTo>
                    <a:pt x="912" y="413"/>
                    <a:pt x="848" y="416"/>
                    <a:pt x="792" y="416"/>
                  </a:cubicBezTo>
                  <a:cubicBezTo>
                    <a:pt x="782" y="416"/>
                    <a:pt x="698" y="416"/>
                    <a:pt x="698" y="416"/>
                  </a:cubicBezTo>
                  <a:cubicBezTo>
                    <a:pt x="698" y="18"/>
                    <a:pt x="698" y="18"/>
                    <a:pt x="698" y="18"/>
                  </a:cubicBezTo>
                  <a:cubicBezTo>
                    <a:pt x="1169" y="18"/>
                    <a:pt x="1169" y="18"/>
                    <a:pt x="1169" y="18"/>
                  </a:cubicBezTo>
                  <a:cubicBezTo>
                    <a:pt x="1169" y="416"/>
                    <a:pt x="1169" y="416"/>
                    <a:pt x="1169" y="416"/>
                  </a:cubicBezTo>
                  <a:cubicBezTo>
                    <a:pt x="1169" y="416"/>
                    <a:pt x="1169" y="416"/>
                    <a:pt x="1169" y="416"/>
                  </a:cubicBezTo>
                  <a:close/>
                  <a:moveTo>
                    <a:pt x="1094" y="697"/>
                  </a:moveTo>
                  <a:cubicBezTo>
                    <a:pt x="1143" y="521"/>
                    <a:pt x="1143" y="521"/>
                    <a:pt x="1143" y="521"/>
                  </a:cubicBezTo>
                  <a:cubicBezTo>
                    <a:pt x="1145" y="697"/>
                    <a:pt x="1145" y="697"/>
                    <a:pt x="1145" y="697"/>
                  </a:cubicBezTo>
                  <a:cubicBezTo>
                    <a:pt x="1094" y="697"/>
                    <a:pt x="1094" y="697"/>
                    <a:pt x="1094" y="697"/>
                  </a:cubicBezTo>
                  <a:cubicBezTo>
                    <a:pt x="1094" y="697"/>
                    <a:pt x="1094" y="697"/>
                    <a:pt x="1094" y="697"/>
                  </a:cubicBezTo>
                  <a:close/>
                  <a:moveTo>
                    <a:pt x="751" y="630"/>
                  </a:moveTo>
                  <a:cubicBezTo>
                    <a:pt x="751" y="630"/>
                    <a:pt x="751" y="630"/>
                    <a:pt x="751" y="630"/>
                  </a:cubicBezTo>
                  <a:cubicBezTo>
                    <a:pt x="746" y="630"/>
                    <a:pt x="741" y="631"/>
                    <a:pt x="736" y="631"/>
                  </a:cubicBezTo>
                  <a:cubicBezTo>
                    <a:pt x="729" y="631"/>
                    <a:pt x="724" y="631"/>
                    <a:pt x="719" y="631"/>
                  </a:cubicBezTo>
                  <a:cubicBezTo>
                    <a:pt x="689" y="631"/>
                    <a:pt x="689" y="631"/>
                    <a:pt x="689" y="631"/>
                  </a:cubicBezTo>
                  <a:cubicBezTo>
                    <a:pt x="703" y="579"/>
                    <a:pt x="703" y="579"/>
                    <a:pt x="703" y="579"/>
                  </a:cubicBezTo>
                  <a:cubicBezTo>
                    <a:pt x="709" y="554"/>
                    <a:pt x="709" y="554"/>
                    <a:pt x="709" y="554"/>
                  </a:cubicBezTo>
                  <a:cubicBezTo>
                    <a:pt x="725" y="494"/>
                    <a:pt x="725" y="494"/>
                    <a:pt x="725" y="494"/>
                  </a:cubicBezTo>
                  <a:cubicBezTo>
                    <a:pt x="732" y="494"/>
                    <a:pt x="739" y="494"/>
                    <a:pt x="746" y="494"/>
                  </a:cubicBezTo>
                  <a:cubicBezTo>
                    <a:pt x="769" y="494"/>
                    <a:pt x="769" y="494"/>
                    <a:pt x="769" y="494"/>
                  </a:cubicBezTo>
                  <a:cubicBezTo>
                    <a:pt x="809" y="494"/>
                    <a:pt x="834" y="496"/>
                    <a:pt x="843" y="509"/>
                  </a:cubicBezTo>
                  <a:cubicBezTo>
                    <a:pt x="850" y="518"/>
                    <a:pt x="849" y="535"/>
                    <a:pt x="841" y="560"/>
                  </a:cubicBezTo>
                  <a:cubicBezTo>
                    <a:pt x="827" y="603"/>
                    <a:pt x="809" y="626"/>
                    <a:pt x="751" y="630"/>
                  </a:cubicBezTo>
                  <a:moveTo>
                    <a:pt x="620" y="441"/>
                  </a:moveTo>
                  <a:cubicBezTo>
                    <a:pt x="613" y="465"/>
                    <a:pt x="613" y="465"/>
                    <a:pt x="613" y="465"/>
                  </a:cubicBezTo>
                  <a:cubicBezTo>
                    <a:pt x="545" y="689"/>
                    <a:pt x="545" y="689"/>
                    <a:pt x="545" y="689"/>
                  </a:cubicBezTo>
                  <a:cubicBezTo>
                    <a:pt x="542" y="697"/>
                    <a:pt x="542" y="697"/>
                    <a:pt x="542" y="697"/>
                  </a:cubicBezTo>
                  <a:cubicBezTo>
                    <a:pt x="321" y="697"/>
                    <a:pt x="321" y="697"/>
                    <a:pt x="321" y="697"/>
                  </a:cubicBezTo>
                  <a:cubicBezTo>
                    <a:pt x="303" y="661"/>
                    <a:pt x="303" y="661"/>
                    <a:pt x="303" y="661"/>
                  </a:cubicBezTo>
                  <a:cubicBezTo>
                    <a:pt x="542" y="417"/>
                    <a:pt x="542" y="417"/>
                    <a:pt x="542" y="417"/>
                  </a:cubicBezTo>
                  <a:cubicBezTo>
                    <a:pt x="389" y="417"/>
                    <a:pt x="389" y="417"/>
                    <a:pt x="389" y="417"/>
                  </a:cubicBezTo>
                  <a:cubicBezTo>
                    <a:pt x="202" y="618"/>
                    <a:pt x="202" y="618"/>
                    <a:pt x="202" y="618"/>
                  </a:cubicBezTo>
                  <a:cubicBezTo>
                    <a:pt x="262" y="417"/>
                    <a:pt x="262" y="417"/>
                    <a:pt x="262" y="417"/>
                  </a:cubicBezTo>
                  <a:cubicBezTo>
                    <a:pt x="149" y="417"/>
                    <a:pt x="149" y="417"/>
                    <a:pt x="149" y="417"/>
                  </a:cubicBezTo>
                  <a:cubicBezTo>
                    <a:pt x="149" y="18"/>
                    <a:pt x="149" y="18"/>
                    <a:pt x="149" y="18"/>
                  </a:cubicBezTo>
                  <a:cubicBezTo>
                    <a:pt x="620" y="18"/>
                    <a:pt x="620" y="18"/>
                    <a:pt x="620" y="18"/>
                  </a:cubicBezTo>
                  <a:cubicBezTo>
                    <a:pt x="620" y="441"/>
                    <a:pt x="620" y="441"/>
                    <a:pt x="620" y="441"/>
                  </a:cubicBezTo>
                  <a:cubicBezTo>
                    <a:pt x="620" y="441"/>
                    <a:pt x="620" y="441"/>
                    <a:pt x="620" y="441"/>
                  </a:cubicBezTo>
                  <a:close/>
                  <a:moveTo>
                    <a:pt x="178" y="697"/>
                  </a:moveTo>
                  <a:cubicBezTo>
                    <a:pt x="179" y="695"/>
                    <a:pt x="179" y="695"/>
                    <a:pt x="179" y="695"/>
                  </a:cubicBezTo>
                  <a:cubicBezTo>
                    <a:pt x="180" y="697"/>
                    <a:pt x="180" y="697"/>
                    <a:pt x="180" y="697"/>
                  </a:cubicBezTo>
                  <a:cubicBezTo>
                    <a:pt x="178" y="697"/>
                    <a:pt x="178" y="697"/>
                    <a:pt x="178" y="697"/>
                  </a:cubicBezTo>
                  <a:cubicBezTo>
                    <a:pt x="178" y="697"/>
                    <a:pt x="178" y="697"/>
                    <a:pt x="178" y="697"/>
                  </a:cubicBezTo>
                  <a:close/>
                  <a:moveTo>
                    <a:pt x="1778" y="0"/>
                  </a:moveTo>
                  <a:cubicBezTo>
                    <a:pt x="1778" y="457"/>
                    <a:pt x="1778" y="457"/>
                    <a:pt x="1778" y="457"/>
                  </a:cubicBezTo>
                  <a:cubicBezTo>
                    <a:pt x="1763" y="469"/>
                    <a:pt x="1749" y="483"/>
                    <a:pt x="1736" y="498"/>
                  </a:cubicBezTo>
                  <a:cubicBezTo>
                    <a:pt x="1736" y="0"/>
                    <a:pt x="1736" y="0"/>
                    <a:pt x="1736" y="0"/>
                  </a:cubicBezTo>
                  <a:cubicBezTo>
                    <a:pt x="1229" y="0"/>
                    <a:pt x="1229" y="0"/>
                    <a:pt x="1229" y="0"/>
                  </a:cubicBezTo>
                  <a:cubicBezTo>
                    <a:pt x="1229" y="416"/>
                    <a:pt x="1229" y="416"/>
                    <a:pt x="1229" y="416"/>
                  </a:cubicBezTo>
                  <a:cubicBezTo>
                    <a:pt x="1187" y="416"/>
                    <a:pt x="1187" y="416"/>
                    <a:pt x="1187" y="416"/>
                  </a:cubicBezTo>
                  <a:cubicBezTo>
                    <a:pt x="1187" y="0"/>
                    <a:pt x="1187" y="0"/>
                    <a:pt x="1187" y="0"/>
                  </a:cubicBezTo>
                  <a:cubicBezTo>
                    <a:pt x="680" y="0"/>
                    <a:pt x="680" y="0"/>
                    <a:pt x="680" y="0"/>
                  </a:cubicBezTo>
                  <a:cubicBezTo>
                    <a:pt x="680" y="417"/>
                    <a:pt x="680" y="417"/>
                    <a:pt x="680" y="417"/>
                  </a:cubicBezTo>
                  <a:cubicBezTo>
                    <a:pt x="638" y="417"/>
                    <a:pt x="638" y="417"/>
                    <a:pt x="638" y="417"/>
                  </a:cubicBezTo>
                  <a:cubicBezTo>
                    <a:pt x="638" y="0"/>
                    <a:pt x="638" y="0"/>
                    <a:pt x="638" y="0"/>
                  </a:cubicBezTo>
                  <a:cubicBezTo>
                    <a:pt x="131" y="0"/>
                    <a:pt x="131" y="0"/>
                    <a:pt x="131" y="0"/>
                  </a:cubicBezTo>
                  <a:cubicBezTo>
                    <a:pt x="131" y="475"/>
                    <a:pt x="131" y="475"/>
                    <a:pt x="131" y="475"/>
                  </a:cubicBezTo>
                  <a:cubicBezTo>
                    <a:pt x="2" y="906"/>
                    <a:pt x="2" y="906"/>
                    <a:pt x="2" y="906"/>
                  </a:cubicBezTo>
                  <a:cubicBezTo>
                    <a:pt x="115" y="906"/>
                    <a:pt x="115" y="906"/>
                    <a:pt x="115" y="906"/>
                  </a:cubicBezTo>
                  <a:cubicBezTo>
                    <a:pt x="173" y="715"/>
                    <a:pt x="173" y="715"/>
                    <a:pt x="173" y="715"/>
                  </a:cubicBezTo>
                  <a:cubicBezTo>
                    <a:pt x="189" y="715"/>
                    <a:pt x="189" y="715"/>
                    <a:pt x="189" y="715"/>
                  </a:cubicBezTo>
                  <a:cubicBezTo>
                    <a:pt x="283" y="906"/>
                    <a:pt x="283" y="906"/>
                    <a:pt x="283" y="906"/>
                  </a:cubicBezTo>
                  <a:cubicBezTo>
                    <a:pt x="421" y="906"/>
                    <a:pt x="421" y="906"/>
                    <a:pt x="421" y="906"/>
                  </a:cubicBezTo>
                  <a:cubicBezTo>
                    <a:pt x="329" y="715"/>
                    <a:pt x="329" y="715"/>
                    <a:pt x="329" y="715"/>
                  </a:cubicBezTo>
                  <a:cubicBezTo>
                    <a:pt x="537" y="715"/>
                    <a:pt x="537" y="715"/>
                    <a:pt x="537" y="715"/>
                  </a:cubicBezTo>
                  <a:cubicBezTo>
                    <a:pt x="479" y="906"/>
                    <a:pt x="479" y="906"/>
                    <a:pt x="479" y="906"/>
                  </a:cubicBezTo>
                  <a:cubicBezTo>
                    <a:pt x="604" y="906"/>
                    <a:pt x="604" y="906"/>
                    <a:pt x="604" y="906"/>
                  </a:cubicBezTo>
                  <a:cubicBezTo>
                    <a:pt x="661" y="715"/>
                    <a:pt x="661" y="715"/>
                    <a:pt x="661" y="715"/>
                  </a:cubicBezTo>
                  <a:cubicBezTo>
                    <a:pt x="688" y="715"/>
                    <a:pt x="688" y="715"/>
                    <a:pt x="688" y="715"/>
                  </a:cubicBezTo>
                  <a:cubicBezTo>
                    <a:pt x="688" y="715"/>
                    <a:pt x="688" y="715"/>
                    <a:pt x="688" y="715"/>
                  </a:cubicBezTo>
                  <a:cubicBezTo>
                    <a:pt x="727" y="715"/>
                    <a:pt x="727" y="715"/>
                    <a:pt x="727" y="715"/>
                  </a:cubicBezTo>
                  <a:cubicBezTo>
                    <a:pt x="730" y="715"/>
                    <a:pt x="730" y="715"/>
                    <a:pt x="730" y="715"/>
                  </a:cubicBezTo>
                  <a:cubicBezTo>
                    <a:pt x="965" y="715"/>
                    <a:pt x="965" y="715"/>
                    <a:pt x="965" y="715"/>
                  </a:cubicBezTo>
                  <a:cubicBezTo>
                    <a:pt x="910" y="905"/>
                    <a:pt x="910" y="905"/>
                    <a:pt x="910" y="905"/>
                  </a:cubicBezTo>
                  <a:cubicBezTo>
                    <a:pt x="1035" y="905"/>
                    <a:pt x="1035" y="905"/>
                    <a:pt x="1035" y="905"/>
                  </a:cubicBezTo>
                  <a:cubicBezTo>
                    <a:pt x="1088" y="715"/>
                    <a:pt x="1088" y="715"/>
                    <a:pt x="1088" y="715"/>
                  </a:cubicBezTo>
                  <a:cubicBezTo>
                    <a:pt x="1145" y="715"/>
                    <a:pt x="1145" y="715"/>
                    <a:pt x="1145" y="715"/>
                  </a:cubicBezTo>
                  <a:cubicBezTo>
                    <a:pt x="1146" y="905"/>
                    <a:pt x="1146" y="905"/>
                    <a:pt x="1146" y="905"/>
                  </a:cubicBezTo>
                  <a:cubicBezTo>
                    <a:pt x="1252" y="905"/>
                    <a:pt x="1252" y="905"/>
                    <a:pt x="1252" y="905"/>
                  </a:cubicBezTo>
                  <a:cubicBezTo>
                    <a:pt x="1372" y="715"/>
                    <a:pt x="1372" y="715"/>
                    <a:pt x="1372" y="715"/>
                  </a:cubicBezTo>
                  <a:cubicBezTo>
                    <a:pt x="1451" y="715"/>
                    <a:pt x="1451" y="715"/>
                    <a:pt x="1451" y="715"/>
                  </a:cubicBezTo>
                  <a:cubicBezTo>
                    <a:pt x="1410" y="905"/>
                    <a:pt x="1410" y="905"/>
                    <a:pt x="1410" y="905"/>
                  </a:cubicBezTo>
                  <a:cubicBezTo>
                    <a:pt x="1534" y="905"/>
                    <a:pt x="1534" y="905"/>
                    <a:pt x="1534" y="905"/>
                  </a:cubicBezTo>
                  <a:cubicBezTo>
                    <a:pt x="1574" y="715"/>
                    <a:pt x="1574" y="715"/>
                    <a:pt x="1574" y="715"/>
                  </a:cubicBezTo>
                  <a:cubicBezTo>
                    <a:pt x="1645" y="715"/>
                    <a:pt x="1645" y="715"/>
                    <a:pt x="1645" y="715"/>
                  </a:cubicBezTo>
                  <a:cubicBezTo>
                    <a:pt x="1643" y="774"/>
                    <a:pt x="1658" y="827"/>
                    <a:pt x="1697" y="863"/>
                  </a:cubicBezTo>
                  <a:cubicBezTo>
                    <a:pt x="1745" y="907"/>
                    <a:pt x="1818" y="916"/>
                    <a:pt x="1872" y="916"/>
                  </a:cubicBezTo>
                  <a:cubicBezTo>
                    <a:pt x="1947" y="916"/>
                    <a:pt x="2024" y="905"/>
                    <a:pt x="2102" y="888"/>
                  </a:cubicBezTo>
                  <a:cubicBezTo>
                    <a:pt x="2145" y="715"/>
                    <a:pt x="2145" y="715"/>
                    <a:pt x="2145" y="715"/>
                  </a:cubicBezTo>
                  <a:cubicBezTo>
                    <a:pt x="2285" y="715"/>
                    <a:pt x="2285" y="715"/>
                    <a:pt x="2285" y="715"/>
                  </a:cubicBezTo>
                  <a:cubicBezTo>
                    <a:pt x="2285" y="0"/>
                    <a:pt x="2285" y="0"/>
                    <a:pt x="2285" y="0"/>
                  </a:cubicBezTo>
                  <a:cubicBezTo>
                    <a:pt x="1778" y="0"/>
                    <a:pt x="1778" y="0"/>
                    <a:pt x="1778" y="0"/>
                  </a:cubicBezTo>
                  <a:cubicBezTo>
                    <a:pt x="1778" y="0"/>
                    <a:pt x="1778" y="0"/>
                    <a:pt x="1778" y="0"/>
                  </a:cubicBezTo>
                  <a:close/>
                  <a:moveTo>
                    <a:pt x="222" y="1195"/>
                  </a:moveTo>
                  <a:cubicBezTo>
                    <a:pt x="203" y="1286"/>
                    <a:pt x="203" y="1286"/>
                    <a:pt x="203" y="1286"/>
                  </a:cubicBezTo>
                  <a:cubicBezTo>
                    <a:pt x="200" y="1299"/>
                    <a:pt x="196" y="1320"/>
                    <a:pt x="220" y="1320"/>
                  </a:cubicBezTo>
                  <a:cubicBezTo>
                    <a:pt x="249" y="1320"/>
                    <a:pt x="253" y="1298"/>
                    <a:pt x="259" y="1272"/>
                  </a:cubicBezTo>
                  <a:cubicBezTo>
                    <a:pt x="275" y="1195"/>
                    <a:pt x="275" y="1195"/>
                    <a:pt x="275" y="1195"/>
                  </a:cubicBezTo>
                  <a:cubicBezTo>
                    <a:pt x="321" y="1195"/>
                    <a:pt x="321" y="1195"/>
                    <a:pt x="321" y="1195"/>
                  </a:cubicBezTo>
                  <a:cubicBezTo>
                    <a:pt x="300" y="1296"/>
                    <a:pt x="300" y="1296"/>
                    <a:pt x="300" y="1296"/>
                  </a:cubicBezTo>
                  <a:cubicBezTo>
                    <a:pt x="294" y="1329"/>
                    <a:pt x="293" y="1333"/>
                    <a:pt x="292" y="1337"/>
                  </a:cubicBezTo>
                  <a:cubicBezTo>
                    <a:pt x="292" y="1341"/>
                    <a:pt x="291" y="1344"/>
                    <a:pt x="291" y="1348"/>
                  </a:cubicBezTo>
                  <a:cubicBezTo>
                    <a:pt x="247" y="1348"/>
                    <a:pt x="247" y="1348"/>
                    <a:pt x="247" y="1348"/>
                  </a:cubicBezTo>
                  <a:cubicBezTo>
                    <a:pt x="250" y="1328"/>
                    <a:pt x="250" y="1328"/>
                    <a:pt x="250" y="1328"/>
                  </a:cubicBezTo>
                  <a:cubicBezTo>
                    <a:pt x="244" y="1334"/>
                    <a:pt x="229" y="1352"/>
                    <a:pt x="200" y="1352"/>
                  </a:cubicBezTo>
                  <a:cubicBezTo>
                    <a:pt x="179" y="1352"/>
                    <a:pt x="164" y="1343"/>
                    <a:pt x="158" y="1331"/>
                  </a:cubicBezTo>
                  <a:cubicBezTo>
                    <a:pt x="151" y="1319"/>
                    <a:pt x="155" y="1297"/>
                    <a:pt x="157" y="1290"/>
                  </a:cubicBezTo>
                  <a:cubicBezTo>
                    <a:pt x="177" y="1195"/>
                    <a:pt x="177" y="1195"/>
                    <a:pt x="177" y="1195"/>
                  </a:cubicBezTo>
                  <a:cubicBezTo>
                    <a:pt x="222" y="1195"/>
                    <a:pt x="222" y="1195"/>
                    <a:pt x="222" y="1195"/>
                  </a:cubicBezTo>
                  <a:cubicBezTo>
                    <a:pt x="222" y="1195"/>
                    <a:pt x="222" y="1195"/>
                    <a:pt x="222" y="1195"/>
                  </a:cubicBezTo>
                  <a:close/>
                  <a:moveTo>
                    <a:pt x="514" y="1225"/>
                  </a:moveTo>
                  <a:cubicBezTo>
                    <a:pt x="550" y="1225"/>
                    <a:pt x="550" y="1225"/>
                    <a:pt x="550" y="1225"/>
                  </a:cubicBezTo>
                  <a:cubicBezTo>
                    <a:pt x="556" y="1196"/>
                    <a:pt x="556" y="1196"/>
                    <a:pt x="556" y="1196"/>
                  </a:cubicBezTo>
                  <a:cubicBezTo>
                    <a:pt x="520" y="1196"/>
                    <a:pt x="520" y="1196"/>
                    <a:pt x="520" y="1196"/>
                  </a:cubicBezTo>
                  <a:cubicBezTo>
                    <a:pt x="530" y="1149"/>
                    <a:pt x="530" y="1149"/>
                    <a:pt x="530" y="1149"/>
                  </a:cubicBezTo>
                  <a:cubicBezTo>
                    <a:pt x="482" y="1166"/>
                    <a:pt x="482" y="1166"/>
                    <a:pt x="482" y="1166"/>
                  </a:cubicBezTo>
                  <a:cubicBezTo>
                    <a:pt x="475" y="1196"/>
                    <a:pt x="475" y="1196"/>
                    <a:pt x="475" y="1196"/>
                  </a:cubicBezTo>
                  <a:cubicBezTo>
                    <a:pt x="414" y="1196"/>
                    <a:pt x="414" y="1196"/>
                    <a:pt x="414" y="1196"/>
                  </a:cubicBezTo>
                  <a:cubicBezTo>
                    <a:pt x="424" y="1149"/>
                    <a:pt x="424" y="1149"/>
                    <a:pt x="424" y="1149"/>
                  </a:cubicBezTo>
                  <a:cubicBezTo>
                    <a:pt x="376" y="1166"/>
                    <a:pt x="376" y="1166"/>
                    <a:pt x="376" y="1166"/>
                  </a:cubicBezTo>
                  <a:cubicBezTo>
                    <a:pt x="369" y="1196"/>
                    <a:pt x="369" y="1196"/>
                    <a:pt x="369" y="1196"/>
                  </a:cubicBezTo>
                  <a:cubicBezTo>
                    <a:pt x="340" y="1196"/>
                    <a:pt x="340" y="1196"/>
                    <a:pt x="340" y="1196"/>
                  </a:cubicBezTo>
                  <a:cubicBezTo>
                    <a:pt x="333" y="1225"/>
                    <a:pt x="333" y="1225"/>
                    <a:pt x="333" y="1225"/>
                  </a:cubicBezTo>
                  <a:cubicBezTo>
                    <a:pt x="363" y="1225"/>
                    <a:pt x="363" y="1225"/>
                    <a:pt x="363" y="1225"/>
                  </a:cubicBezTo>
                  <a:cubicBezTo>
                    <a:pt x="345" y="1310"/>
                    <a:pt x="345" y="1310"/>
                    <a:pt x="345" y="1310"/>
                  </a:cubicBezTo>
                  <a:cubicBezTo>
                    <a:pt x="342" y="1322"/>
                    <a:pt x="336" y="1351"/>
                    <a:pt x="382" y="1351"/>
                  </a:cubicBezTo>
                  <a:cubicBezTo>
                    <a:pt x="389" y="1351"/>
                    <a:pt x="402" y="1350"/>
                    <a:pt x="417" y="1346"/>
                  </a:cubicBezTo>
                  <a:cubicBezTo>
                    <a:pt x="424" y="1317"/>
                    <a:pt x="424" y="1317"/>
                    <a:pt x="424" y="1317"/>
                  </a:cubicBezTo>
                  <a:cubicBezTo>
                    <a:pt x="418" y="1317"/>
                    <a:pt x="415" y="1317"/>
                    <a:pt x="408" y="1317"/>
                  </a:cubicBezTo>
                  <a:cubicBezTo>
                    <a:pt x="388" y="1317"/>
                    <a:pt x="391" y="1309"/>
                    <a:pt x="393" y="1295"/>
                  </a:cubicBezTo>
                  <a:cubicBezTo>
                    <a:pt x="408" y="1225"/>
                    <a:pt x="408" y="1225"/>
                    <a:pt x="408" y="1225"/>
                  </a:cubicBezTo>
                  <a:cubicBezTo>
                    <a:pt x="469" y="1225"/>
                    <a:pt x="469" y="1225"/>
                    <a:pt x="469" y="1225"/>
                  </a:cubicBezTo>
                  <a:cubicBezTo>
                    <a:pt x="451" y="1310"/>
                    <a:pt x="451" y="1310"/>
                    <a:pt x="451" y="1310"/>
                  </a:cubicBezTo>
                  <a:cubicBezTo>
                    <a:pt x="448" y="1322"/>
                    <a:pt x="442" y="1351"/>
                    <a:pt x="488" y="1351"/>
                  </a:cubicBezTo>
                  <a:cubicBezTo>
                    <a:pt x="495" y="1351"/>
                    <a:pt x="508" y="1350"/>
                    <a:pt x="523" y="1346"/>
                  </a:cubicBezTo>
                  <a:cubicBezTo>
                    <a:pt x="530" y="1317"/>
                    <a:pt x="530" y="1317"/>
                    <a:pt x="530" y="1317"/>
                  </a:cubicBezTo>
                  <a:cubicBezTo>
                    <a:pt x="524" y="1317"/>
                    <a:pt x="521" y="1317"/>
                    <a:pt x="514" y="1317"/>
                  </a:cubicBezTo>
                  <a:cubicBezTo>
                    <a:pt x="494" y="1317"/>
                    <a:pt x="496" y="1309"/>
                    <a:pt x="499" y="1295"/>
                  </a:cubicBezTo>
                  <a:cubicBezTo>
                    <a:pt x="514" y="1225"/>
                    <a:pt x="514" y="1225"/>
                    <a:pt x="514" y="1225"/>
                  </a:cubicBezTo>
                  <a:cubicBezTo>
                    <a:pt x="514" y="1225"/>
                    <a:pt x="514" y="1225"/>
                    <a:pt x="514" y="1225"/>
                  </a:cubicBezTo>
                  <a:close/>
                  <a:moveTo>
                    <a:pt x="579" y="1194"/>
                  </a:moveTo>
                  <a:cubicBezTo>
                    <a:pt x="624" y="1194"/>
                    <a:pt x="624" y="1194"/>
                    <a:pt x="624" y="1194"/>
                  </a:cubicBezTo>
                  <a:cubicBezTo>
                    <a:pt x="591" y="1348"/>
                    <a:pt x="591" y="1348"/>
                    <a:pt x="591" y="1348"/>
                  </a:cubicBezTo>
                  <a:cubicBezTo>
                    <a:pt x="546" y="1348"/>
                    <a:pt x="546" y="1348"/>
                    <a:pt x="546" y="1348"/>
                  </a:cubicBezTo>
                  <a:cubicBezTo>
                    <a:pt x="579" y="1194"/>
                    <a:pt x="579" y="1194"/>
                    <a:pt x="579" y="1194"/>
                  </a:cubicBezTo>
                  <a:cubicBezTo>
                    <a:pt x="579" y="1194"/>
                    <a:pt x="579" y="1194"/>
                    <a:pt x="579" y="1194"/>
                  </a:cubicBezTo>
                  <a:close/>
                  <a:moveTo>
                    <a:pt x="591" y="1129"/>
                  </a:moveTo>
                  <a:cubicBezTo>
                    <a:pt x="640" y="1129"/>
                    <a:pt x="640" y="1129"/>
                    <a:pt x="640" y="1129"/>
                  </a:cubicBezTo>
                  <a:cubicBezTo>
                    <a:pt x="631" y="1168"/>
                    <a:pt x="631" y="1168"/>
                    <a:pt x="631" y="1168"/>
                  </a:cubicBezTo>
                  <a:cubicBezTo>
                    <a:pt x="583" y="1168"/>
                    <a:pt x="583" y="1168"/>
                    <a:pt x="583" y="1168"/>
                  </a:cubicBezTo>
                  <a:cubicBezTo>
                    <a:pt x="591" y="1129"/>
                    <a:pt x="591" y="1129"/>
                    <a:pt x="591" y="1129"/>
                  </a:cubicBezTo>
                  <a:cubicBezTo>
                    <a:pt x="591" y="1129"/>
                    <a:pt x="591" y="1129"/>
                    <a:pt x="591" y="1129"/>
                  </a:cubicBezTo>
                  <a:close/>
                  <a:moveTo>
                    <a:pt x="653" y="1222"/>
                  </a:moveTo>
                  <a:cubicBezTo>
                    <a:pt x="654" y="1221"/>
                    <a:pt x="657" y="1205"/>
                    <a:pt x="659" y="1194"/>
                  </a:cubicBezTo>
                  <a:cubicBezTo>
                    <a:pt x="702" y="1194"/>
                    <a:pt x="702" y="1194"/>
                    <a:pt x="702" y="1194"/>
                  </a:cubicBezTo>
                  <a:cubicBezTo>
                    <a:pt x="698" y="1217"/>
                    <a:pt x="698" y="1217"/>
                    <a:pt x="698" y="1217"/>
                  </a:cubicBezTo>
                  <a:cubicBezTo>
                    <a:pt x="704" y="1210"/>
                    <a:pt x="720" y="1191"/>
                    <a:pt x="753" y="1191"/>
                  </a:cubicBezTo>
                  <a:cubicBezTo>
                    <a:pt x="784" y="1191"/>
                    <a:pt x="793" y="1209"/>
                    <a:pt x="794" y="1220"/>
                  </a:cubicBezTo>
                  <a:cubicBezTo>
                    <a:pt x="796" y="1229"/>
                    <a:pt x="795" y="1236"/>
                    <a:pt x="789" y="1265"/>
                  </a:cubicBezTo>
                  <a:cubicBezTo>
                    <a:pt x="771" y="1348"/>
                    <a:pt x="771" y="1348"/>
                    <a:pt x="771" y="1348"/>
                  </a:cubicBezTo>
                  <a:cubicBezTo>
                    <a:pt x="725" y="1348"/>
                    <a:pt x="725" y="1348"/>
                    <a:pt x="725" y="1348"/>
                  </a:cubicBezTo>
                  <a:cubicBezTo>
                    <a:pt x="746" y="1253"/>
                    <a:pt x="746" y="1253"/>
                    <a:pt x="746" y="1253"/>
                  </a:cubicBezTo>
                  <a:cubicBezTo>
                    <a:pt x="747" y="1246"/>
                    <a:pt x="748" y="1241"/>
                    <a:pt x="746" y="1236"/>
                  </a:cubicBezTo>
                  <a:cubicBezTo>
                    <a:pt x="745" y="1230"/>
                    <a:pt x="739" y="1223"/>
                    <a:pt x="728" y="1223"/>
                  </a:cubicBezTo>
                  <a:cubicBezTo>
                    <a:pt x="718" y="1223"/>
                    <a:pt x="708" y="1227"/>
                    <a:pt x="702" y="1235"/>
                  </a:cubicBezTo>
                  <a:cubicBezTo>
                    <a:pt x="698" y="1239"/>
                    <a:pt x="694" y="1246"/>
                    <a:pt x="691" y="1258"/>
                  </a:cubicBezTo>
                  <a:cubicBezTo>
                    <a:pt x="672" y="1348"/>
                    <a:pt x="672" y="1348"/>
                    <a:pt x="672" y="1348"/>
                  </a:cubicBezTo>
                  <a:cubicBezTo>
                    <a:pt x="627" y="1348"/>
                    <a:pt x="627" y="1348"/>
                    <a:pt x="627" y="1348"/>
                  </a:cubicBezTo>
                  <a:cubicBezTo>
                    <a:pt x="653" y="1222"/>
                    <a:pt x="653" y="1222"/>
                    <a:pt x="653" y="1222"/>
                  </a:cubicBezTo>
                  <a:cubicBezTo>
                    <a:pt x="653" y="1222"/>
                    <a:pt x="653" y="1222"/>
                    <a:pt x="653" y="1222"/>
                  </a:cubicBezTo>
                  <a:close/>
                  <a:moveTo>
                    <a:pt x="985" y="1196"/>
                  </a:moveTo>
                  <a:cubicBezTo>
                    <a:pt x="981" y="1207"/>
                    <a:pt x="978" y="1218"/>
                    <a:pt x="975" y="1233"/>
                  </a:cubicBezTo>
                  <a:cubicBezTo>
                    <a:pt x="951" y="1346"/>
                    <a:pt x="951" y="1346"/>
                    <a:pt x="951" y="1346"/>
                  </a:cubicBezTo>
                  <a:cubicBezTo>
                    <a:pt x="939" y="1403"/>
                    <a:pt x="891" y="1409"/>
                    <a:pt x="861" y="1409"/>
                  </a:cubicBezTo>
                  <a:cubicBezTo>
                    <a:pt x="839" y="1409"/>
                    <a:pt x="797" y="1406"/>
                    <a:pt x="804" y="1359"/>
                  </a:cubicBezTo>
                  <a:cubicBezTo>
                    <a:pt x="847" y="1359"/>
                    <a:pt x="847" y="1359"/>
                    <a:pt x="847" y="1359"/>
                  </a:cubicBezTo>
                  <a:cubicBezTo>
                    <a:pt x="847" y="1362"/>
                    <a:pt x="847" y="1367"/>
                    <a:pt x="850" y="1372"/>
                  </a:cubicBezTo>
                  <a:cubicBezTo>
                    <a:pt x="852" y="1376"/>
                    <a:pt x="858" y="1380"/>
                    <a:pt x="869" y="1380"/>
                  </a:cubicBezTo>
                  <a:cubicBezTo>
                    <a:pt x="883" y="1380"/>
                    <a:pt x="896" y="1374"/>
                    <a:pt x="902" y="1360"/>
                  </a:cubicBezTo>
                  <a:cubicBezTo>
                    <a:pt x="905" y="1353"/>
                    <a:pt x="906" y="1347"/>
                    <a:pt x="912" y="1324"/>
                  </a:cubicBezTo>
                  <a:cubicBezTo>
                    <a:pt x="893" y="1343"/>
                    <a:pt x="877" y="1345"/>
                    <a:pt x="866" y="1345"/>
                  </a:cubicBezTo>
                  <a:cubicBezTo>
                    <a:pt x="822" y="1345"/>
                    <a:pt x="809" y="1307"/>
                    <a:pt x="817" y="1270"/>
                  </a:cubicBezTo>
                  <a:cubicBezTo>
                    <a:pt x="825" y="1231"/>
                    <a:pt x="855" y="1194"/>
                    <a:pt x="899" y="1194"/>
                  </a:cubicBezTo>
                  <a:cubicBezTo>
                    <a:pt x="927" y="1194"/>
                    <a:pt x="934" y="1209"/>
                    <a:pt x="937" y="1216"/>
                  </a:cubicBezTo>
                  <a:cubicBezTo>
                    <a:pt x="943" y="1196"/>
                    <a:pt x="943" y="1196"/>
                    <a:pt x="943" y="1196"/>
                  </a:cubicBezTo>
                  <a:cubicBezTo>
                    <a:pt x="985" y="1196"/>
                    <a:pt x="985" y="1196"/>
                    <a:pt x="985" y="1196"/>
                  </a:cubicBezTo>
                  <a:cubicBezTo>
                    <a:pt x="985" y="1196"/>
                    <a:pt x="985" y="1196"/>
                    <a:pt x="985" y="1196"/>
                  </a:cubicBezTo>
                  <a:close/>
                  <a:moveTo>
                    <a:pt x="883" y="1315"/>
                  </a:moveTo>
                  <a:cubicBezTo>
                    <a:pt x="914" y="1315"/>
                    <a:pt x="922" y="1277"/>
                    <a:pt x="924" y="1271"/>
                  </a:cubicBezTo>
                  <a:cubicBezTo>
                    <a:pt x="927" y="1253"/>
                    <a:pt x="930" y="1224"/>
                    <a:pt x="903" y="1224"/>
                  </a:cubicBezTo>
                  <a:cubicBezTo>
                    <a:pt x="886" y="1224"/>
                    <a:pt x="869" y="1237"/>
                    <a:pt x="862" y="1270"/>
                  </a:cubicBezTo>
                  <a:cubicBezTo>
                    <a:pt x="861" y="1277"/>
                    <a:pt x="853" y="1315"/>
                    <a:pt x="883" y="1315"/>
                  </a:cubicBezTo>
                  <a:moveTo>
                    <a:pt x="1164" y="1346"/>
                  </a:moveTo>
                  <a:cubicBezTo>
                    <a:pt x="1149" y="1350"/>
                    <a:pt x="1136" y="1351"/>
                    <a:pt x="1129" y="1351"/>
                  </a:cubicBezTo>
                  <a:cubicBezTo>
                    <a:pt x="1083" y="1351"/>
                    <a:pt x="1089" y="1322"/>
                    <a:pt x="1092" y="1310"/>
                  </a:cubicBezTo>
                  <a:cubicBezTo>
                    <a:pt x="1110" y="1225"/>
                    <a:pt x="1110" y="1225"/>
                    <a:pt x="1110" y="1225"/>
                  </a:cubicBezTo>
                  <a:cubicBezTo>
                    <a:pt x="1080" y="1225"/>
                    <a:pt x="1080" y="1225"/>
                    <a:pt x="1080" y="1225"/>
                  </a:cubicBezTo>
                  <a:cubicBezTo>
                    <a:pt x="1087" y="1196"/>
                    <a:pt x="1087" y="1196"/>
                    <a:pt x="1087" y="1196"/>
                  </a:cubicBezTo>
                  <a:cubicBezTo>
                    <a:pt x="1116" y="1196"/>
                    <a:pt x="1116" y="1196"/>
                    <a:pt x="1116" y="1196"/>
                  </a:cubicBezTo>
                  <a:cubicBezTo>
                    <a:pt x="1123" y="1166"/>
                    <a:pt x="1123" y="1166"/>
                    <a:pt x="1123" y="1166"/>
                  </a:cubicBezTo>
                  <a:cubicBezTo>
                    <a:pt x="1171" y="1149"/>
                    <a:pt x="1171" y="1149"/>
                    <a:pt x="1171" y="1149"/>
                  </a:cubicBezTo>
                  <a:cubicBezTo>
                    <a:pt x="1161" y="1196"/>
                    <a:pt x="1161" y="1196"/>
                    <a:pt x="1161" y="1196"/>
                  </a:cubicBezTo>
                  <a:cubicBezTo>
                    <a:pt x="1198" y="1196"/>
                    <a:pt x="1198" y="1196"/>
                    <a:pt x="1198" y="1196"/>
                  </a:cubicBezTo>
                  <a:cubicBezTo>
                    <a:pt x="1191" y="1225"/>
                    <a:pt x="1191" y="1225"/>
                    <a:pt x="1191" y="1225"/>
                  </a:cubicBezTo>
                  <a:cubicBezTo>
                    <a:pt x="1155" y="1225"/>
                    <a:pt x="1155" y="1225"/>
                    <a:pt x="1155" y="1225"/>
                  </a:cubicBezTo>
                  <a:cubicBezTo>
                    <a:pt x="1140" y="1295"/>
                    <a:pt x="1140" y="1295"/>
                    <a:pt x="1140" y="1295"/>
                  </a:cubicBezTo>
                  <a:cubicBezTo>
                    <a:pt x="1137" y="1309"/>
                    <a:pt x="1135" y="1317"/>
                    <a:pt x="1155" y="1317"/>
                  </a:cubicBezTo>
                  <a:cubicBezTo>
                    <a:pt x="1162" y="1317"/>
                    <a:pt x="1165" y="1317"/>
                    <a:pt x="1171" y="1317"/>
                  </a:cubicBezTo>
                  <a:cubicBezTo>
                    <a:pt x="1164" y="1346"/>
                    <a:pt x="1164" y="1346"/>
                    <a:pt x="1164" y="1346"/>
                  </a:cubicBezTo>
                  <a:cubicBezTo>
                    <a:pt x="1164" y="1346"/>
                    <a:pt x="1164" y="1346"/>
                    <a:pt x="1164" y="1346"/>
                  </a:cubicBezTo>
                  <a:close/>
                  <a:moveTo>
                    <a:pt x="1235" y="1129"/>
                  </a:moveTo>
                  <a:cubicBezTo>
                    <a:pt x="1280" y="1129"/>
                    <a:pt x="1280" y="1129"/>
                    <a:pt x="1280" y="1129"/>
                  </a:cubicBezTo>
                  <a:cubicBezTo>
                    <a:pt x="1261" y="1216"/>
                    <a:pt x="1261" y="1216"/>
                    <a:pt x="1261" y="1216"/>
                  </a:cubicBezTo>
                  <a:cubicBezTo>
                    <a:pt x="1268" y="1208"/>
                    <a:pt x="1283" y="1193"/>
                    <a:pt x="1311" y="1193"/>
                  </a:cubicBezTo>
                  <a:cubicBezTo>
                    <a:pt x="1334" y="1193"/>
                    <a:pt x="1346" y="1204"/>
                    <a:pt x="1351" y="1214"/>
                  </a:cubicBezTo>
                  <a:cubicBezTo>
                    <a:pt x="1355" y="1221"/>
                    <a:pt x="1356" y="1235"/>
                    <a:pt x="1352" y="1255"/>
                  </a:cubicBezTo>
                  <a:cubicBezTo>
                    <a:pt x="1332" y="1348"/>
                    <a:pt x="1332" y="1348"/>
                    <a:pt x="1332" y="1348"/>
                  </a:cubicBezTo>
                  <a:cubicBezTo>
                    <a:pt x="1288" y="1348"/>
                    <a:pt x="1288" y="1348"/>
                    <a:pt x="1288" y="1348"/>
                  </a:cubicBezTo>
                  <a:cubicBezTo>
                    <a:pt x="1307" y="1256"/>
                    <a:pt x="1307" y="1256"/>
                    <a:pt x="1307" y="1256"/>
                  </a:cubicBezTo>
                  <a:cubicBezTo>
                    <a:pt x="1309" y="1248"/>
                    <a:pt x="1314" y="1223"/>
                    <a:pt x="1289" y="1223"/>
                  </a:cubicBezTo>
                  <a:cubicBezTo>
                    <a:pt x="1276" y="1223"/>
                    <a:pt x="1259" y="1230"/>
                    <a:pt x="1253" y="1254"/>
                  </a:cubicBezTo>
                  <a:cubicBezTo>
                    <a:pt x="1234" y="1348"/>
                    <a:pt x="1234" y="1348"/>
                    <a:pt x="1234" y="1348"/>
                  </a:cubicBezTo>
                  <a:cubicBezTo>
                    <a:pt x="1189" y="1348"/>
                    <a:pt x="1189" y="1348"/>
                    <a:pt x="1189" y="1348"/>
                  </a:cubicBezTo>
                  <a:cubicBezTo>
                    <a:pt x="1235" y="1129"/>
                    <a:pt x="1235" y="1129"/>
                    <a:pt x="1235" y="1129"/>
                  </a:cubicBezTo>
                  <a:cubicBezTo>
                    <a:pt x="1235" y="1129"/>
                    <a:pt x="1235" y="1129"/>
                    <a:pt x="1235" y="1129"/>
                  </a:cubicBezTo>
                  <a:close/>
                  <a:moveTo>
                    <a:pt x="1387" y="1232"/>
                  </a:moveTo>
                  <a:cubicBezTo>
                    <a:pt x="1389" y="1225"/>
                    <a:pt x="1392" y="1203"/>
                    <a:pt x="1393" y="1194"/>
                  </a:cubicBezTo>
                  <a:cubicBezTo>
                    <a:pt x="1435" y="1194"/>
                    <a:pt x="1435" y="1194"/>
                    <a:pt x="1435" y="1194"/>
                  </a:cubicBezTo>
                  <a:cubicBezTo>
                    <a:pt x="1430" y="1223"/>
                    <a:pt x="1430" y="1223"/>
                    <a:pt x="1430" y="1223"/>
                  </a:cubicBezTo>
                  <a:cubicBezTo>
                    <a:pt x="1438" y="1211"/>
                    <a:pt x="1452" y="1192"/>
                    <a:pt x="1489" y="1194"/>
                  </a:cubicBezTo>
                  <a:cubicBezTo>
                    <a:pt x="1480" y="1234"/>
                    <a:pt x="1480" y="1234"/>
                    <a:pt x="1480" y="1234"/>
                  </a:cubicBezTo>
                  <a:cubicBezTo>
                    <a:pt x="1435" y="1230"/>
                    <a:pt x="1428" y="1253"/>
                    <a:pt x="1424" y="1273"/>
                  </a:cubicBezTo>
                  <a:cubicBezTo>
                    <a:pt x="1408" y="1348"/>
                    <a:pt x="1408" y="1348"/>
                    <a:pt x="1408" y="1348"/>
                  </a:cubicBezTo>
                  <a:cubicBezTo>
                    <a:pt x="1363" y="1348"/>
                    <a:pt x="1363" y="1348"/>
                    <a:pt x="1363" y="1348"/>
                  </a:cubicBezTo>
                  <a:cubicBezTo>
                    <a:pt x="1387" y="1232"/>
                    <a:pt x="1387" y="1232"/>
                    <a:pt x="1387" y="1232"/>
                  </a:cubicBezTo>
                  <a:cubicBezTo>
                    <a:pt x="1387" y="1232"/>
                    <a:pt x="1387" y="1232"/>
                    <a:pt x="1387" y="1232"/>
                  </a:cubicBezTo>
                  <a:close/>
                  <a:moveTo>
                    <a:pt x="1582" y="1191"/>
                  </a:moveTo>
                  <a:cubicBezTo>
                    <a:pt x="1637" y="1191"/>
                    <a:pt x="1654" y="1229"/>
                    <a:pt x="1644" y="1271"/>
                  </a:cubicBezTo>
                  <a:cubicBezTo>
                    <a:pt x="1635" y="1315"/>
                    <a:pt x="1602" y="1353"/>
                    <a:pt x="1546" y="1353"/>
                  </a:cubicBezTo>
                  <a:cubicBezTo>
                    <a:pt x="1503" y="1353"/>
                    <a:pt x="1474" y="1326"/>
                    <a:pt x="1485" y="1273"/>
                  </a:cubicBezTo>
                  <a:cubicBezTo>
                    <a:pt x="1493" y="1236"/>
                    <a:pt x="1521" y="1191"/>
                    <a:pt x="1582" y="1191"/>
                  </a:cubicBezTo>
                  <a:moveTo>
                    <a:pt x="1555" y="1322"/>
                  </a:moveTo>
                  <a:cubicBezTo>
                    <a:pt x="1574" y="1322"/>
                    <a:pt x="1590" y="1310"/>
                    <a:pt x="1599" y="1270"/>
                  </a:cubicBezTo>
                  <a:cubicBezTo>
                    <a:pt x="1603" y="1250"/>
                    <a:pt x="1605" y="1221"/>
                    <a:pt x="1575" y="1221"/>
                  </a:cubicBezTo>
                  <a:cubicBezTo>
                    <a:pt x="1543" y="1221"/>
                    <a:pt x="1534" y="1259"/>
                    <a:pt x="1531" y="1273"/>
                  </a:cubicBezTo>
                  <a:cubicBezTo>
                    <a:pt x="1524" y="1307"/>
                    <a:pt x="1532" y="1322"/>
                    <a:pt x="1555" y="1322"/>
                  </a:cubicBezTo>
                  <a:moveTo>
                    <a:pt x="1734" y="1195"/>
                  </a:moveTo>
                  <a:cubicBezTo>
                    <a:pt x="1714" y="1286"/>
                    <a:pt x="1714" y="1286"/>
                    <a:pt x="1714" y="1286"/>
                  </a:cubicBezTo>
                  <a:cubicBezTo>
                    <a:pt x="1711" y="1299"/>
                    <a:pt x="1707" y="1320"/>
                    <a:pt x="1731" y="1320"/>
                  </a:cubicBezTo>
                  <a:cubicBezTo>
                    <a:pt x="1760" y="1320"/>
                    <a:pt x="1765" y="1298"/>
                    <a:pt x="1770" y="1272"/>
                  </a:cubicBezTo>
                  <a:cubicBezTo>
                    <a:pt x="1786" y="1195"/>
                    <a:pt x="1786" y="1195"/>
                    <a:pt x="1786" y="1195"/>
                  </a:cubicBezTo>
                  <a:cubicBezTo>
                    <a:pt x="1833" y="1195"/>
                    <a:pt x="1833" y="1195"/>
                    <a:pt x="1833" y="1195"/>
                  </a:cubicBezTo>
                  <a:cubicBezTo>
                    <a:pt x="1811" y="1296"/>
                    <a:pt x="1811" y="1296"/>
                    <a:pt x="1811" y="1296"/>
                  </a:cubicBezTo>
                  <a:cubicBezTo>
                    <a:pt x="1805" y="1329"/>
                    <a:pt x="1804" y="1333"/>
                    <a:pt x="1804" y="1337"/>
                  </a:cubicBezTo>
                  <a:cubicBezTo>
                    <a:pt x="1803" y="1341"/>
                    <a:pt x="1802" y="1344"/>
                    <a:pt x="1802" y="1348"/>
                  </a:cubicBezTo>
                  <a:cubicBezTo>
                    <a:pt x="1758" y="1348"/>
                    <a:pt x="1758" y="1348"/>
                    <a:pt x="1758" y="1348"/>
                  </a:cubicBezTo>
                  <a:cubicBezTo>
                    <a:pt x="1761" y="1328"/>
                    <a:pt x="1761" y="1328"/>
                    <a:pt x="1761" y="1328"/>
                  </a:cubicBezTo>
                  <a:cubicBezTo>
                    <a:pt x="1756" y="1334"/>
                    <a:pt x="1740" y="1352"/>
                    <a:pt x="1711" y="1352"/>
                  </a:cubicBezTo>
                  <a:cubicBezTo>
                    <a:pt x="1690" y="1352"/>
                    <a:pt x="1675" y="1343"/>
                    <a:pt x="1669" y="1331"/>
                  </a:cubicBezTo>
                  <a:cubicBezTo>
                    <a:pt x="1662" y="1319"/>
                    <a:pt x="1666" y="1297"/>
                    <a:pt x="1668" y="1290"/>
                  </a:cubicBezTo>
                  <a:cubicBezTo>
                    <a:pt x="1688" y="1195"/>
                    <a:pt x="1688" y="1195"/>
                    <a:pt x="1688" y="1195"/>
                  </a:cubicBezTo>
                  <a:cubicBezTo>
                    <a:pt x="1734" y="1195"/>
                    <a:pt x="1734" y="1195"/>
                    <a:pt x="1734" y="1195"/>
                  </a:cubicBezTo>
                  <a:cubicBezTo>
                    <a:pt x="1734" y="1195"/>
                    <a:pt x="1734" y="1195"/>
                    <a:pt x="1734" y="1195"/>
                  </a:cubicBezTo>
                  <a:close/>
                  <a:moveTo>
                    <a:pt x="2010" y="1196"/>
                  </a:moveTo>
                  <a:cubicBezTo>
                    <a:pt x="2006" y="1207"/>
                    <a:pt x="2003" y="1218"/>
                    <a:pt x="2000" y="1233"/>
                  </a:cubicBezTo>
                  <a:cubicBezTo>
                    <a:pt x="1976" y="1346"/>
                    <a:pt x="1976" y="1346"/>
                    <a:pt x="1976" y="1346"/>
                  </a:cubicBezTo>
                  <a:cubicBezTo>
                    <a:pt x="1964" y="1403"/>
                    <a:pt x="1915" y="1409"/>
                    <a:pt x="1886" y="1409"/>
                  </a:cubicBezTo>
                  <a:cubicBezTo>
                    <a:pt x="1864" y="1409"/>
                    <a:pt x="1822" y="1406"/>
                    <a:pt x="1829" y="1359"/>
                  </a:cubicBezTo>
                  <a:cubicBezTo>
                    <a:pt x="1872" y="1359"/>
                    <a:pt x="1872" y="1359"/>
                    <a:pt x="1872" y="1359"/>
                  </a:cubicBezTo>
                  <a:cubicBezTo>
                    <a:pt x="1872" y="1362"/>
                    <a:pt x="1871" y="1367"/>
                    <a:pt x="1874" y="1372"/>
                  </a:cubicBezTo>
                  <a:cubicBezTo>
                    <a:pt x="1877" y="1376"/>
                    <a:pt x="1883" y="1380"/>
                    <a:pt x="1894" y="1380"/>
                  </a:cubicBezTo>
                  <a:cubicBezTo>
                    <a:pt x="1908" y="1380"/>
                    <a:pt x="1921" y="1374"/>
                    <a:pt x="1926" y="1360"/>
                  </a:cubicBezTo>
                  <a:cubicBezTo>
                    <a:pt x="1930" y="1353"/>
                    <a:pt x="1931" y="1347"/>
                    <a:pt x="1937" y="1324"/>
                  </a:cubicBezTo>
                  <a:cubicBezTo>
                    <a:pt x="1918" y="1343"/>
                    <a:pt x="1901" y="1345"/>
                    <a:pt x="1891" y="1345"/>
                  </a:cubicBezTo>
                  <a:cubicBezTo>
                    <a:pt x="1847" y="1345"/>
                    <a:pt x="1834" y="1307"/>
                    <a:pt x="1842" y="1270"/>
                  </a:cubicBezTo>
                  <a:cubicBezTo>
                    <a:pt x="1850" y="1231"/>
                    <a:pt x="1880" y="1194"/>
                    <a:pt x="1924" y="1194"/>
                  </a:cubicBezTo>
                  <a:cubicBezTo>
                    <a:pt x="1952" y="1194"/>
                    <a:pt x="1959" y="1209"/>
                    <a:pt x="1962" y="1216"/>
                  </a:cubicBezTo>
                  <a:cubicBezTo>
                    <a:pt x="1968" y="1196"/>
                    <a:pt x="1968" y="1196"/>
                    <a:pt x="1968" y="1196"/>
                  </a:cubicBezTo>
                  <a:cubicBezTo>
                    <a:pt x="2010" y="1196"/>
                    <a:pt x="2010" y="1196"/>
                    <a:pt x="2010" y="1196"/>
                  </a:cubicBezTo>
                  <a:cubicBezTo>
                    <a:pt x="2010" y="1196"/>
                    <a:pt x="2010" y="1196"/>
                    <a:pt x="2010" y="1196"/>
                  </a:cubicBezTo>
                  <a:close/>
                  <a:moveTo>
                    <a:pt x="1908" y="1315"/>
                  </a:moveTo>
                  <a:cubicBezTo>
                    <a:pt x="1939" y="1315"/>
                    <a:pt x="1947" y="1277"/>
                    <a:pt x="1948" y="1271"/>
                  </a:cubicBezTo>
                  <a:cubicBezTo>
                    <a:pt x="1952" y="1253"/>
                    <a:pt x="1955" y="1224"/>
                    <a:pt x="1928" y="1224"/>
                  </a:cubicBezTo>
                  <a:cubicBezTo>
                    <a:pt x="1911" y="1224"/>
                    <a:pt x="1894" y="1237"/>
                    <a:pt x="1887" y="1270"/>
                  </a:cubicBezTo>
                  <a:cubicBezTo>
                    <a:pt x="1885" y="1277"/>
                    <a:pt x="1878" y="1315"/>
                    <a:pt x="1908" y="1315"/>
                  </a:cubicBezTo>
                  <a:moveTo>
                    <a:pt x="2058" y="1129"/>
                  </a:moveTo>
                  <a:cubicBezTo>
                    <a:pt x="2102" y="1129"/>
                    <a:pt x="2102" y="1129"/>
                    <a:pt x="2102" y="1129"/>
                  </a:cubicBezTo>
                  <a:cubicBezTo>
                    <a:pt x="2084" y="1216"/>
                    <a:pt x="2084" y="1216"/>
                    <a:pt x="2084" y="1216"/>
                  </a:cubicBezTo>
                  <a:cubicBezTo>
                    <a:pt x="2091" y="1208"/>
                    <a:pt x="2105" y="1193"/>
                    <a:pt x="2133" y="1193"/>
                  </a:cubicBezTo>
                  <a:cubicBezTo>
                    <a:pt x="2156" y="1193"/>
                    <a:pt x="2168" y="1204"/>
                    <a:pt x="2174" y="1214"/>
                  </a:cubicBezTo>
                  <a:cubicBezTo>
                    <a:pt x="2177" y="1221"/>
                    <a:pt x="2179" y="1235"/>
                    <a:pt x="2175" y="1255"/>
                  </a:cubicBezTo>
                  <a:cubicBezTo>
                    <a:pt x="2155" y="1348"/>
                    <a:pt x="2155" y="1348"/>
                    <a:pt x="2155" y="1348"/>
                  </a:cubicBezTo>
                  <a:cubicBezTo>
                    <a:pt x="2110" y="1348"/>
                    <a:pt x="2110" y="1348"/>
                    <a:pt x="2110" y="1348"/>
                  </a:cubicBezTo>
                  <a:cubicBezTo>
                    <a:pt x="2130" y="1256"/>
                    <a:pt x="2130" y="1256"/>
                    <a:pt x="2130" y="1256"/>
                  </a:cubicBezTo>
                  <a:cubicBezTo>
                    <a:pt x="2131" y="1248"/>
                    <a:pt x="2137" y="1223"/>
                    <a:pt x="2112" y="1223"/>
                  </a:cubicBezTo>
                  <a:cubicBezTo>
                    <a:pt x="2099" y="1223"/>
                    <a:pt x="2081" y="1230"/>
                    <a:pt x="2076" y="1254"/>
                  </a:cubicBezTo>
                  <a:cubicBezTo>
                    <a:pt x="2057" y="1348"/>
                    <a:pt x="2057" y="1348"/>
                    <a:pt x="2057" y="1348"/>
                  </a:cubicBezTo>
                  <a:cubicBezTo>
                    <a:pt x="2012" y="1348"/>
                    <a:pt x="2012" y="1348"/>
                    <a:pt x="2012" y="1348"/>
                  </a:cubicBezTo>
                  <a:cubicBezTo>
                    <a:pt x="2058" y="1129"/>
                    <a:pt x="2058" y="1129"/>
                    <a:pt x="2058" y="1129"/>
                  </a:cubicBezTo>
                  <a:cubicBezTo>
                    <a:pt x="2058" y="1129"/>
                    <a:pt x="2058" y="1129"/>
                    <a:pt x="2058" y="1129"/>
                  </a:cubicBezTo>
                  <a:close/>
                  <a:moveTo>
                    <a:pt x="100" y="1249"/>
                  </a:moveTo>
                  <a:cubicBezTo>
                    <a:pt x="101" y="1244"/>
                    <a:pt x="104" y="1221"/>
                    <a:pt x="87" y="1221"/>
                  </a:cubicBezTo>
                  <a:cubicBezTo>
                    <a:pt x="66" y="1221"/>
                    <a:pt x="56" y="1253"/>
                    <a:pt x="53" y="1270"/>
                  </a:cubicBezTo>
                  <a:cubicBezTo>
                    <a:pt x="51" y="1278"/>
                    <a:pt x="46" y="1306"/>
                    <a:pt x="54" y="1317"/>
                  </a:cubicBezTo>
                  <a:cubicBezTo>
                    <a:pt x="57" y="1321"/>
                    <a:pt x="61" y="1322"/>
                    <a:pt x="65" y="1322"/>
                  </a:cubicBezTo>
                  <a:cubicBezTo>
                    <a:pt x="70" y="1322"/>
                    <a:pt x="84" y="1320"/>
                    <a:pt x="92" y="1292"/>
                  </a:cubicBezTo>
                  <a:cubicBezTo>
                    <a:pt x="136" y="1292"/>
                    <a:pt x="136" y="1292"/>
                    <a:pt x="136" y="1292"/>
                  </a:cubicBezTo>
                  <a:cubicBezTo>
                    <a:pt x="133" y="1304"/>
                    <a:pt x="128" y="1323"/>
                    <a:pt x="107" y="1337"/>
                  </a:cubicBezTo>
                  <a:cubicBezTo>
                    <a:pt x="94" y="1347"/>
                    <a:pt x="79" y="1352"/>
                    <a:pt x="60" y="1352"/>
                  </a:cubicBezTo>
                  <a:cubicBezTo>
                    <a:pt x="40" y="1352"/>
                    <a:pt x="23" y="1347"/>
                    <a:pt x="12" y="1331"/>
                  </a:cubicBezTo>
                  <a:cubicBezTo>
                    <a:pt x="2" y="1316"/>
                    <a:pt x="0" y="1296"/>
                    <a:pt x="5" y="1271"/>
                  </a:cubicBezTo>
                  <a:cubicBezTo>
                    <a:pt x="20" y="1201"/>
                    <a:pt x="74" y="1192"/>
                    <a:pt x="94" y="1192"/>
                  </a:cubicBezTo>
                  <a:cubicBezTo>
                    <a:pt x="122" y="1192"/>
                    <a:pt x="153" y="1207"/>
                    <a:pt x="144" y="1249"/>
                  </a:cubicBezTo>
                  <a:cubicBezTo>
                    <a:pt x="100" y="1249"/>
                    <a:pt x="100" y="1249"/>
                    <a:pt x="100" y="1249"/>
                  </a:cubicBezTo>
                  <a:cubicBezTo>
                    <a:pt x="100" y="1249"/>
                    <a:pt x="100" y="1249"/>
                    <a:pt x="100" y="1249"/>
                  </a:cubicBezTo>
                  <a:close/>
                  <a:moveTo>
                    <a:pt x="2378" y="1249"/>
                  </a:moveTo>
                  <a:cubicBezTo>
                    <a:pt x="2379" y="1244"/>
                    <a:pt x="2382" y="1221"/>
                    <a:pt x="2365" y="1221"/>
                  </a:cubicBezTo>
                  <a:cubicBezTo>
                    <a:pt x="2344" y="1221"/>
                    <a:pt x="2335" y="1253"/>
                    <a:pt x="2331" y="1270"/>
                  </a:cubicBezTo>
                  <a:cubicBezTo>
                    <a:pt x="2329" y="1278"/>
                    <a:pt x="2324" y="1306"/>
                    <a:pt x="2332" y="1317"/>
                  </a:cubicBezTo>
                  <a:cubicBezTo>
                    <a:pt x="2335" y="1321"/>
                    <a:pt x="2340" y="1322"/>
                    <a:pt x="2343" y="1322"/>
                  </a:cubicBezTo>
                  <a:cubicBezTo>
                    <a:pt x="2348" y="1322"/>
                    <a:pt x="2362" y="1320"/>
                    <a:pt x="2370" y="1292"/>
                  </a:cubicBezTo>
                  <a:cubicBezTo>
                    <a:pt x="2414" y="1292"/>
                    <a:pt x="2414" y="1292"/>
                    <a:pt x="2414" y="1292"/>
                  </a:cubicBezTo>
                  <a:cubicBezTo>
                    <a:pt x="2411" y="1304"/>
                    <a:pt x="2406" y="1323"/>
                    <a:pt x="2385" y="1337"/>
                  </a:cubicBezTo>
                  <a:cubicBezTo>
                    <a:pt x="2372" y="1347"/>
                    <a:pt x="2357" y="1352"/>
                    <a:pt x="2338" y="1352"/>
                  </a:cubicBezTo>
                  <a:cubicBezTo>
                    <a:pt x="2318" y="1352"/>
                    <a:pt x="2301" y="1347"/>
                    <a:pt x="2290" y="1331"/>
                  </a:cubicBezTo>
                  <a:cubicBezTo>
                    <a:pt x="2280" y="1316"/>
                    <a:pt x="2278" y="1296"/>
                    <a:pt x="2284" y="1271"/>
                  </a:cubicBezTo>
                  <a:cubicBezTo>
                    <a:pt x="2299" y="1201"/>
                    <a:pt x="2352" y="1192"/>
                    <a:pt x="2372" y="1192"/>
                  </a:cubicBezTo>
                  <a:cubicBezTo>
                    <a:pt x="2401" y="1192"/>
                    <a:pt x="2431" y="1207"/>
                    <a:pt x="2423" y="1249"/>
                  </a:cubicBezTo>
                  <a:cubicBezTo>
                    <a:pt x="2378" y="1249"/>
                    <a:pt x="2378" y="1249"/>
                    <a:pt x="2378" y="1249"/>
                  </a:cubicBezTo>
                  <a:cubicBezTo>
                    <a:pt x="2378" y="1249"/>
                    <a:pt x="2378" y="1249"/>
                    <a:pt x="2378" y="1249"/>
                  </a:cubicBezTo>
                  <a:close/>
                  <a:moveTo>
                    <a:pt x="2534" y="1191"/>
                  </a:moveTo>
                  <a:cubicBezTo>
                    <a:pt x="2589" y="1191"/>
                    <a:pt x="2606" y="1229"/>
                    <a:pt x="2597" y="1271"/>
                  </a:cubicBezTo>
                  <a:cubicBezTo>
                    <a:pt x="2587" y="1315"/>
                    <a:pt x="2554" y="1353"/>
                    <a:pt x="2498" y="1353"/>
                  </a:cubicBezTo>
                  <a:cubicBezTo>
                    <a:pt x="2454" y="1353"/>
                    <a:pt x="2426" y="1326"/>
                    <a:pt x="2437" y="1273"/>
                  </a:cubicBezTo>
                  <a:cubicBezTo>
                    <a:pt x="2445" y="1236"/>
                    <a:pt x="2474" y="1191"/>
                    <a:pt x="2534" y="1191"/>
                  </a:cubicBezTo>
                  <a:moveTo>
                    <a:pt x="2507" y="1322"/>
                  </a:moveTo>
                  <a:cubicBezTo>
                    <a:pt x="2527" y="1322"/>
                    <a:pt x="2542" y="1310"/>
                    <a:pt x="2551" y="1270"/>
                  </a:cubicBezTo>
                  <a:cubicBezTo>
                    <a:pt x="2555" y="1250"/>
                    <a:pt x="2557" y="1221"/>
                    <a:pt x="2528" y="1221"/>
                  </a:cubicBezTo>
                  <a:cubicBezTo>
                    <a:pt x="2495" y="1221"/>
                    <a:pt x="2486" y="1259"/>
                    <a:pt x="2484" y="1273"/>
                  </a:cubicBezTo>
                  <a:cubicBezTo>
                    <a:pt x="2476" y="1307"/>
                    <a:pt x="2484" y="1322"/>
                    <a:pt x="2507" y="1322"/>
                  </a:cubicBezTo>
                  <a:moveTo>
                    <a:pt x="2637" y="1223"/>
                  </a:moveTo>
                  <a:cubicBezTo>
                    <a:pt x="2639" y="1214"/>
                    <a:pt x="2640" y="1205"/>
                    <a:pt x="2641" y="1195"/>
                  </a:cubicBezTo>
                  <a:cubicBezTo>
                    <a:pt x="2685" y="1195"/>
                    <a:pt x="2685" y="1195"/>
                    <a:pt x="2685" y="1195"/>
                  </a:cubicBezTo>
                  <a:cubicBezTo>
                    <a:pt x="2682" y="1214"/>
                    <a:pt x="2682" y="1214"/>
                    <a:pt x="2682" y="1214"/>
                  </a:cubicBezTo>
                  <a:cubicBezTo>
                    <a:pt x="2688" y="1208"/>
                    <a:pt x="2704" y="1192"/>
                    <a:pt x="2734" y="1192"/>
                  </a:cubicBezTo>
                  <a:cubicBezTo>
                    <a:pt x="2769" y="1192"/>
                    <a:pt x="2775" y="1213"/>
                    <a:pt x="2776" y="1220"/>
                  </a:cubicBezTo>
                  <a:cubicBezTo>
                    <a:pt x="2795" y="1196"/>
                    <a:pt x="2816" y="1192"/>
                    <a:pt x="2832" y="1192"/>
                  </a:cubicBezTo>
                  <a:cubicBezTo>
                    <a:pt x="2862" y="1192"/>
                    <a:pt x="2871" y="1210"/>
                    <a:pt x="2873" y="1216"/>
                  </a:cubicBezTo>
                  <a:cubicBezTo>
                    <a:pt x="2878" y="1230"/>
                    <a:pt x="2874" y="1248"/>
                    <a:pt x="2871" y="1261"/>
                  </a:cubicBezTo>
                  <a:cubicBezTo>
                    <a:pt x="2853" y="1348"/>
                    <a:pt x="2853" y="1348"/>
                    <a:pt x="2853" y="1348"/>
                  </a:cubicBezTo>
                  <a:cubicBezTo>
                    <a:pt x="2807" y="1348"/>
                    <a:pt x="2807" y="1348"/>
                    <a:pt x="2807" y="1348"/>
                  </a:cubicBezTo>
                  <a:cubicBezTo>
                    <a:pt x="2827" y="1258"/>
                    <a:pt x="2827" y="1258"/>
                    <a:pt x="2827" y="1258"/>
                  </a:cubicBezTo>
                  <a:cubicBezTo>
                    <a:pt x="2830" y="1242"/>
                    <a:pt x="2832" y="1223"/>
                    <a:pt x="2808" y="1223"/>
                  </a:cubicBezTo>
                  <a:cubicBezTo>
                    <a:pt x="2781" y="1223"/>
                    <a:pt x="2775" y="1249"/>
                    <a:pt x="2771" y="1271"/>
                  </a:cubicBezTo>
                  <a:cubicBezTo>
                    <a:pt x="2754" y="1348"/>
                    <a:pt x="2754" y="1348"/>
                    <a:pt x="2754" y="1348"/>
                  </a:cubicBezTo>
                  <a:cubicBezTo>
                    <a:pt x="2709" y="1348"/>
                    <a:pt x="2709" y="1348"/>
                    <a:pt x="2709" y="1348"/>
                  </a:cubicBezTo>
                  <a:cubicBezTo>
                    <a:pt x="2728" y="1257"/>
                    <a:pt x="2728" y="1257"/>
                    <a:pt x="2728" y="1257"/>
                  </a:cubicBezTo>
                  <a:cubicBezTo>
                    <a:pt x="2731" y="1245"/>
                    <a:pt x="2735" y="1223"/>
                    <a:pt x="2710" y="1223"/>
                  </a:cubicBezTo>
                  <a:cubicBezTo>
                    <a:pt x="2682" y="1223"/>
                    <a:pt x="2677" y="1248"/>
                    <a:pt x="2674" y="1258"/>
                  </a:cubicBezTo>
                  <a:cubicBezTo>
                    <a:pt x="2655" y="1348"/>
                    <a:pt x="2655" y="1348"/>
                    <a:pt x="2655" y="1348"/>
                  </a:cubicBezTo>
                  <a:cubicBezTo>
                    <a:pt x="2610" y="1348"/>
                    <a:pt x="2610" y="1348"/>
                    <a:pt x="2610" y="1348"/>
                  </a:cubicBezTo>
                  <a:cubicBezTo>
                    <a:pt x="2637" y="1223"/>
                    <a:pt x="2637" y="1223"/>
                    <a:pt x="2637" y="1223"/>
                  </a:cubicBezTo>
                  <a:cubicBezTo>
                    <a:pt x="2637" y="1223"/>
                    <a:pt x="2637" y="1223"/>
                    <a:pt x="2637" y="1223"/>
                  </a:cubicBezTo>
                  <a:close/>
                  <a:moveTo>
                    <a:pt x="2966" y="1195"/>
                  </a:moveTo>
                  <a:cubicBezTo>
                    <a:pt x="2963" y="1216"/>
                    <a:pt x="2963" y="1216"/>
                    <a:pt x="2963" y="1216"/>
                  </a:cubicBezTo>
                  <a:cubicBezTo>
                    <a:pt x="2982" y="1192"/>
                    <a:pt x="3008" y="1192"/>
                    <a:pt x="3015" y="1192"/>
                  </a:cubicBezTo>
                  <a:cubicBezTo>
                    <a:pt x="3054" y="1192"/>
                    <a:pt x="3072" y="1221"/>
                    <a:pt x="3062" y="1268"/>
                  </a:cubicBezTo>
                  <a:cubicBezTo>
                    <a:pt x="3053" y="1312"/>
                    <a:pt x="3022" y="1350"/>
                    <a:pt x="2978" y="1350"/>
                  </a:cubicBezTo>
                  <a:cubicBezTo>
                    <a:pt x="2950" y="1350"/>
                    <a:pt x="2942" y="1335"/>
                    <a:pt x="2939" y="1330"/>
                  </a:cubicBezTo>
                  <a:cubicBezTo>
                    <a:pt x="2923" y="1407"/>
                    <a:pt x="2923" y="1407"/>
                    <a:pt x="2923" y="1407"/>
                  </a:cubicBezTo>
                  <a:cubicBezTo>
                    <a:pt x="2877" y="1407"/>
                    <a:pt x="2877" y="1407"/>
                    <a:pt x="2877" y="1407"/>
                  </a:cubicBezTo>
                  <a:cubicBezTo>
                    <a:pt x="2922" y="1195"/>
                    <a:pt x="2922" y="1195"/>
                    <a:pt x="2922" y="1195"/>
                  </a:cubicBezTo>
                  <a:cubicBezTo>
                    <a:pt x="2966" y="1195"/>
                    <a:pt x="2966" y="1195"/>
                    <a:pt x="2966" y="1195"/>
                  </a:cubicBezTo>
                  <a:cubicBezTo>
                    <a:pt x="2966" y="1195"/>
                    <a:pt x="2966" y="1195"/>
                    <a:pt x="2966" y="1195"/>
                  </a:cubicBezTo>
                  <a:close/>
                  <a:moveTo>
                    <a:pt x="3017" y="1270"/>
                  </a:moveTo>
                  <a:cubicBezTo>
                    <a:pt x="3020" y="1252"/>
                    <a:pt x="3022" y="1221"/>
                    <a:pt x="2996" y="1221"/>
                  </a:cubicBezTo>
                  <a:cubicBezTo>
                    <a:pt x="2981" y="1221"/>
                    <a:pt x="2959" y="1232"/>
                    <a:pt x="2950" y="1273"/>
                  </a:cubicBezTo>
                  <a:cubicBezTo>
                    <a:pt x="2947" y="1282"/>
                    <a:pt x="2940" y="1321"/>
                    <a:pt x="2973" y="1321"/>
                  </a:cubicBezTo>
                  <a:cubicBezTo>
                    <a:pt x="2994" y="1321"/>
                    <a:pt x="3010" y="1300"/>
                    <a:pt x="3017" y="1270"/>
                  </a:cubicBezTo>
                  <a:moveTo>
                    <a:pt x="3119" y="1129"/>
                  </a:moveTo>
                  <a:cubicBezTo>
                    <a:pt x="3164" y="1129"/>
                    <a:pt x="3164" y="1129"/>
                    <a:pt x="3164" y="1129"/>
                  </a:cubicBezTo>
                  <a:cubicBezTo>
                    <a:pt x="3117" y="1348"/>
                    <a:pt x="3117" y="1348"/>
                    <a:pt x="3117" y="1348"/>
                  </a:cubicBezTo>
                  <a:cubicBezTo>
                    <a:pt x="3072" y="1348"/>
                    <a:pt x="3072" y="1348"/>
                    <a:pt x="3072" y="1348"/>
                  </a:cubicBezTo>
                  <a:cubicBezTo>
                    <a:pt x="3119" y="1129"/>
                    <a:pt x="3119" y="1129"/>
                    <a:pt x="3119" y="1129"/>
                  </a:cubicBezTo>
                  <a:cubicBezTo>
                    <a:pt x="3119" y="1129"/>
                    <a:pt x="3119" y="1129"/>
                    <a:pt x="3119" y="1129"/>
                  </a:cubicBezTo>
                  <a:close/>
                  <a:moveTo>
                    <a:pt x="3202" y="1283"/>
                  </a:moveTo>
                  <a:cubicBezTo>
                    <a:pt x="3200" y="1293"/>
                    <a:pt x="3193" y="1324"/>
                    <a:pt x="3225" y="1324"/>
                  </a:cubicBezTo>
                  <a:cubicBezTo>
                    <a:pt x="3236" y="1324"/>
                    <a:pt x="3248" y="1319"/>
                    <a:pt x="3256" y="1303"/>
                  </a:cubicBezTo>
                  <a:cubicBezTo>
                    <a:pt x="3297" y="1303"/>
                    <a:pt x="3297" y="1303"/>
                    <a:pt x="3297" y="1303"/>
                  </a:cubicBezTo>
                  <a:cubicBezTo>
                    <a:pt x="3295" y="1310"/>
                    <a:pt x="3291" y="1323"/>
                    <a:pt x="3275" y="1336"/>
                  </a:cubicBezTo>
                  <a:cubicBezTo>
                    <a:pt x="3261" y="1348"/>
                    <a:pt x="3240" y="1354"/>
                    <a:pt x="3218" y="1354"/>
                  </a:cubicBezTo>
                  <a:cubicBezTo>
                    <a:pt x="3205" y="1354"/>
                    <a:pt x="3180" y="1351"/>
                    <a:pt x="3168" y="1335"/>
                  </a:cubicBezTo>
                  <a:cubicBezTo>
                    <a:pt x="3157" y="1320"/>
                    <a:pt x="3155" y="1299"/>
                    <a:pt x="3161" y="1275"/>
                  </a:cubicBezTo>
                  <a:cubicBezTo>
                    <a:pt x="3166" y="1250"/>
                    <a:pt x="3178" y="1220"/>
                    <a:pt x="3208" y="1202"/>
                  </a:cubicBezTo>
                  <a:cubicBezTo>
                    <a:pt x="3222" y="1194"/>
                    <a:pt x="3237" y="1190"/>
                    <a:pt x="3254" y="1190"/>
                  </a:cubicBezTo>
                  <a:cubicBezTo>
                    <a:pt x="3276" y="1190"/>
                    <a:pt x="3300" y="1198"/>
                    <a:pt x="3308" y="1227"/>
                  </a:cubicBezTo>
                  <a:cubicBezTo>
                    <a:pt x="3314" y="1248"/>
                    <a:pt x="3309" y="1270"/>
                    <a:pt x="3305" y="1283"/>
                  </a:cubicBezTo>
                  <a:cubicBezTo>
                    <a:pt x="3202" y="1283"/>
                    <a:pt x="3202" y="1283"/>
                    <a:pt x="3202" y="1283"/>
                  </a:cubicBezTo>
                  <a:cubicBezTo>
                    <a:pt x="3202" y="1283"/>
                    <a:pt x="3202" y="1283"/>
                    <a:pt x="3202" y="1283"/>
                  </a:cubicBezTo>
                  <a:close/>
                  <a:moveTo>
                    <a:pt x="3265" y="1254"/>
                  </a:moveTo>
                  <a:cubicBezTo>
                    <a:pt x="3267" y="1248"/>
                    <a:pt x="3272" y="1220"/>
                    <a:pt x="3246" y="1220"/>
                  </a:cubicBezTo>
                  <a:cubicBezTo>
                    <a:pt x="3226" y="1220"/>
                    <a:pt x="3214" y="1236"/>
                    <a:pt x="3210" y="1254"/>
                  </a:cubicBezTo>
                  <a:cubicBezTo>
                    <a:pt x="3265" y="1254"/>
                    <a:pt x="3265" y="1254"/>
                    <a:pt x="3265" y="1254"/>
                  </a:cubicBezTo>
                  <a:cubicBezTo>
                    <a:pt x="3265" y="1254"/>
                    <a:pt x="3265" y="1254"/>
                    <a:pt x="3265" y="1254"/>
                  </a:cubicBezTo>
                  <a:close/>
                  <a:moveTo>
                    <a:pt x="3383" y="1195"/>
                  </a:moveTo>
                  <a:cubicBezTo>
                    <a:pt x="3401" y="1245"/>
                    <a:pt x="3401" y="1245"/>
                    <a:pt x="3401" y="1245"/>
                  </a:cubicBezTo>
                  <a:cubicBezTo>
                    <a:pt x="3442" y="1195"/>
                    <a:pt x="3442" y="1195"/>
                    <a:pt x="3442" y="1195"/>
                  </a:cubicBezTo>
                  <a:cubicBezTo>
                    <a:pt x="3488" y="1195"/>
                    <a:pt x="3488" y="1195"/>
                    <a:pt x="3488" y="1195"/>
                  </a:cubicBezTo>
                  <a:cubicBezTo>
                    <a:pt x="3423" y="1269"/>
                    <a:pt x="3423" y="1269"/>
                    <a:pt x="3423" y="1269"/>
                  </a:cubicBezTo>
                  <a:cubicBezTo>
                    <a:pt x="3457" y="1348"/>
                    <a:pt x="3457" y="1348"/>
                    <a:pt x="3457" y="1348"/>
                  </a:cubicBezTo>
                  <a:cubicBezTo>
                    <a:pt x="3404" y="1348"/>
                    <a:pt x="3404" y="1348"/>
                    <a:pt x="3404" y="1348"/>
                  </a:cubicBezTo>
                  <a:cubicBezTo>
                    <a:pt x="3385" y="1292"/>
                    <a:pt x="3385" y="1292"/>
                    <a:pt x="3385" y="1292"/>
                  </a:cubicBezTo>
                  <a:cubicBezTo>
                    <a:pt x="3342" y="1348"/>
                    <a:pt x="3342" y="1348"/>
                    <a:pt x="3342" y="1348"/>
                  </a:cubicBezTo>
                  <a:cubicBezTo>
                    <a:pt x="3295" y="1348"/>
                    <a:pt x="3295" y="1348"/>
                    <a:pt x="3295" y="1348"/>
                  </a:cubicBezTo>
                  <a:cubicBezTo>
                    <a:pt x="3364" y="1266"/>
                    <a:pt x="3364" y="1266"/>
                    <a:pt x="3364" y="1266"/>
                  </a:cubicBezTo>
                  <a:cubicBezTo>
                    <a:pt x="3329" y="1195"/>
                    <a:pt x="3329" y="1195"/>
                    <a:pt x="3329" y="1195"/>
                  </a:cubicBezTo>
                  <a:cubicBezTo>
                    <a:pt x="3383" y="1195"/>
                    <a:pt x="3383" y="1195"/>
                    <a:pt x="3383" y="1195"/>
                  </a:cubicBezTo>
                  <a:cubicBezTo>
                    <a:pt x="3383" y="1195"/>
                    <a:pt x="3383" y="1195"/>
                    <a:pt x="3383" y="1195"/>
                  </a:cubicBezTo>
                  <a:close/>
                  <a:moveTo>
                    <a:pt x="3509" y="1194"/>
                  </a:moveTo>
                  <a:cubicBezTo>
                    <a:pt x="3554" y="1194"/>
                    <a:pt x="3554" y="1194"/>
                    <a:pt x="3554" y="1194"/>
                  </a:cubicBezTo>
                  <a:cubicBezTo>
                    <a:pt x="3521" y="1348"/>
                    <a:pt x="3521" y="1348"/>
                    <a:pt x="3521" y="1348"/>
                  </a:cubicBezTo>
                  <a:cubicBezTo>
                    <a:pt x="3476" y="1348"/>
                    <a:pt x="3476" y="1348"/>
                    <a:pt x="3476" y="1348"/>
                  </a:cubicBezTo>
                  <a:cubicBezTo>
                    <a:pt x="3509" y="1194"/>
                    <a:pt x="3509" y="1194"/>
                    <a:pt x="3509" y="1194"/>
                  </a:cubicBezTo>
                  <a:cubicBezTo>
                    <a:pt x="3509" y="1194"/>
                    <a:pt x="3509" y="1194"/>
                    <a:pt x="3509" y="1194"/>
                  </a:cubicBezTo>
                  <a:close/>
                  <a:moveTo>
                    <a:pt x="3521" y="1129"/>
                  </a:moveTo>
                  <a:cubicBezTo>
                    <a:pt x="3569" y="1129"/>
                    <a:pt x="3569" y="1129"/>
                    <a:pt x="3569" y="1129"/>
                  </a:cubicBezTo>
                  <a:cubicBezTo>
                    <a:pt x="3561" y="1168"/>
                    <a:pt x="3561" y="1168"/>
                    <a:pt x="3561" y="1168"/>
                  </a:cubicBezTo>
                  <a:cubicBezTo>
                    <a:pt x="3513" y="1168"/>
                    <a:pt x="3513" y="1168"/>
                    <a:pt x="3513" y="1168"/>
                  </a:cubicBezTo>
                  <a:cubicBezTo>
                    <a:pt x="3521" y="1129"/>
                    <a:pt x="3521" y="1129"/>
                    <a:pt x="3521" y="1129"/>
                  </a:cubicBezTo>
                  <a:cubicBezTo>
                    <a:pt x="3521" y="1129"/>
                    <a:pt x="3521" y="1129"/>
                    <a:pt x="3521" y="1129"/>
                  </a:cubicBezTo>
                  <a:close/>
                  <a:moveTo>
                    <a:pt x="3649" y="1346"/>
                  </a:moveTo>
                  <a:cubicBezTo>
                    <a:pt x="3634" y="1350"/>
                    <a:pt x="3621" y="1351"/>
                    <a:pt x="3614" y="1351"/>
                  </a:cubicBezTo>
                  <a:cubicBezTo>
                    <a:pt x="3568" y="1351"/>
                    <a:pt x="3575" y="1322"/>
                    <a:pt x="3577" y="1310"/>
                  </a:cubicBezTo>
                  <a:cubicBezTo>
                    <a:pt x="3595" y="1225"/>
                    <a:pt x="3595" y="1225"/>
                    <a:pt x="3595" y="1225"/>
                  </a:cubicBezTo>
                  <a:cubicBezTo>
                    <a:pt x="3565" y="1225"/>
                    <a:pt x="3565" y="1225"/>
                    <a:pt x="3565" y="1225"/>
                  </a:cubicBezTo>
                  <a:cubicBezTo>
                    <a:pt x="3572" y="1196"/>
                    <a:pt x="3572" y="1196"/>
                    <a:pt x="3572" y="1196"/>
                  </a:cubicBezTo>
                  <a:cubicBezTo>
                    <a:pt x="3601" y="1196"/>
                    <a:pt x="3601" y="1196"/>
                    <a:pt x="3601" y="1196"/>
                  </a:cubicBezTo>
                  <a:cubicBezTo>
                    <a:pt x="3608" y="1166"/>
                    <a:pt x="3608" y="1166"/>
                    <a:pt x="3608" y="1166"/>
                  </a:cubicBezTo>
                  <a:cubicBezTo>
                    <a:pt x="3656" y="1149"/>
                    <a:pt x="3656" y="1149"/>
                    <a:pt x="3656" y="1149"/>
                  </a:cubicBezTo>
                  <a:cubicBezTo>
                    <a:pt x="3646" y="1196"/>
                    <a:pt x="3646" y="1196"/>
                    <a:pt x="3646" y="1196"/>
                  </a:cubicBezTo>
                  <a:cubicBezTo>
                    <a:pt x="3682" y="1196"/>
                    <a:pt x="3682" y="1196"/>
                    <a:pt x="3682" y="1196"/>
                  </a:cubicBezTo>
                  <a:cubicBezTo>
                    <a:pt x="3676" y="1225"/>
                    <a:pt x="3676" y="1225"/>
                    <a:pt x="3676" y="1225"/>
                  </a:cubicBezTo>
                  <a:cubicBezTo>
                    <a:pt x="3640" y="1225"/>
                    <a:pt x="3640" y="1225"/>
                    <a:pt x="3640" y="1225"/>
                  </a:cubicBezTo>
                  <a:cubicBezTo>
                    <a:pt x="3625" y="1295"/>
                    <a:pt x="3625" y="1295"/>
                    <a:pt x="3625" y="1295"/>
                  </a:cubicBezTo>
                  <a:cubicBezTo>
                    <a:pt x="3622" y="1309"/>
                    <a:pt x="3620" y="1317"/>
                    <a:pt x="3640" y="1317"/>
                  </a:cubicBezTo>
                  <a:cubicBezTo>
                    <a:pt x="3647" y="1317"/>
                    <a:pt x="3650" y="1317"/>
                    <a:pt x="3656" y="1317"/>
                  </a:cubicBezTo>
                  <a:cubicBezTo>
                    <a:pt x="3649" y="1346"/>
                    <a:pt x="3649" y="1346"/>
                    <a:pt x="3649" y="1346"/>
                  </a:cubicBezTo>
                  <a:cubicBezTo>
                    <a:pt x="3649" y="1346"/>
                    <a:pt x="3649" y="1346"/>
                    <a:pt x="3649" y="1346"/>
                  </a:cubicBezTo>
                  <a:close/>
                  <a:moveTo>
                    <a:pt x="3741" y="1195"/>
                  </a:moveTo>
                  <a:cubicBezTo>
                    <a:pt x="3752" y="1301"/>
                    <a:pt x="3752" y="1301"/>
                    <a:pt x="3752" y="1301"/>
                  </a:cubicBezTo>
                  <a:cubicBezTo>
                    <a:pt x="3809" y="1195"/>
                    <a:pt x="3809" y="1195"/>
                    <a:pt x="3809" y="1195"/>
                  </a:cubicBezTo>
                  <a:cubicBezTo>
                    <a:pt x="3854" y="1195"/>
                    <a:pt x="3854" y="1195"/>
                    <a:pt x="3854" y="1195"/>
                  </a:cubicBezTo>
                  <a:cubicBezTo>
                    <a:pt x="3764" y="1345"/>
                    <a:pt x="3764" y="1345"/>
                    <a:pt x="3764" y="1345"/>
                  </a:cubicBezTo>
                  <a:cubicBezTo>
                    <a:pt x="3732" y="1406"/>
                    <a:pt x="3732" y="1406"/>
                    <a:pt x="3732" y="1406"/>
                  </a:cubicBezTo>
                  <a:cubicBezTo>
                    <a:pt x="3687" y="1406"/>
                    <a:pt x="3687" y="1406"/>
                    <a:pt x="3687" y="1406"/>
                  </a:cubicBezTo>
                  <a:cubicBezTo>
                    <a:pt x="3719" y="1348"/>
                    <a:pt x="3719" y="1348"/>
                    <a:pt x="3719" y="1348"/>
                  </a:cubicBezTo>
                  <a:cubicBezTo>
                    <a:pt x="3693" y="1195"/>
                    <a:pt x="3693" y="1195"/>
                    <a:pt x="3693" y="1195"/>
                  </a:cubicBezTo>
                  <a:cubicBezTo>
                    <a:pt x="3741" y="1195"/>
                    <a:pt x="3741" y="1195"/>
                    <a:pt x="3741" y="1195"/>
                  </a:cubicBezTo>
                  <a:cubicBezTo>
                    <a:pt x="3741" y="1195"/>
                    <a:pt x="3741" y="1195"/>
                    <a:pt x="3741" y="1195"/>
                  </a:cubicBezTo>
                  <a:close/>
                  <a:moveTo>
                    <a:pt x="3933" y="1145"/>
                  </a:moveTo>
                  <a:cubicBezTo>
                    <a:pt x="3899" y="1145"/>
                    <a:pt x="3899" y="1145"/>
                    <a:pt x="3899" y="1145"/>
                  </a:cubicBezTo>
                  <a:cubicBezTo>
                    <a:pt x="3902" y="1129"/>
                    <a:pt x="3902" y="1129"/>
                    <a:pt x="3902" y="1129"/>
                  </a:cubicBezTo>
                  <a:cubicBezTo>
                    <a:pt x="3990" y="1129"/>
                    <a:pt x="3990" y="1129"/>
                    <a:pt x="3990" y="1129"/>
                  </a:cubicBezTo>
                  <a:cubicBezTo>
                    <a:pt x="3987" y="1145"/>
                    <a:pt x="3987" y="1145"/>
                    <a:pt x="3987" y="1145"/>
                  </a:cubicBezTo>
                  <a:cubicBezTo>
                    <a:pt x="3953" y="1145"/>
                    <a:pt x="3953" y="1145"/>
                    <a:pt x="3953" y="1145"/>
                  </a:cubicBezTo>
                  <a:cubicBezTo>
                    <a:pt x="3936" y="1225"/>
                    <a:pt x="3936" y="1225"/>
                    <a:pt x="3936" y="1225"/>
                  </a:cubicBezTo>
                  <a:cubicBezTo>
                    <a:pt x="3916" y="1225"/>
                    <a:pt x="3916" y="1225"/>
                    <a:pt x="3916" y="1225"/>
                  </a:cubicBezTo>
                  <a:cubicBezTo>
                    <a:pt x="3933" y="1145"/>
                    <a:pt x="3933" y="1145"/>
                    <a:pt x="3933" y="1145"/>
                  </a:cubicBezTo>
                  <a:cubicBezTo>
                    <a:pt x="3933" y="1145"/>
                    <a:pt x="3933" y="1145"/>
                    <a:pt x="3933" y="1145"/>
                  </a:cubicBezTo>
                  <a:close/>
                  <a:moveTo>
                    <a:pt x="3999" y="1129"/>
                  </a:moveTo>
                  <a:cubicBezTo>
                    <a:pt x="4031" y="1129"/>
                    <a:pt x="4031" y="1129"/>
                    <a:pt x="4031" y="1129"/>
                  </a:cubicBezTo>
                  <a:cubicBezTo>
                    <a:pt x="4036" y="1200"/>
                    <a:pt x="4036" y="1200"/>
                    <a:pt x="4036" y="1200"/>
                  </a:cubicBezTo>
                  <a:cubicBezTo>
                    <a:pt x="4072" y="1129"/>
                    <a:pt x="4072" y="1129"/>
                    <a:pt x="4072" y="1129"/>
                  </a:cubicBezTo>
                  <a:cubicBezTo>
                    <a:pt x="4103" y="1129"/>
                    <a:pt x="4103" y="1129"/>
                    <a:pt x="4103" y="1129"/>
                  </a:cubicBezTo>
                  <a:cubicBezTo>
                    <a:pt x="4083" y="1225"/>
                    <a:pt x="4083" y="1225"/>
                    <a:pt x="4083" y="1225"/>
                  </a:cubicBezTo>
                  <a:cubicBezTo>
                    <a:pt x="4063" y="1225"/>
                    <a:pt x="4063" y="1225"/>
                    <a:pt x="4063" y="1225"/>
                  </a:cubicBezTo>
                  <a:cubicBezTo>
                    <a:pt x="4080" y="1143"/>
                    <a:pt x="4080" y="1143"/>
                    <a:pt x="4080" y="1143"/>
                  </a:cubicBezTo>
                  <a:cubicBezTo>
                    <a:pt x="4038" y="1225"/>
                    <a:pt x="4038" y="1225"/>
                    <a:pt x="4038" y="1225"/>
                  </a:cubicBezTo>
                  <a:cubicBezTo>
                    <a:pt x="4021" y="1225"/>
                    <a:pt x="4021" y="1225"/>
                    <a:pt x="4021" y="1225"/>
                  </a:cubicBezTo>
                  <a:cubicBezTo>
                    <a:pt x="4014" y="1143"/>
                    <a:pt x="4014" y="1143"/>
                    <a:pt x="4014" y="1143"/>
                  </a:cubicBezTo>
                  <a:cubicBezTo>
                    <a:pt x="3997" y="1225"/>
                    <a:pt x="3997" y="1225"/>
                    <a:pt x="3997" y="1225"/>
                  </a:cubicBezTo>
                  <a:cubicBezTo>
                    <a:pt x="3978" y="1225"/>
                    <a:pt x="3978" y="1225"/>
                    <a:pt x="3978" y="1225"/>
                  </a:cubicBezTo>
                  <a:cubicBezTo>
                    <a:pt x="3999" y="1129"/>
                    <a:pt x="3999" y="1129"/>
                    <a:pt x="3999" y="1129"/>
                  </a:cubicBezTo>
                  <a:cubicBezTo>
                    <a:pt x="3999" y="1129"/>
                    <a:pt x="3999" y="1129"/>
                    <a:pt x="3999" y="1129"/>
                  </a:cubicBezTo>
                  <a:close/>
                </a:path>
              </a:pathLst>
            </a:custGeom>
            <a:solidFill>
              <a:schemeClr val="bg1"/>
            </a:solidFill>
            <a:ln w="9525">
              <a:noFill/>
              <a:round/>
              <a:headEnd/>
              <a:tailEnd/>
            </a:ln>
          </p:spPr>
          <p:txBody>
            <a:bodyPr/>
            <a:lstStyle/>
            <a:p>
              <a:endParaRPr lang="en-GB" dirty="0"/>
            </a:p>
          </p:txBody>
        </p:sp>
        <p:sp>
          <p:nvSpPr>
            <p:cNvPr id="17" name="Freeform 9"/>
            <p:cNvSpPr>
              <a:spLocks noEditPoints="1"/>
            </p:cNvSpPr>
            <p:nvPr userDrawn="1"/>
          </p:nvSpPr>
          <p:spPr bwMode="gray">
            <a:xfrm>
              <a:off x="68" y="0"/>
              <a:ext cx="1723" cy="964"/>
            </a:xfrm>
            <a:custGeom>
              <a:avLst/>
              <a:gdLst>
                <a:gd name="T0" fmla="*/ 231 w 2268"/>
                <a:gd name="T1" fmla="*/ 327 h 1269"/>
                <a:gd name="T2" fmla="*/ 0 w 2268"/>
                <a:gd name="T3" fmla="*/ 327 h 1269"/>
                <a:gd name="T4" fmla="*/ 0 w 2268"/>
                <a:gd name="T5" fmla="*/ 0 h 1269"/>
                <a:gd name="T6" fmla="*/ 231 w 2268"/>
                <a:gd name="T7" fmla="*/ 0 h 1269"/>
                <a:gd name="T8" fmla="*/ 231 w 2268"/>
                <a:gd name="T9" fmla="*/ 327 h 1269"/>
                <a:gd name="T10" fmla="*/ 2268 w 2268"/>
                <a:gd name="T11" fmla="*/ 0 h 1269"/>
                <a:gd name="T12" fmla="*/ 2036 w 2268"/>
                <a:gd name="T13" fmla="*/ 0 h 1269"/>
                <a:gd name="T14" fmla="*/ 2036 w 2268"/>
                <a:gd name="T15" fmla="*/ 327 h 1269"/>
                <a:gd name="T16" fmla="*/ 2268 w 2268"/>
                <a:gd name="T17" fmla="*/ 327 h 1269"/>
                <a:gd name="T18" fmla="*/ 2268 w 2268"/>
                <a:gd name="T19" fmla="*/ 0 h 1269"/>
                <a:gd name="T20" fmla="*/ 231 w 2268"/>
                <a:gd name="T21" fmla="*/ 942 h 1269"/>
                <a:gd name="T22" fmla="*/ 0 w 2268"/>
                <a:gd name="T23" fmla="*/ 942 h 1269"/>
                <a:gd name="T24" fmla="*/ 0 w 2268"/>
                <a:gd name="T25" fmla="*/ 1269 h 1269"/>
                <a:gd name="T26" fmla="*/ 231 w 2268"/>
                <a:gd name="T27" fmla="*/ 1269 h 1269"/>
                <a:gd name="T28" fmla="*/ 231 w 2268"/>
                <a:gd name="T29" fmla="*/ 942 h 1269"/>
                <a:gd name="T30" fmla="*/ 2268 w 2268"/>
                <a:gd name="T31" fmla="*/ 942 h 1269"/>
                <a:gd name="T32" fmla="*/ 2036 w 2268"/>
                <a:gd name="T33" fmla="*/ 942 h 1269"/>
                <a:gd name="T34" fmla="*/ 2036 w 2268"/>
                <a:gd name="T35" fmla="*/ 1269 h 1269"/>
                <a:gd name="T36" fmla="*/ 2268 w 2268"/>
                <a:gd name="T37" fmla="*/ 1269 h 1269"/>
                <a:gd name="T38" fmla="*/ 2268 w 2268"/>
                <a:gd name="T39" fmla="*/ 942 h 126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268"/>
                <a:gd name="T61" fmla="*/ 0 h 1269"/>
                <a:gd name="T62" fmla="*/ 2268 w 2268"/>
                <a:gd name="T63" fmla="*/ 1269 h 126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268" h="1269">
                  <a:moveTo>
                    <a:pt x="231" y="327"/>
                  </a:moveTo>
                  <a:lnTo>
                    <a:pt x="0" y="327"/>
                  </a:lnTo>
                  <a:lnTo>
                    <a:pt x="0" y="0"/>
                  </a:lnTo>
                  <a:lnTo>
                    <a:pt x="231" y="0"/>
                  </a:lnTo>
                  <a:lnTo>
                    <a:pt x="231" y="327"/>
                  </a:lnTo>
                  <a:close/>
                  <a:moveTo>
                    <a:pt x="2268" y="0"/>
                  </a:moveTo>
                  <a:lnTo>
                    <a:pt x="2036" y="0"/>
                  </a:lnTo>
                  <a:lnTo>
                    <a:pt x="2036" y="327"/>
                  </a:lnTo>
                  <a:lnTo>
                    <a:pt x="2268" y="327"/>
                  </a:lnTo>
                  <a:lnTo>
                    <a:pt x="2268" y="0"/>
                  </a:lnTo>
                  <a:close/>
                  <a:moveTo>
                    <a:pt x="231" y="942"/>
                  </a:moveTo>
                  <a:lnTo>
                    <a:pt x="0" y="942"/>
                  </a:lnTo>
                  <a:lnTo>
                    <a:pt x="0" y="1269"/>
                  </a:lnTo>
                  <a:lnTo>
                    <a:pt x="231" y="1269"/>
                  </a:lnTo>
                  <a:lnTo>
                    <a:pt x="231" y="942"/>
                  </a:lnTo>
                  <a:close/>
                  <a:moveTo>
                    <a:pt x="2268" y="942"/>
                  </a:moveTo>
                  <a:lnTo>
                    <a:pt x="2036" y="942"/>
                  </a:lnTo>
                  <a:lnTo>
                    <a:pt x="2036" y="1269"/>
                  </a:lnTo>
                  <a:lnTo>
                    <a:pt x="2268" y="1269"/>
                  </a:lnTo>
                  <a:lnTo>
                    <a:pt x="2268" y="942"/>
                  </a:lnTo>
                  <a:close/>
                </a:path>
              </a:pathLst>
            </a:custGeom>
            <a:noFill/>
            <a:ln w="9525">
              <a:noFill/>
              <a:round/>
              <a:headEnd/>
              <a:tailEnd/>
            </a:ln>
          </p:spPr>
          <p:txBody>
            <a:bodyPr/>
            <a:lstStyle/>
            <a:p>
              <a:endParaRPr lang="en-GB" dirty="0"/>
            </a:p>
          </p:txBody>
        </p:sp>
      </p:grpSp>
      <p:sp>
        <p:nvSpPr>
          <p:cNvPr id="8" name="Text Placeholder 4"/>
          <p:cNvSpPr>
            <a:spLocks noGrp="1"/>
          </p:cNvSpPr>
          <p:nvPr>
            <p:ph type="body" sz="quarter" idx="10"/>
          </p:nvPr>
        </p:nvSpPr>
        <p:spPr bwMode="gray">
          <a:xfrm>
            <a:off x="252049" y="3686630"/>
            <a:ext cx="3646714" cy="2406196"/>
          </a:xfrm>
          <a:prstGeom prst="rect">
            <a:avLst/>
          </a:prstGeom>
          <a:noFill/>
          <a:ln w="9525">
            <a:noFill/>
            <a:miter lim="800000"/>
            <a:headEnd/>
            <a:tailEnd/>
          </a:ln>
        </p:spPr>
        <p:txBody>
          <a:bodyPr anchor="b">
            <a:normAutofit/>
          </a:bodyPr>
          <a:lstStyle>
            <a:lvl1pPr>
              <a:defRPr lang="en-US" sz="900" b="0" dirty="0" smtClean="0">
                <a:solidFill>
                  <a:schemeClr val="tx1"/>
                </a:solidFill>
                <a:latin typeface="+mn-lt"/>
                <a:ea typeface="+mn-ea"/>
                <a:cs typeface="+mn-cs"/>
              </a:defRPr>
            </a:lvl1pPr>
          </a:lstStyle>
          <a:p>
            <a:pPr lvl="0"/>
            <a:r>
              <a:rPr lang="en-US" dirty="0"/>
              <a:t>Click to edit Master text styles</a:t>
            </a:r>
          </a:p>
        </p:txBody>
      </p:sp>
    </p:spTree>
    <p:extLst>
      <p:ext uri="{BB962C8B-B14F-4D97-AF65-F5344CB8AC3E}">
        <p14:creationId xmlns:p14="http://schemas.microsoft.com/office/powerpoint/2010/main" val="2087831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No Key Issues Box Full Page">
    <p:spTree>
      <p:nvGrpSpPr>
        <p:cNvPr id="1" name=""/>
        <p:cNvGrpSpPr/>
        <p:nvPr/>
      </p:nvGrpSpPr>
      <p:grpSpPr>
        <a:xfrm>
          <a:off x="0" y="0"/>
          <a:ext cx="0" cy="0"/>
          <a:chOff x="0" y="0"/>
          <a:chExt cx="0" cy="0"/>
        </a:xfrm>
      </p:grpSpPr>
      <p:sp>
        <p:nvSpPr>
          <p:cNvPr id="6" name="Title 5"/>
          <p:cNvSpPr>
            <a:spLocks noGrp="1"/>
          </p:cNvSpPr>
          <p:nvPr>
            <p:ph type="title"/>
          </p:nvPr>
        </p:nvSpPr>
        <p:spPr bwMode="gray"/>
        <p:txBody>
          <a:bodyPr/>
          <a:lstStyle/>
          <a:p>
            <a:pPr lvl="0"/>
            <a:r>
              <a:rPr lang="en-US"/>
              <a:t>Click to edit Master title style</a:t>
            </a:r>
            <a:endParaRPr lang="en-GB" dirty="0"/>
          </a:p>
        </p:txBody>
      </p:sp>
      <p:sp>
        <p:nvSpPr>
          <p:cNvPr id="24" name="Line 33"/>
          <p:cNvSpPr>
            <a:spLocks noChangeShapeType="1"/>
          </p:cNvSpPr>
          <p:nvPr/>
        </p:nvSpPr>
        <p:spPr bwMode="gray">
          <a:xfrm>
            <a:off x="0" y="6400800"/>
            <a:ext cx="9136674" cy="0"/>
          </a:xfrm>
          <a:prstGeom prst="line">
            <a:avLst/>
          </a:prstGeom>
          <a:noFill/>
          <a:ln w="6350">
            <a:solidFill>
              <a:srgbClr val="97989A"/>
            </a:solidFill>
            <a:miter lim="800000"/>
            <a:headEnd/>
            <a:tailEnd/>
          </a:ln>
        </p:spPr>
        <p:txBody>
          <a:bodyPr/>
          <a:lstStyle/>
          <a:p>
            <a:endParaRPr lang="en-GB" sz="1662" dirty="0"/>
          </a:p>
        </p:txBody>
      </p:sp>
      <p:sp>
        <p:nvSpPr>
          <p:cNvPr id="28" name="Text Placeholder 27"/>
          <p:cNvSpPr>
            <a:spLocks noGrp="1"/>
          </p:cNvSpPr>
          <p:nvPr>
            <p:ph type="body" sz="quarter" idx="14"/>
          </p:nvPr>
        </p:nvSpPr>
        <p:spPr bwMode="gray">
          <a:xfrm>
            <a:off x="251520" y="1196975"/>
            <a:ext cx="8640434" cy="48958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Line 31"/>
          <p:cNvSpPr>
            <a:spLocks noChangeShapeType="1"/>
          </p:cNvSpPr>
          <p:nvPr/>
        </p:nvSpPr>
        <p:spPr bwMode="gray">
          <a:xfrm>
            <a:off x="0" y="906463"/>
            <a:ext cx="9136674" cy="0"/>
          </a:xfrm>
          <a:prstGeom prst="line">
            <a:avLst/>
          </a:prstGeom>
          <a:noFill/>
          <a:ln w="6350">
            <a:solidFill>
              <a:srgbClr val="97989A"/>
            </a:solidFill>
            <a:miter lim="800000"/>
            <a:headEnd/>
            <a:tailEnd/>
          </a:ln>
        </p:spPr>
        <p:txBody>
          <a:bodyPr/>
          <a:lstStyle/>
          <a:p>
            <a:endParaRPr lang="en-GB" sz="1662" dirty="0"/>
          </a:p>
        </p:txBody>
      </p:sp>
    </p:spTree>
    <p:extLst>
      <p:ext uri="{BB962C8B-B14F-4D97-AF65-F5344CB8AC3E}">
        <p14:creationId xmlns:p14="http://schemas.microsoft.com/office/powerpoint/2010/main" val="417627533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Divider 3">
    <p:spTree>
      <p:nvGrpSpPr>
        <p:cNvPr id="1" name=""/>
        <p:cNvGrpSpPr/>
        <p:nvPr/>
      </p:nvGrpSpPr>
      <p:grpSpPr>
        <a:xfrm>
          <a:off x="0" y="0"/>
          <a:ext cx="0" cy="0"/>
          <a:chOff x="0" y="0"/>
          <a:chExt cx="0" cy="0"/>
        </a:xfrm>
      </p:grpSpPr>
      <p:sp>
        <p:nvSpPr>
          <p:cNvPr id="4" name="object 3"/>
          <p:cNvSpPr/>
          <p:nvPr userDrawn="1"/>
        </p:nvSpPr>
        <p:spPr>
          <a:xfrm>
            <a:off x="0" y="0"/>
            <a:ext cx="914400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p>
        </p:txBody>
      </p:sp>
      <p:sp>
        <p:nvSpPr>
          <p:cNvPr id="2" name="Title 1"/>
          <p:cNvSpPr>
            <a:spLocks noGrp="1"/>
          </p:cNvSpPr>
          <p:nvPr>
            <p:ph type="title"/>
          </p:nvPr>
        </p:nvSpPr>
        <p:spPr>
          <a:xfrm>
            <a:off x="2044931" y="1347395"/>
            <a:ext cx="6192982" cy="3703320"/>
          </a:xfrm>
        </p:spPr>
        <p:txBody>
          <a:bodyPr anchor="t" anchorCtr="0"/>
          <a:lstStyle>
            <a:lvl1pPr>
              <a:lnSpc>
                <a:spcPct val="70000"/>
              </a:lnSpc>
              <a:defRPr sz="11000" b="0" i="0">
                <a:solidFill>
                  <a:srgbClr val="FFFFFF"/>
                </a:solidFill>
                <a:latin typeface="KPMG Extralight"/>
                <a:cs typeface="KPMG Extralight"/>
              </a:defRPr>
            </a:lvl1pPr>
          </a:lstStyle>
          <a:p>
            <a:r>
              <a:rPr lang="en-US"/>
              <a:t>Click to edit Master title style</a:t>
            </a:r>
            <a:endParaRPr lang="en-US" dirty="0"/>
          </a:p>
        </p:txBody>
      </p:sp>
      <p:sp>
        <p:nvSpPr>
          <p:cNvPr id="3" name="object 3"/>
          <p:cNvSpPr/>
          <p:nvPr userDrawn="1"/>
        </p:nvSpPr>
        <p:spPr>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91DA"/>
          </a:solidFill>
        </p:spPr>
        <p:txBody>
          <a:bodyPr wrap="square" lIns="0" tIns="0" rIns="0" bIns="0" rtlCol="0">
            <a:noAutofit/>
          </a:bodyPr>
          <a:lstStyle/>
          <a:p>
            <a:endParaRPr sz="1800"/>
          </a:p>
        </p:txBody>
      </p:sp>
      <p:sp>
        <p:nvSpPr>
          <p:cNvPr id="6" name="Text Placeholder 6"/>
          <p:cNvSpPr>
            <a:spLocks noGrp="1"/>
          </p:cNvSpPr>
          <p:nvPr>
            <p:ph type="body" sz="quarter" idx="11"/>
          </p:nvPr>
        </p:nvSpPr>
        <p:spPr>
          <a:xfrm>
            <a:off x="2041718" y="5075769"/>
            <a:ext cx="6196195" cy="227752"/>
          </a:xfrm>
          <a:prstGeom prst="rect">
            <a:avLst/>
          </a:prstGeom>
        </p:spPr>
        <p:txBody>
          <a:bodyPr vert="horz"/>
          <a:lstStyle>
            <a:lvl1pPr>
              <a:spcBef>
                <a:spcPts val="280"/>
              </a:spcBef>
              <a:spcAft>
                <a:spcPts val="0"/>
              </a:spcAft>
              <a:defRPr sz="1100">
                <a:solidFill>
                  <a:srgbClr val="FFFFFF"/>
                </a:solidFill>
                <a:latin typeface="Univers for KPMG Light"/>
                <a:cs typeface="Univers for KPMG Light"/>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a:t>Click to edit Master text styles</a:t>
            </a:r>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a:ext>
            </a:extLst>
          </a:blip>
          <a:srcRect l="-317" t="20408" b="21208"/>
          <a:stretch/>
        </p:blipFill>
        <p:spPr>
          <a:xfrm>
            <a:off x="1932626" y="678180"/>
            <a:ext cx="1169781" cy="502920"/>
          </a:xfrm>
          <a:prstGeom prst="rect">
            <a:avLst/>
          </a:prstGeom>
        </p:spPr>
      </p:pic>
    </p:spTree>
    <p:extLst>
      <p:ext uri="{BB962C8B-B14F-4D97-AF65-F5344CB8AC3E}">
        <p14:creationId xmlns:p14="http://schemas.microsoft.com/office/powerpoint/2010/main" val="303376461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3" name="Text Placeholder 4"/>
          <p:cNvSpPr>
            <a:spLocks noGrp="1"/>
          </p:cNvSpPr>
          <p:nvPr>
            <p:ph type="body" sz="quarter" idx="11" hasCustomPrompt="1"/>
          </p:nvPr>
        </p:nvSpPr>
        <p:spPr>
          <a:xfrm>
            <a:off x="451339" y="203863"/>
            <a:ext cx="7930569" cy="169200"/>
          </a:xfrm>
          <a:prstGeom prst="rect">
            <a:avLst/>
          </a:prstGeom>
        </p:spPr>
        <p:txBody>
          <a:bodyPr anchor="b"/>
          <a:lstStyle>
            <a:lvl1pPr>
              <a:spcAft>
                <a:spcPts val="0"/>
              </a:spcAft>
              <a:defRPr sz="1108"/>
            </a:lvl1pPr>
          </a:lstStyle>
          <a:p>
            <a:pPr lvl="0"/>
            <a:r>
              <a:rPr lang="en-US" dirty="0"/>
              <a:t>Super title here</a:t>
            </a:r>
          </a:p>
        </p:txBody>
      </p:sp>
    </p:spTree>
    <p:extLst>
      <p:ext uri="{BB962C8B-B14F-4D97-AF65-F5344CB8AC3E}">
        <p14:creationId xmlns:p14="http://schemas.microsoft.com/office/powerpoint/2010/main" val="36203015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vmlDrawing" Target="../drawings/vmlDrawing1.vm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4.xml"/><Relationship Id="rId18" Type="http://schemas.openxmlformats.org/officeDocument/2006/relationships/slideLayout" Target="../slideLayouts/slideLayout19.xml"/><Relationship Id="rId26" Type="http://schemas.openxmlformats.org/officeDocument/2006/relationships/slideLayout" Target="../slideLayouts/slideLayout27.xml"/><Relationship Id="rId3" Type="http://schemas.openxmlformats.org/officeDocument/2006/relationships/slideLayout" Target="../slideLayouts/slideLayout4.xml"/><Relationship Id="rId21" Type="http://schemas.openxmlformats.org/officeDocument/2006/relationships/slideLayout" Target="../slideLayouts/slideLayout2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slideLayout" Target="../slideLayouts/slideLayout26.xml"/><Relationship Id="rId33" Type="http://schemas.openxmlformats.org/officeDocument/2006/relationships/image" Target="../media/image1.emf"/><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29"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32" Type="http://schemas.openxmlformats.org/officeDocument/2006/relationships/oleObject" Target="../embeddings/oleObject2.bin"/><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28" Type="http://schemas.openxmlformats.org/officeDocument/2006/relationships/slideLayout" Target="../slideLayouts/slideLayout29.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31" Type="http://schemas.openxmlformats.org/officeDocument/2006/relationships/tags" Target="../tags/tag4.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 Id="rId27" Type="http://schemas.openxmlformats.org/officeDocument/2006/relationships/slideLayout" Target="../slideLayouts/slideLayout28.xml"/><Relationship Id="rId30" Type="http://schemas.openxmlformats.org/officeDocument/2006/relationships/vmlDrawing" Target="../drawings/vmlDrawing2.vml"/><Relationship Id="rId8"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34" Type="http://schemas.openxmlformats.org/officeDocument/2006/relationships/oleObject" Target="../embeddings/oleObject3.bin"/><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33" Type="http://schemas.openxmlformats.org/officeDocument/2006/relationships/tags" Target="../tags/tag5.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29" Type="http://schemas.openxmlformats.org/officeDocument/2006/relationships/slideLayout" Target="../slideLayouts/slideLayout58.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32" Type="http://schemas.openxmlformats.org/officeDocument/2006/relationships/vmlDrawing" Target="../drawings/vmlDrawing3.v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36" Type="http://schemas.openxmlformats.org/officeDocument/2006/relationships/image" Target="../media/image10.emf"/><Relationship Id="rId10" Type="http://schemas.openxmlformats.org/officeDocument/2006/relationships/slideLayout" Target="../slideLayouts/slideLayout39.xml"/><Relationship Id="rId19" Type="http://schemas.openxmlformats.org/officeDocument/2006/relationships/slideLayout" Target="../slideLayouts/slideLayout48.xml"/><Relationship Id="rId31" Type="http://schemas.openxmlformats.org/officeDocument/2006/relationships/theme" Target="../theme/theme3.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slideLayout" Target="../slideLayouts/slideLayout59.xml"/><Relationship Id="rId35" Type="http://schemas.openxmlformats.org/officeDocument/2006/relationships/image" Target="../media/image1.emf"/><Relationship Id="rId8"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4"/>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210" name="think-cell Slide" r:id="rId5" imgW="216" imgH="216" progId="TCLayout.ActiveDocument.1">
                  <p:embed/>
                </p:oleObj>
              </mc:Choice>
              <mc:Fallback>
                <p:oleObj name="think-cell Slide" r:id="rId5" imgW="216" imgH="216"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49" name="Shape 8"/>
          <p:cNvSpPr txBox="1">
            <a:spLocks/>
          </p:cNvSpPr>
          <p:nvPr/>
        </p:nvSpPr>
        <p:spPr>
          <a:xfrm>
            <a:off x="7196667" y="6379415"/>
            <a:ext cx="120121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Univers for KPMG"/>
                <a:ea typeface="Univers for KPMG"/>
                <a:cs typeface="Univers for KPMG"/>
                <a:sym typeface="Univers for KPMG"/>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000" smtClean="0">
                <a:solidFill>
                  <a:schemeClr val="tx2"/>
                </a:solidFill>
                <a:latin typeface="Univers for KPMG"/>
                <a:ea typeface="Univers for KPMG"/>
                <a:cs typeface="Univers for KPMG"/>
              </a:rPr>
              <a:pPr algn="r"/>
              <a:t>‹#›</a:t>
            </a:fld>
            <a:endParaRPr lang="en-US" sz="1000" dirty="0">
              <a:solidFill>
                <a:schemeClr val="tx2"/>
              </a:solidFill>
              <a:latin typeface="Univers for KPMG"/>
              <a:ea typeface="Univers for KPMG"/>
              <a:cs typeface="Univers for KPMG"/>
            </a:endParaRPr>
          </a:p>
        </p:txBody>
      </p:sp>
      <p:sp>
        <p:nvSpPr>
          <p:cNvPr id="77" name="Shape 36"/>
          <p:cNvSpPr/>
          <p:nvPr/>
        </p:nvSpPr>
        <p:spPr>
          <a:xfrm>
            <a:off x="1731820" y="6303340"/>
            <a:ext cx="5818910" cy="335752"/>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defTabSz="914400">
              <a:defRPr sz="800">
                <a:solidFill>
                  <a:srgbClr val="004C97"/>
                </a:solidFill>
                <a:latin typeface="Univers for KPMG"/>
                <a:ea typeface="Univers for KPMG"/>
                <a:cs typeface="Univers for KPMG"/>
                <a:sym typeface="Univers for KPMG"/>
              </a:defRPr>
            </a:lvl1pPr>
          </a:lstStyle>
          <a:p>
            <a:pPr algn="l">
              <a:spcBef>
                <a:spcPts val="600"/>
              </a:spcBef>
              <a:spcAft>
                <a:spcPts val="600"/>
              </a:spcAft>
            </a:pPr>
            <a:r>
              <a:rPr lang="en-GB" sz="600" dirty="0">
                <a:solidFill>
                  <a:schemeClr val="bg1">
                    <a:lumMod val="65000"/>
                  </a:schemeClr>
                </a:solidFill>
                <a:effectLst/>
              </a:rPr>
              <a:t>@2020 KPMG Limited, KPMG Legal Limited, KPMG Tax and Advisory Limited, all Vietnamese limited liability companies and member firms of the KPMG network of independent member firms affiliated with KPMG International Cooperative (“KPMG International”), a Swiss entity. All rights reserved.</a:t>
            </a:r>
            <a:endParaRPr lang="en-US" sz="600" dirty="0">
              <a:solidFill>
                <a:schemeClr val="bg1">
                  <a:lumMod val="65000"/>
                </a:schemeClr>
              </a:solidFill>
              <a:effectLst/>
              <a:latin typeface="Times New Roman" panose="02020603050405020304" pitchFamily="18" charset="0"/>
              <a:ea typeface="Times New Roman" panose="02020603050405020304" pitchFamily="18" charset="0"/>
            </a:endParaRPr>
          </a:p>
        </p:txBody>
      </p:sp>
      <p:sp>
        <p:nvSpPr>
          <p:cNvPr id="78" name="Title Placeholder 77"/>
          <p:cNvSpPr>
            <a:spLocks noGrp="1"/>
          </p:cNvSpPr>
          <p:nvPr>
            <p:ph type="title"/>
          </p:nvPr>
        </p:nvSpPr>
        <p:spPr>
          <a:xfrm>
            <a:off x="762001" y="432905"/>
            <a:ext cx="7635875" cy="516795"/>
          </a:xfrm>
          <a:prstGeom prst="rect">
            <a:avLst/>
          </a:prstGeom>
          <a:noFill/>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62001" y="1215102"/>
            <a:ext cx="7635875" cy="459072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77639437"/>
      </p:ext>
    </p:extLst>
  </p:cSld>
  <p:clrMap bg1="lt1" tx1="dk1" bg2="lt2" tx2="dk2" accent1="accent1" accent2="accent2" accent3="accent3" accent4="accent4" accent5="accent5" accent6="accent6" hlink="hlink" folHlink="folHlink"/>
  <p:sldLayoutIdLst>
    <p:sldLayoutId id="2147484066" r:id="rId1"/>
  </p:sldLayoutIdLst>
  <p:txStyles>
    <p:titleStyle>
      <a:lvl1pPr eaLnBrk="1" hangingPunct="1">
        <a:lnSpc>
          <a:spcPct val="70000"/>
        </a:lnSpc>
        <a:defRPr sz="5400" b="0" i="0">
          <a:solidFill>
            <a:schemeClr val="tx2"/>
          </a:solidFill>
          <a:latin typeface="KPMG Extralight"/>
          <a:cs typeface="KPMG Extralight"/>
        </a:defRPr>
      </a:lvl1pPr>
    </p:titleStyle>
    <p:bodyStyle>
      <a:lvl1pPr eaLnBrk="1" hangingPunct="1">
        <a:spcAft>
          <a:spcPts val="600"/>
        </a:spcAft>
        <a:defRPr sz="1500" b="1" i="0">
          <a:solidFill>
            <a:schemeClr val="tx2"/>
          </a:solidFill>
          <a:latin typeface="Univers for KPMG" panose="020B0603020202020204" pitchFamily="34" charset="0"/>
          <a:cs typeface="Univers for KPMG" panose="020B0603020202020204" pitchFamily="34" charset="0"/>
        </a:defRPr>
      </a:lvl1pPr>
      <a:lvl2pPr marL="0" indent="0" algn="l" eaLnBrk="1" hangingPunct="1">
        <a:spcAft>
          <a:spcPts val="600"/>
        </a:spcAft>
        <a:buFontTx/>
        <a:buNone/>
        <a:defRPr sz="1500" b="0" i="0">
          <a:solidFill>
            <a:schemeClr val="tx2"/>
          </a:solidFill>
          <a:latin typeface="Univers for KPMG Light" panose="020B0403020202020204" pitchFamily="34" charset="0"/>
          <a:cs typeface="Univers for KPMG Light" panose="020B0403020202020204" pitchFamily="34" charset="0"/>
        </a:defRPr>
      </a:lvl2pPr>
      <a:lvl3pPr marL="285750" indent="-283464" algn="l" eaLnBrk="1" hangingPunct="1">
        <a:spcAft>
          <a:spcPts val="600"/>
        </a:spcAft>
        <a:buClrTx/>
        <a:buFont typeface="Univers for KPMG Light" panose="020B0403020202020204" pitchFamily="34" charset="0"/>
        <a:buChar char="—"/>
        <a:defRPr sz="1500" b="0" i="0">
          <a:solidFill>
            <a:schemeClr val="tx2"/>
          </a:solidFill>
          <a:latin typeface="Univers for KPMG Light" panose="020B0403020202020204" pitchFamily="34" charset="0"/>
          <a:cs typeface="Univers for KPMG Light" panose="020B0403020202020204" pitchFamily="34" charset="0"/>
        </a:defRPr>
      </a:lvl3pPr>
      <a:lvl4pPr marL="571500" indent="-228600" algn="l" eaLnBrk="1" hangingPunct="1">
        <a:spcAft>
          <a:spcPts val="600"/>
        </a:spcAft>
        <a:buFont typeface="Univers for KPMG Light" panose="020B0403020202020204" pitchFamily="34" charset="0"/>
        <a:buChar char="-"/>
        <a:defRPr sz="1500" b="0" i="0" baseline="0">
          <a:solidFill>
            <a:schemeClr val="tx2"/>
          </a:solidFill>
          <a:latin typeface="Univers for KPMG Light" panose="020B0403020202020204" pitchFamily="34" charset="0"/>
          <a:cs typeface="Univers for KPMG Light" panose="020B0403020202020204" pitchFamily="34" charset="0"/>
        </a:defRPr>
      </a:lvl4pPr>
      <a:lvl5pPr marL="896938" indent="-283464" algn="l" eaLnBrk="1" hangingPunct="1">
        <a:spcAft>
          <a:spcPts val="600"/>
        </a:spcAft>
        <a:buFont typeface="Univers for KPMG Light" panose="020B0403020202020204" pitchFamily="34" charset="0"/>
        <a:buChar char="—"/>
        <a:defRPr lang="en-US" sz="1500" b="0" i="0" dirty="0" smtClean="0">
          <a:solidFill>
            <a:schemeClr val="tx2"/>
          </a:solidFill>
          <a:latin typeface="Univers for KPMG Light" panose="020B0403020202020204" pitchFamily="34" charset="0"/>
          <a:cs typeface="Univers for KPMG Light" panose="020B0403020202020204" pitchFamily="34" charset="0"/>
        </a:defRPr>
      </a:lvl5pPr>
      <a:lvl6pPr marL="1166813" indent="-228600" algn="l" eaLnBrk="1" hangingPunct="1">
        <a:spcAft>
          <a:spcPts val="600"/>
        </a:spcAft>
        <a:buFont typeface="Univers for KPMG Light" panose="020B0403020202020204" pitchFamily="34" charset="0"/>
        <a:buChar char="-"/>
        <a:defRPr lang="en-US" sz="1500" b="0" i="0" baseline="0" dirty="0" smtClean="0">
          <a:solidFill>
            <a:schemeClr val="tx2"/>
          </a:solidFill>
          <a:latin typeface="Univers for KPMG Light" panose="020B0403020202020204" pitchFamily="34" charset="0"/>
        </a:defRPr>
      </a:lvl6pPr>
      <a:lvl7pPr marL="1524000" indent="-283464" algn="l" eaLnBrk="1" hangingPunct="1">
        <a:spcAft>
          <a:spcPts val="600"/>
        </a:spcAft>
        <a:buFont typeface="Univers for KPMG Light" panose="020B0403020202020204" pitchFamily="34" charset="0"/>
        <a:buChar char="—"/>
        <a:defRPr lang="en-US" sz="1500" b="0" i="0" dirty="0" smtClean="0">
          <a:solidFill>
            <a:schemeClr val="tx2"/>
          </a:solidFill>
          <a:latin typeface="Univers for KPMG Light" panose="020B0403020202020204" pitchFamily="34" charset="0"/>
        </a:defRPr>
      </a:lvl7pPr>
      <a:lvl8pPr marL="1793875" indent="-228600" algn="l" eaLnBrk="1" hangingPunct="1">
        <a:spcAft>
          <a:spcPts val="600"/>
        </a:spcAft>
        <a:buFont typeface="Univers for KPMG Light" panose="020B0403020202020204" pitchFamily="34" charset="0"/>
        <a:buChar char="-"/>
        <a:tabLst>
          <a:tab pos="1793875" algn="l"/>
        </a:tabLst>
        <a:defRPr lang="en-US" sz="1500" b="0" i="0" baseline="0" dirty="0" smtClean="0">
          <a:solidFill>
            <a:schemeClr val="tx2"/>
          </a:solidFill>
          <a:latin typeface="Univers for KPMG Light" panose="020B0403020202020204" pitchFamily="34" charset="0"/>
        </a:defRPr>
      </a:lvl8pPr>
    </p:bodyStyle>
    <p:otherStyle/>
  </p:txStyles>
  <p:extLst mod="1">
    <p:ext uri="{27BBF7A9-308A-43DC-89C8-2F10F3537804}">
      <p15:sldGuideLst xmlns:p15="http://schemas.microsoft.com/office/powerpoint/2012/main">
        <p15:guide id="1" orient="horz" pos="600">
          <p15:clr>
            <a:srgbClr val="F26B43"/>
          </p15:clr>
        </p15:guide>
        <p15:guide id="2" pos="480">
          <p15:clr>
            <a:srgbClr val="F26B43"/>
          </p15:clr>
        </p15:guide>
        <p15:guide id="3" pos="5236">
          <p15:clr>
            <a:srgbClr val="F26B43"/>
          </p15:clr>
        </p15:guide>
        <p15:guide id="4" orient="horz" pos="296">
          <p15:clr>
            <a:srgbClr val="F26B43"/>
          </p15:clr>
        </p15:guide>
        <p15:guide id="5" orient="horz" pos="936">
          <p15:clr>
            <a:srgbClr val="F26B43"/>
          </p15:clr>
        </p15:guide>
        <p15:guide id="6" orient="horz" pos="3769">
          <p15:clr>
            <a:srgbClr val="F26B43"/>
          </p15:clr>
        </p15:guide>
        <p15:guide id="7" pos="2793">
          <p15:clr>
            <a:srgbClr val="F26B43"/>
          </p15:clr>
        </p15:guide>
        <p15:guide id="8" pos="292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1" name="Text Placeholder 50"/>
          <p:cNvSpPr>
            <a:spLocks noGrp="1"/>
          </p:cNvSpPr>
          <p:nvPr>
            <p:ph type="body" idx="1"/>
          </p:nvPr>
        </p:nvSpPr>
        <p:spPr bwMode="gray">
          <a:xfrm>
            <a:off x="179512" y="1124745"/>
            <a:ext cx="8712968" cy="4968552"/>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grpSp>
        <p:nvGrpSpPr>
          <p:cNvPr id="2" name="Group 17"/>
          <p:cNvGrpSpPr/>
          <p:nvPr/>
        </p:nvGrpSpPr>
        <p:grpSpPr bwMode="gray">
          <a:xfrm>
            <a:off x="179512" y="1124744"/>
            <a:ext cx="8712968" cy="4968552"/>
            <a:chOff x="179512" y="1124744"/>
            <a:chExt cx="8712968" cy="4968552"/>
          </a:xfrm>
          <a:noFill/>
        </p:grpSpPr>
        <p:sp>
          <p:nvSpPr>
            <p:cNvPr id="29" name="Rectangle 28"/>
            <p:cNvSpPr>
              <a:spLocks noChangeArrowheads="1"/>
            </p:cNvSpPr>
            <p:nvPr userDrawn="1"/>
          </p:nvSpPr>
          <p:spPr bwMode="gray">
            <a:xfrm>
              <a:off x="179512" y="1125120"/>
              <a:ext cx="8712968" cy="4968000"/>
            </a:xfrm>
            <a:prstGeom prst="rect">
              <a:avLst/>
            </a:prstGeom>
            <a:grpFill/>
            <a:ln w="6350" cap="flat" cmpd="sng" algn="ctr">
              <a:noFill/>
              <a:prstDash val="solid"/>
              <a:round/>
              <a:headEnd type="none" w="med" len="med"/>
              <a:tailEnd type="none" w="med" len="med"/>
            </a:ln>
            <a:effectLst/>
          </p:spPr>
          <p:txBody>
            <a:bodyPr lIns="0" tIns="0" rIns="0" bIns="0"/>
            <a:lstStyle/>
            <a:p>
              <a:pPr>
                <a:spcBef>
                  <a:spcPct val="50000"/>
                </a:spcBef>
                <a:defRPr/>
              </a:pPr>
              <a:endParaRPr lang="en-GB" dirty="0">
                <a:solidFill>
                  <a:srgbClr val="000000"/>
                </a:solidFill>
              </a:endParaRPr>
            </a:p>
          </p:txBody>
        </p:sp>
        <p:sp>
          <p:nvSpPr>
            <p:cNvPr id="30" name="Rectangle 29"/>
            <p:cNvSpPr>
              <a:spLocks noChangeArrowheads="1"/>
            </p:cNvSpPr>
            <p:nvPr userDrawn="1"/>
          </p:nvSpPr>
          <p:spPr bwMode="gray">
            <a:xfrm>
              <a:off x="4428240" y="1124744"/>
              <a:ext cx="216000" cy="4968552"/>
            </a:xfrm>
            <a:prstGeom prst="rect">
              <a:avLst/>
            </a:prstGeom>
            <a:grpFill/>
            <a:ln w="6350" cap="flat" cmpd="sng" algn="ctr">
              <a:noFill/>
              <a:prstDash val="solid"/>
              <a:round/>
              <a:headEnd type="none" w="med" len="med"/>
              <a:tailEnd type="none" w="med" len="med"/>
            </a:ln>
            <a:effectLst/>
          </p:spPr>
          <p:txBody>
            <a:bodyPr lIns="0" tIns="0" rIns="0" bIns="0"/>
            <a:lstStyle/>
            <a:p>
              <a:pPr>
                <a:spcBef>
                  <a:spcPct val="50000"/>
                </a:spcBef>
                <a:defRPr/>
              </a:pPr>
              <a:endParaRPr lang="en-GB" dirty="0">
                <a:solidFill>
                  <a:srgbClr val="000000"/>
                </a:solidFill>
              </a:endParaRPr>
            </a:p>
          </p:txBody>
        </p:sp>
        <p:sp>
          <p:nvSpPr>
            <p:cNvPr id="31" name="Rectangle 30"/>
            <p:cNvSpPr>
              <a:spLocks noChangeArrowheads="1"/>
            </p:cNvSpPr>
            <p:nvPr userDrawn="1"/>
          </p:nvSpPr>
          <p:spPr bwMode="gray">
            <a:xfrm rot="5400000">
              <a:off x="4428240" y="-747120"/>
              <a:ext cx="216000" cy="8712480"/>
            </a:xfrm>
            <a:prstGeom prst="rect">
              <a:avLst/>
            </a:prstGeom>
            <a:grpFill/>
            <a:ln w="6350" cap="flat" cmpd="sng" algn="ctr">
              <a:noFill/>
              <a:prstDash val="solid"/>
              <a:round/>
              <a:headEnd type="none" w="med" len="med"/>
              <a:tailEnd type="none" w="med" len="med"/>
            </a:ln>
            <a:effectLst/>
          </p:spPr>
          <p:txBody>
            <a:bodyPr lIns="0" tIns="0" rIns="0" bIns="0"/>
            <a:lstStyle/>
            <a:p>
              <a:pPr>
                <a:spcBef>
                  <a:spcPct val="50000"/>
                </a:spcBef>
                <a:defRPr/>
              </a:pPr>
              <a:endParaRPr lang="en-GB" dirty="0">
                <a:solidFill>
                  <a:srgbClr val="000000"/>
                </a:solidFill>
              </a:endParaRPr>
            </a:p>
          </p:txBody>
        </p:sp>
        <p:sp>
          <p:nvSpPr>
            <p:cNvPr id="32" name="Rectangle 31"/>
            <p:cNvSpPr>
              <a:spLocks noChangeArrowheads="1"/>
            </p:cNvSpPr>
            <p:nvPr userDrawn="1"/>
          </p:nvSpPr>
          <p:spPr bwMode="gray">
            <a:xfrm>
              <a:off x="2196120" y="1124744"/>
              <a:ext cx="216000" cy="4968552"/>
            </a:xfrm>
            <a:prstGeom prst="rect">
              <a:avLst/>
            </a:prstGeom>
            <a:grpFill/>
            <a:ln w="6350" cap="flat" cmpd="sng" algn="ctr">
              <a:noFill/>
              <a:prstDash val="solid"/>
              <a:round/>
              <a:headEnd type="none" w="med" len="med"/>
              <a:tailEnd type="none" w="med" len="med"/>
            </a:ln>
            <a:effectLst/>
          </p:spPr>
          <p:txBody>
            <a:bodyPr lIns="0" tIns="0" rIns="0" bIns="0"/>
            <a:lstStyle/>
            <a:p>
              <a:pPr>
                <a:spcBef>
                  <a:spcPct val="50000"/>
                </a:spcBef>
                <a:defRPr/>
              </a:pPr>
              <a:endParaRPr lang="en-GB" dirty="0">
                <a:solidFill>
                  <a:srgbClr val="000000"/>
                </a:solidFill>
              </a:endParaRPr>
            </a:p>
          </p:txBody>
        </p:sp>
        <p:sp>
          <p:nvSpPr>
            <p:cNvPr id="33" name="Rectangle 32"/>
            <p:cNvSpPr>
              <a:spLocks noChangeArrowheads="1"/>
            </p:cNvSpPr>
            <p:nvPr userDrawn="1"/>
          </p:nvSpPr>
          <p:spPr bwMode="gray">
            <a:xfrm>
              <a:off x="6660360" y="1124744"/>
              <a:ext cx="216000" cy="4968552"/>
            </a:xfrm>
            <a:prstGeom prst="rect">
              <a:avLst/>
            </a:prstGeom>
            <a:grpFill/>
            <a:ln w="6350" cap="flat" cmpd="sng" algn="ctr">
              <a:noFill/>
              <a:prstDash val="solid"/>
              <a:round/>
              <a:headEnd type="none" w="med" len="med"/>
              <a:tailEnd type="none" w="med" len="med"/>
            </a:ln>
            <a:effectLst/>
          </p:spPr>
          <p:txBody>
            <a:bodyPr lIns="0" tIns="0" rIns="0" bIns="0"/>
            <a:lstStyle/>
            <a:p>
              <a:pPr>
                <a:spcBef>
                  <a:spcPct val="50000"/>
                </a:spcBef>
                <a:defRPr/>
              </a:pPr>
              <a:endParaRPr lang="en-GB" dirty="0">
                <a:solidFill>
                  <a:srgbClr val="000000"/>
                </a:solidFill>
              </a:endParaRPr>
            </a:p>
          </p:txBody>
        </p:sp>
      </p:grpSp>
      <p:grpSp>
        <p:nvGrpSpPr>
          <p:cNvPr id="3" name="Group 47"/>
          <p:cNvGrpSpPr/>
          <p:nvPr/>
        </p:nvGrpSpPr>
        <p:grpSpPr bwMode="gray">
          <a:xfrm>
            <a:off x="0" y="836712"/>
            <a:ext cx="9144000" cy="5544616"/>
            <a:chOff x="0" y="836712"/>
            <a:chExt cx="9144000" cy="5544616"/>
          </a:xfrm>
          <a:noFill/>
        </p:grpSpPr>
        <p:sp>
          <p:nvSpPr>
            <p:cNvPr id="24" name="Rectangle 23"/>
            <p:cNvSpPr>
              <a:spLocks noChangeArrowheads="1"/>
            </p:cNvSpPr>
            <p:nvPr userDrawn="1"/>
          </p:nvSpPr>
          <p:spPr bwMode="gray">
            <a:xfrm rot="16200000">
              <a:off x="4426396" y="944728"/>
              <a:ext cx="288032" cy="72000"/>
            </a:xfrm>
            <a:prstGeom prst="rect">
              <a:avLst/>
            </a:prstGeom>
            <a:grpFill/>
            <a:ln w="9525" algn="ctr">
              <a:noFill/>
              <a:miter lim="800000"/>
              <a:headEnd/>
              <a:tailEnd/>
            </a:ln>
            <a:effectLst/>
          </p:spPr>
          <p:txBody>
            <a:bodyPr/>
            <a:lstStyle/>
            <a:p>
              <a:pPr fontAlgn="base">
                <a:spcBef>
                  <a:spcPct val="50000"/>
                </a:spcBef>
                <a:spcAft>
                  <a:spcPct val="0"/>
                </a:spcAft>
                <a:defRPr/>
              </a:pPr>
              <a:endParaRPr lang="en-GB" dirty="0">
                <a:solidFill>
                  <a:srgbClr val="000000"/>
                </a:solidFill>
              </a:endParaRPr>
            </a:p>
          </p:txBody>
        </p:sp>
        <p:sp>
          <p:nvSpPr>
            <p:cNvPr id="25" name="Rectangle 5"/>
            <p:cNvSpPr>
              <a:spLocks noChangeArrowheads="1"/>
            </p:cNvSpPr>
            <p:nvPr userDrawn="1"/>
          </p:nvSpPr>
          <p:spPr bwMode="gray">
            <a:xfrm rot="16200000">
              <a:off x="4426397" y="6201312"/>
              <a:ext cx="288032" cy="72000"/>
            </a:xfrm>
            <a:prstGeom prst="rect">
              <a:avLst/>
            </a:prstGeom>
            <a:grpFill/>
            <a:ln w="9525" algn="ctr">
              <a:noFill/>
              <a:miter lim="800000"/>
              <a:headEnd/>
              <a:tailEnd/>
            </a:ln>
            <a:effectLst/>
          </p:spPr>
          <p:txBody>
            <a:bodyPr/>
            <a:lstStyle/>
            <a:p>
              <a:pPr fontAlgn="base">
                <a:spcBef>
                  <a:spcPct val="50000"/>
                </a:spcBef>
                <a:spcAft>
                  <a:spcPct val="0"/>
                </a:spcAft>
                <a:defRPr/>
              </a:pPr>
              <a:endParaRPr lang="en-GB" dirty="0">
                <a:solidFill>
                  <a:srgbClr val="000000"/>
                </a:solidFill>
              </a:endParaRPr>
            </a:p>
          </p:txBody>
        </p:sp>
        <p:sp>
          <p:nvSpPr>
            <p:cNvPr id="26" name="Rectangle 4"/>
            <p:cNvSpPr/>
            <p:nvPr userDrawn="1"/>
          </p:nvSpPr>
          <p:spPr bwMode="gray">
            <a:xfrm flipV="1">
              <a:off x="0" y="3573120"/>
              <a:ext cx="180000" cy="72000"/>
            </a:xfrm>
            <a:prstGeom prst="rect">
              <a:avLst/>
            </a:prstGeom>
            <a:grpFill/>
            <a:ln w="9525" algn="ctr">
              <a:noFill/>
              <a:miter lim="800000"/>
              <a:headEnd/>
              <a:tailEnd/>
            </a:ln>
            <a:effectLst/>
          </p:spPr>
          <p:txBody>
            <a:bodyPr/>
            <a:lstStyle/>
            <a:p>
              <a:pPr fontAlgn="base">
                <a:spcBef>
                  <a:spcPct val="50000"/>
                </a:spcBef>
                <a:spcAft>
                  <a:spcPct val="0"/>
                </a:spcAft>
                <a:defRPr/>
              </a:pPr>
              <a:endParaRPr lang="en-GB" dirty="0">
                <a:solidFill>
                  <a:srgbClr val="000000"/>
                </a:solidFill>
              </a:endParaRPr>
            </a:p>
          </p:txBody>
        </p:sp>
        <p:sp>
          <p:nvSpPr>
            <p:cNvPr id="27" name="Rectangle 26"/>
            <p:cNvSpPr/>
            <p:nvPr userDrawn="1"/>
          </p:nvSpPr>
          <p:spPr bwMode="gray">
            <a:xfrm>
              <a:off x="8892480" y="3573120"/>
              <a:ext cx="251520" cy="72000"/>
            </a:xfrm>
            <a:prstGeom prst="rect">
              <a:avLst/>
            </a:prstGeom>
            <a:grpFill/>
            <a:ln w="9525" algn="ctr">
              <a:noFill/>
              <a:miter lim="800000"/>
              <a:headEnd/>
              <a:tailEnd/>
            </a:ln>
            <a:effectLst/>
          </p:spPr>
          <p:txBody>
            <a:bodyPr/>
            <a:lstStyle/>
            <a:p>
              <a:pPr fontAlgn="base">
                <a:spcBef>
                  <a:spcPct val="50000"/>
                </a:spcBef>
                <a:spcAft>
                  <a:spcPct val="0"/>
                </a:spcAft>
                <a:defRPr/>
              </a:pPr>
              <a:endParaRPr lang="en-GB" dirty="0">
                <a:solidFill>
                  <a:srgbClr val="000000"/>
                </a:solidFill>
              </a:endParaRPr>
            </a:p>
          </p:txBody>
        </p:sp>
      </p:grpSp>
      <p:sp>
        <p:nvSpPr>
          <p:cNvPr id="22" name="Freeform 20"/>
          <p:cNvSpPr>
            <a:spLocks noChangeAspect="1"/>
          </p:cNvSpPr>
          <p:nvPr/>
        </p:nvSpPr>
        <p:spPr bwMode="gray">
          <a:xfrm>
            <a:off x="0" y="0"/>
            <a:ext cx="9140825" cy="835025"/>
          </a:xfrm>
          <a:custGeom>
            <a:avLst/>
            <a:gdLst/>
            <a:ahLst/>
            <a:cxnLst>
              <a:cxn ang="0">
                <a:pos x="0" y="0"/>
              </a:cxn>
              <a:cxn ang="0">
                <a:pos x="0" y="1729"/>
              </a:cxn>
              <a:cxn ang="0">
                <a:pos x="18422" y="1729"/>
              </a:cxn>
              <a:cxn ang="0">
                <a:pos x="18935" y="0"/>
              </a:cxn>
              <a:cxn ang="0">
                <a:pos x="0" y="0"/>
              </a:cxn>
            </a:cxnLst>
            <a:rect l="0" t="0" r="r" b="b"/>
            <a:pathLst>
              <a:path w="18935" h="1729">
                <a:moveTo>
                  <a:pt x="0" y="0"/>
                </a:moveTo>
                <a:lnTo>
                  <a:pt x="0" y="1729"/>
                </a:lnTo>
                <a:lnTo>
                  <a:pt x="18422" y="1729"/>
                </a:lnTo>
                <a:lnTo>
                  <a:pt x="18935" y="0"/>
                </a:lnTo>
                <a:lnTo>
                  <a:pt x="0"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34" name="Line 10"/>
          <p:cNvSpPr>
            <a:spLocks noChangeShapeType="1"/>
          </p:cNvSpPr>
          <p:nvPr/>
        </p:nvSpPr>
        <p:spPr bwMode="gray">
          <a:xfrm>
            <a:off x="179512" y="6381332"/>
            <a:ext cx="8712968" cy="0"/>
          </a:xfrm>
          <a:prstGeom prst="line">
            <a:avLst/>
          </a:prstGeom>
          <a:noFill/>
          <a:ln w="3175">
            <a:solidFill>
              <a:srgbClr val="97989A"/>
            </a:solidFill>
            <a:round/>
            <a:headEnd/>
            <a:tailEnd/>
          </a:ln>
        </p:spPr>
        <p:txBody>
          <a:bodyPr/>
          <a:lstStyle/>
          <a:p>
            <a:endParaRPr lang="en-GB" dirty="0">
              <a:solidFill>
                <a:srgbClr val="000000"/>
              </a:solidFill>
            </a:endParaRPr>
          </a:p>
        </p:txBody>
      </p:sp>
      <p:sp>
        <p:nvSpPr>
          <p:cNvPr id="36" name="Rectangle 35"/>
          <p:cNvSpPr/>
          <p:nvPr/>
        </p:nvSpPr>
        <p:spPr bwMode="gray">
          <a:xfrm>
            <a:off x="8389560" y="6381332"/>
            <a:ext cx="502920" cy="280800"/>
          </a:xfrm>
          <a:prstGeom prst="rect">
            <a:avLst/>
          </a:prstGeom>
          <a:ln>
            <a:miter lim="800000"/>
            <a:headEnd/>
            <a:tailEnd/>
          </a:ln>
        </p:spPr>
        <p:txBody>
          <a:bodyPr vert="horz" wrap="square" lIns="72000" tIns="72000" rIns="0" bIns="0" numCol="1" anchor="t" anchorCtr="0" compatLnSpc="1">
            <a:prstTxWarp prst="textNoShape">
              <a:avLst/>
            </a:prstTxWarp>
          </a:bodyPr>
          <a:lstStyle/>
          <a:p>
            <a:pPr algn="r" fontAlgn="base">
              <a:spcBef>
                <a:spcPct val="40000"/>
              </a:spcBef>
              <a:spcAft>
                <a:spcPct val="0"/>
              </a:spcAft>
            </a:pPr>
            <a:fld id="{358FC8E3-FE67-4452-9F4E-9A47A20D0542}" type="slidenum">
              <a:rPr lang="en-GB" sz="900">
                <a:solidFill>
                  <a:srgbClr val="00338D"/>
                </a:solidFill>
                <a:cs typeface="Arial" charset="0"/>
              </a:rPr>
              <a:pPr algn="r" fontAlgn="base">
                <a:spcBef>
                  <a:spcPct val="40000"/>
                </a:spcBef>
                <a:spcAft>
                  <a:spcPct val="0"/>
                </a:spcAft>
              </a:pPr>
              <a:t>‹#›</a:t>
            </a:fld>
            <a:endParaRPr lang="en-GB" sz="900" dirty="0">
              <a:solidFill>
                <a:srgbClr val="00338D"/>
              </a:solidFill>
              <a:cs typeface="Arial" charset="0"/>
            </a:endParaRPr>
          </a:p>
        </p:txBody>
      </p:sp>
      <p:sp>
        <p:nvSpPr>
          <p:cNvPr id="46" name="Title Placeholder 45"/>
          <p:cNvSpPr>
            <a:spLocks noGrp="1"/>
          </p:cNvSpPr>
          <p:nvPr>
            <p:ph type="title"/>
          </p:nvPr>
        </p:nvSpPr>
        <p:spPr bwMode="gray">
          <a:xfrm>
            <a:off x="179512" y="116632"/>
            <a:ext cx="8712968" cy="576064"/>
          </a:xfrm>
          <a:prstGeom prst="rect">
            <a:avLst/>
          </a:prstGeom>
          <a:noFill/>
          <a:ln w="9525">
            <a:noFill/>
            <a:miter lim="800000"/>
            <a:headEnd/>
            <a:tailEnd/>
          </a:ln>
        </p:spPr>
        <p:txBody>
          <a:bodyPr vert="horz" wrap="square" lIns="0" tIns="0" rIns="0" bIns="0" numCol="1" anchor="ctr" anchorCtr="0" compatLnSpc="1">
            <a:prstTxWarp prst="textNoShape">
              <a:avLst/>
            </a:prstTxWarp>
            <a:noAutofit/>
          </a:bodyPr>
          <a:lstStyle/>
          <a:p>
            <a:pPr lvl="0"/>
            <a:r>
              <a:rPr lang="en-GB" dirty="0"/>
              <a:t>Click to edit Master title style</a:t>
            </a:r>
          </a:p>
        </p:txBody>
      </p:sp>
      <p:graphicFrame>
        <p:nvGraphicFramePr>
          <p:cNvPr id="19" name="Object 18" hidden="1"/>
          <p:cNvGraphicFramePr>
            <a:graphicFrameLocks noChangeAspect="1"/>
          </p:cNvGraphicFramePr>
          <p:nvPr userDrawn="1">
            <p:custDataLst>
              <p:tags r:id="rId31"/>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229" name="think-cell Slide" r:id="rId32" imgW="216" imgH="216" progId="TCLayout.ActiveDocument.1">
                  <p:embed/>
                </p:oleObj>
              </mc:Choice>
              <mc:Fallback>
                <p:oleObj name="think-cell Slide" r:id="rId32" imgW="216" imgH="216" progId="TCLayout.ActiveDocument.1">
                  <p:embed/>
                  <p:pic>
                    <p:nvPicPr>
                      <p:cNvPr id="0" name=""/>
                      <p:cNvPicPr/>
                      <p:nvPr/>
                    </p:nvPicPr>
                    <p:blipFill>
                      <a:blip r:embed="rId33"/>
                      <a:stretch>
                        <a:fillRect/>
                      </a:stretch>
                    </p:blipFill>
                    <p:spPr>
                      <a:xfrm>
                        <a:off x="1588" y="1588"/>
                        <a:ext cx="1587" cy="1587"/>
                      </a:xfrm>
                      <a:prstGeom prst="rect">
                        <a:avLst/>
                      </a:prstGeom>
                    </p:spPr>
                  </p:pic>
                </p:oleObj>
              </mc:Fallback>
            </mc:AlternateContent>
          </a:graphicData>
        </a:graphic>
      </p:graphicFrame>
    </p:spTree>
    <p:extLst>
      <p:ext uri="{BB962C8B-B14F-4D97-AF65-F5344CB8AC3E}">
        <p14:creationId xmlns:p14="http://schemas.microsoft.com/office/powerpoint/2010/main" val="2786587498"/>
      </p:ext>
    </p:extLst>
  </p:cSld>
  <p:clrMap bg1="lt1" tx1="dk1" bg2="lt2" tx2="dk2" accent1="accent1" accent2="accent2" accent3="accent3" accent4="accent4" accent5="accent5" accent6="accent6" hlink="hlink" folHlink="folHlink"/>
  <p:sldLayoutIdLst>
    <p:sldLayoutId id="2147484074" r:id="rId1"/>
    <p:sldLayoutId id="2147484075" r:id="rId2"/>
    <p:sldLayoutId id="2147484076" r:id="rId3"/>
    <p:sldLayoutId id="2147484077" r:id="rId4"/>
    <p:sldLayoutId id="2147484078" r:id="rId5"/>
    <p:sldLayoutId id="2147484079" r:id="rId6"/>
    <p:sldLayoutId id="2147484080" r:id="rId7"/>
    <p:sldLayoutId id="2147484081" r:id="rId8"/>
    <p:sldLayoutId id="2147484082" r:id="rId9"/>
    <p:sldLayoutId id="2147484083" r:id="rId10"/>
    <p:sldLayoutId id="2147484084" r:id="rId11"/>
    <p:sldLayoutId id="2147484085" r:id="rId12"/>
    <p:sldLayoutId id="2147484086" r:id="rId13"/>
    <p:sldLayoutId id="2147484087" r:id="rId14"/>
    <p:sldLayoutId id="2147484088" r:id="rId15"/>
    <p:sldLayoutId id="2147484089" r:id="rId16"/>
    <p:sldLayoutId id="2147484090" r:id="rId17"/>
    <p:sldLayoutId id="2147484091" r:id="rId18"/>
    <p:sldLayoutId id="2147484092" r:id="rId19"/>
    <p:sldLayoutId id="2147484093" r:id="rId20"/>
    <p:sldLayoutId id="2147484094" r:id="rId21"/>
    <p:sldLayoutId id="2147484095" r:id="rId22"/>
    <p:sldLayoutId id="2147484096" r:id="rId23"/>
    <p:sldLayoutId id="2147484097" r:id="rId24"/>
    <p:sldLayoutId id="2147484098" r:id="rId25"/>
    <p:sldLayoutId id="2147484099" r:id="rId26"/>
    <p:sldLayoutId id="2147484100" r:id="rId27"/>
    <p:sldLayoutId id="2147484101" r:id="rId28"/>
  </p:sldLayoutIdLst>
  <p:txStyles>
    <p:titleStyle>
      <a:lvl1pPr algn="l" defTabSz="914400" rtl="0" eaLnBrk="1" latinLnBrk="0" hangingPunct="1">
        <a:spcBef>
          <a:spcPct val="0"/>
        </a:spcBef>
        <a:buNone/>
        <a:defRPr lang="en-GB" sz="2000" b="1" kern="1200" noProof="0" dirty="0" smtClean="0">
          <a:solidFill>
            <a:schemeClr val="bg1"/>
          </a:solidFill>
          <a:latin typeface="Arial"/>
          <a:ea typeface="+mj-ea"/>
          <a:cs typeface="Arial" pitchFamily="34" charset="0"/>
        </a:defRPr>
      </a:lvl1pPr>
      <a:lvl2pPr eaLnBrk="1" hangingPunct="1">
        <a:defRPr lang="en-GB" sz="1800" b="1" kern="1200" noProof="0" dirty="0">
          <a:solidFill>
            <a:schemeClr val="bg1"/>
          </a:solidFill>
          <a:latin typeface="Arial" pitchFamily="34" charset="0"/>
          <a:ea typeface="+mj-ea"/>
          <a:cs typeface="Arial" pitchFamily="34" charset="0"/>
        </a:defRPr>
      </a:lvl2pPr>
      <a:lvl3pPr eaLnBrk="1" hangingPunct="1">
        <a:defRPr lang="en-GB" sz="1800" b="1" kern="1200" noProof="0" dirty="0">
          <a:solidFill>
            <a:schemeClr val="bg1"/>
          </a:solidFill>
          <a:latin typeface="Arial" pitchFamily="34" charset="0"/>
          <a:ea typeface="+mj-ea"/>
          <a:cs typeface="Arial" pitchFamily="34" charset="0"/>
        </a:defRPr>
      </a:lvl3pPr>
      <a:lvl4pPr eaLnBrk="1" hangingPunct="1">
        <a:defRPr lang="en-GB" sz="1800" b="1" kern="1200" noProof="0" dirty="0">
          <a:solidFill>
            <a:schemeClr val="bg1"/>
          </a:solidFill>
          <a:latin typeface="Arial" pitchFamily="34" charset="0"/>
          <a:ea typeface="+mj-ea"/>
          <a:cs typeface="Arial" pitchFamily="34" charset="0"/>
        </a:defRPr>
      </a:lvl4pPr>
      <a:lvl5pPr eaLnBrk="1" hangingPunct="1">
        <a:defRPr lang="en-GB" sz="1800" b="1" kern="1200" noProof="0" dirty="0">
          <a:solidFill>
            <a:schemeClr val="bg1"/>
          </a:solidFill>
          <a:latin typeface="Arial" pitchFamily="34" charset="0"/>
          <a:ea typeface="+mj-ea"/>
          <a:cs typeface="Arial" pitchFamily="34" charset="0"/>
        </a:defRPr>
      </a:lvl5pPr>
      <a:lvl6pPr eaLnBrk="1" hangingPunct="1">
        <a:defRPr lang="en-GB" sz="1800" b="1" kern="1200" noProof="0" dirty="0">
          <a:solidFill>
            <a:schemeClr val="bg1"/>
          </a:solidFill>
          <a:latin typeface="Arial" pitchFamily="34" charset="0"/>
          <a:ea typeface="+mj-ea"/>
          <a:cs typeface="Arial" pitchFamily="34" charset="0"/>
        </a:defRPr>
      </a:lvl6pPr>
      <a:lvl7pPr eaLnBrk="1" hangingPunct="1">
        <a:defRPr lang="en-GB" sz="1800" b="1" kern="1200" noProof="0" dirty="0">
          <a:solidFill>
            <a:schemeClr val="bg1"/>
          </a:solidFill>
          <a:latin typeface="Arial" pitchFamily="34" charset="0"/>
          <a:ea typeface="+mj-ea"/>
          <a:cs typeface="Arial" pitchFamily="34" charset="0"/>
        </a:defRPr>
      </a:lvl7pPr>
      <a:lvl8pPr eaLnBrk="1" hangingPunct="1">
        <a:defRPr lang="en-GB" sz="1800" b="1" kern="1200" noProof="0" dirty="0">
          <a:solidFill>
            <a:schemeClr val="bg1"/>
          </a:solidFill>
          <a:latin typeface="Arial" pitchFamily="34" charset="0"/>
          <a:ea typeface="+mj-ea"/>
          <a:cs typeface="Arial" pitchFamily="34" charset="0"/>
        </a:defRPr>
      </a:lvl8pPr>
      <a:lvl9pPr eaLnBrk="1" hangingPunct="1">
        <a:defRPr lang="en-GB" sz="1800" b="1" kern="1200" noProof="0" dirty="0">
          <a:solidFill>
            <a:schemeClr val="bg1"/>
          </a:solidFill>
          <a:latin typeface="Arial" pitchFamily="34" charset="0"/>
          <a:ea typeface="+mj-ea"/>
          <a:cs typeface="Arial" pitchFamily="34" charset="0"/>
        </a:defRPr>
      </a:lvl9pPr>
    </p:titleStyle>
    <p:bodyStyle>
      <a:lvl1pPr marL="0" indent="0" algn="l" defTabSz="914400" rtl="0" eaLnBrk="1" latinLnBrk="0" hangingPunct="1">
        <a:lnSpc>
          <a:spcPct val="100000"/>
        </a:lnSpc>
        <a:spcBef>
          <a:spcPts val="1200"/>
        </a:spcBef>
        <a:buFont typeface="Arial" pitchFamily="34" charset="0"/>
        <a:buNone/>
        <a:defRPr lang="en-US" sz="1600" b="1" kern="1200" noProof="0" dirty="0" smtClean="0">
          <a:solidFill>
            <a:srgbClr val="00338D"/>
          </a:solidFill>
          <a:latin typeface="Arial"/>
          <a:ea typeface="+mn-ea"/>
          <a:cs typeface="Arial" pitchFamily="34" charset="0"/>
        </a:defRPr>
      </a:lvl1pPr>
      <a:lvl2pPr marL="0" indent="0" algn="l" defTabSz="914400" rtl="0" eaLnBrk="1" latinLnBrk="0" hangingPunct="1">
        <a:lnSpc>
          <a:spcPct val="100000"/>
        </a:lnSpc>
        <a:spcBef>
          <a:spcPts val="1200"/>
        </a:spcBef>
        <a:buFont typeface="Arial" pitchFamily="34" charset="0"/>
        <a:buNone/>
        <a:defRPr lang="en-US" sz="1600" b="0" kern="1200" noProof="0" dirty="0" smtClean="0">
          <a:solidFill>
            <a:schemeClr val="tx1"/>
          </a:solidFill>
          <a:latin typeface="Arial"/>
          <a:ea typeface="+mn-ea"/>
          <a:cs typeface="Arial" pitchFamily="34" charset="0"/>
        </a:defRPr>
      </a:lvl2pPr>
      <a:lvl3pPr marL="273050" indent="-273050" algn="l" defTabSz="914400" rtl="0" eaLnBrk="1" latinLnBrk="0" hangingPunct="1">
        <a:lnSpc>
          <a:spcPct val="100000"/>
        </a:lnSpc>
        <a:spcBef>
          <a:spcPts val="1200"/>
        </a:spcBef>
        <a:buClr>
          <a:srgbClr val="97989A"/>
        </a:buClr>
        <a:buFont typeface="Arial" pitchFamily="34" charset="0"/>
        <a:buChar char="■"/>
        <a:defRPr lang="en-US" sz="1600" b="0" kern="1200" noProof="0" dirty="0" smtClean="0">
          <a:solidFill>
            <a:schemeClr val="tx1"/>
          </a:solidFill>
          <a:latin typeface="Arial"/>
          <a:ea typeface="+mn-ea"/>
          <a:cs typeface="Arial" pitchFamily="34" charset="0"/>
        </a:defRPr>
      </a:lvl3pPr>
      <a:lvl4pPr marL="536575" indent="-263525" algn="l" defTabSz="914400" rtl="0" eaLnBrk="1" latinLnBrk="0" hangingPunct="1">
        <a:lnSpc>
          <a:spcPct val="100000"/>
        </a:lnSpc>
        <a:spcBef>
          <a:spcPts val="1200"/>
        </a:spcBef>
        <a:buClr>
          <a:srgbClr val="97989A"/>
        </a:buClr>
        <a:buFont typeface="Arial" pitchFamily="34" charset="0"/>
        <a:buChar char="–"/>
        <a:tabLst/>
        <a:defRPr lang="en-US" sz="1600" b="0" kern="1200" noProof="0" dirty="0" smtClean="0">
          <a:solidFill>
            <a:schemeClr val="tx1"/>
          </a:solidFill>
          <a:latin typeface="Arial"/>
          <a:ea typeface="+mn-ea"/>
          <a:cs typeface="Arial" pitchFamily="34" charset="0"/>
        </a:defRPr>
      </a:lvl4pPr>
      <a:lvl5pPr marL="809625" indent="-271463" algn="l" defTabSz="914400" rtl="0" eaLnBrk="1" latinLnBrk="0" hangingPunct="1">
        <a:lnSpc>
          <a:spcPct val="100000"/>
        </a:lnSpc>
        <a:spcBef>
          <a:spcPts val="1200"/>
        </a:spcBef>
        <a:buClr>
          <a:srgbClr val="97989A"/>
        </a:buClr>
        <a:buFont typeface="Arial" pitchFamily="34" charset="0"/>
        <a:buChar char="■"/>
        <a:tabLst/>
        <a:defRPr lang="en-GB" sz="1600" b="0" kern="1200" baseline="0" noProof="0" dirty="0" smtClean="0">
          <a:solidFill>
            <a:schemeClr val="tx1"/>
          </a:solidFill>
          <a:latin typeface="Arial"/>
          <a:ea typeface="+mn-ea"/>
          <a:cs typeface="Arial" pitchFamily="34" charset="0"/>
        </a:defRPr>
      </a:lvl5pPr>
      <a:lvl6pPr marL="1082675" indent="-273050" algn="l" defTabSz="893763" rtl="0" eaLnBrk="1" latinLnBrk="0" hangingPunct="1">
        <a:lnSpc>
          <a:spcPct val="100000"/>
        </a:lnSpc>
        <a:spcBef>
          <a:spcPts val="1200"/>
        </a:spcBef>
        <a:buClr>
          <a:srgbClr val="97989A"/>
        </a:buClr>
        <a:buFont typeface="Arial" pitchFamily="34" charset="0"/>
        <a:buChar char="–"/>
        <a:defRPr lang="en-GB" sz="1600" kern="1200" dirty="0" smtClean="0">
          <a:solidFill>
            <a:schemeClr val="tx1"/>
          </a:solidFill>
          <a:latin typeface="Arial"/>
          <a:ea typeface="+mn-ea"/>
          <a:cs typeface="Arial" pitchFamily="34" charset="0"/>
        </a:defRPr>
      </a:lvl6pPr>
      <a:lvl7pPr marL="1344613" indent="-266700" algn="l" defTabSz="914400" rtl="0" eaLnBrk="1" latinLnBrk="0" hangingPunct="1">
        <a:lnSpc>
          <a:spcPct val="100000"/>
        </a:lnSpc>
        <a:spcBef>
          <a:spcPts val="1200"/>
        </a:spcBef>
        <a:buClr>
          <a:srgbClr val="97989A"/>
        </a:buClr>
        <a:buFont typeface="Arial" pitchFamily="34" charset="0"/>
        <a:buChar char="■"/>
        <a:defRPr lang="en-GB" sz="1600" kern="1200" baseline="0" dirty="0" smtClean="0">
          <a:solidFill>
            <a:schemeClr val="tx1"/>
          </a:solidFill>
          <a:latin typeface="Arial"/>
          <a:ea typeface="+mn-ea"/>
          <a:cs typeface="Arial" pitchFamily="34" charset="0"/>
        </a:defRPr>
      </a:lvl7pPr>
      <a:lvl8pPr marL="1619250" indent="-274638" algn="l" defTabSz="914400" rtl="0" eaLnBrk="1" latinLnBrk="0" hangingPunct="1">
        <a:lnSpc>
          <a:spcPct val="100000"/>
        </a:lnSpc>
        <a:spcBef>
          <a:spcPts val="1200"/>
        </a:spcBef>
        <a:buClr>
          <a:srgbClr val="97989A"/>
        </a:buClr>
        <a:buFont typeface="Arial" pitchFamily="34" charset="0"/>
        <a:buChar char="–"/>
        <a:defRPr lang="en-GB" sz="1600" kern="1200" dirty="0" smtClean="0">
          <a:solidFill>
            <a:schemeClr val="tx1"/>
          </a:solidFill>
          <a:latin typeface="Arial"/>
          <a:ea typeface="+mn-ea"/>
          <a:cs typeface="+mn-cs"/>
        </a:defRPr>
      </a:lvl8pPr>
      <a:lvl9pPr marL="1876425" indent="-257175" algn="l" defTabSz="914400" rtl="0" eaLnBrk="1" latinLnBrk="0" hangingPunct="1">
        <a:lnSpc>
          <a:spcPct val="100000"/>
        </a:lnSpc>
        <a:spcBef>
          <a:spcPts val="1200"/>
        </a:spcBef>
        <a:buClr>
          <a:srgbClr val="97989A"/>
        </a:buClr>
        <a:buFont typeface="Arial" pitchFamily="34" charset="0"/>
        <a:buChar char="■"/>
        <a:defRPr lang="en-GB" sz="1600" kern="1200" dirty="0" smtClean="0">
          <a:solidFill>
            <a:schemeClr val="tx1"/>
          </a:solidFill>
          <a:latin typeface="Arial"/>
          <a:ea typeface="+mn-ea"/>
          <a:cs typeface="Arial"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1" name="Text Placeholder 50"/>
          <p:cNvSpPr>
            <a:spLocks noGrp="1"/>
          </p:cNvSpPr>
          <p:nvPr>
            <p:ph type="body" idx="1"/>
          </p:nvPr>
        </p:nvSpPr>
        <p:spPr bwMode="gray">
          <a:xfrm>
            <a:off x="179512" y="1124745"/>
            <a:ext cx="8712968" cy="4968552"/>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grpSp>
        <p:nvGrpSpPr>
          <p:cNvPr id="2" name="Group 17"/>
          <p:cNvGrpSpPr/>
          <p:nvPr/>
        </p:nvGrpSpPr>
        <p:grpSpPr bwMode="gray">
          <a:xfrm>
            <a:off x="179512" y="1124744"/>
            <a:ext cx="8712968" cy="4968552"/>
            <a:chOff x="179512" y="1124744"/>
            <a:chExt cx="8712968" cy="4968552"/>
          </a:xfrm>
          <a:noFill/>
        </p:grpSpPr>
        <p:sp>
          <p:nvSpPr>
            <p:cNvPr id="29" name="Rectangle 28"/>
            <p:cNvSpPr>
              <a:spLocks noChangeArrowheads="1"/>
            </p:cNvSpPr>
            <p:nvPr userDrawn="1"/>
          </p:nvSpPr>
          <p:spPr bwMode="gray">
            <a:xfrm>
              <a:off x="179512" y="1125120"/>
              <a:ext cx="8712968" cy="4968000"/>
            </a:xfrm>
            <a:prstGeom prst="rect">
              <a:avLst/>
            </a:prstGeom>
            <a:grpFill/>
            <a:ln w="6350" cap="flat" cmpd="sng" algn="ctr">
              <a:noFill/>
              <a:prstDash val="solid"/>
              <a:round/>
              <a:headEnd type="none" w="med" len="med"/>
              <a:tailEnd type="none" w="med" len="med"/>
            </a:ln>
            <a:effectLst/>
          </p:spPr>
          <p:txBody>
            <a:bodyPr lIns="0" tIns="0" rIns="0" bIns="0"/>
            <a:lstStyle/>
            <a:p>
              <a:pPr>
                <a:spcBef>
                  <a:spcPct val="50000"/>
                </a:spcBef>
                <a:defRPr/>
              </a:pPr>
              <a:endParaRPr lang="en-GB" dirty="0">
                <a:solidFill>
                  <a:srgbClr val="000000"/>
                </a:solidFill>
              </a:endParaRPr>
            </a:p>
          </p:txBody>
        </p:sp>
        <p:sp>
          <p:nvSpPr>
            <p:cNvPr id="30" name="Rectangle 29"/>
            <p:cNvSpPr>
              <a:spLocks noChangeArrowheads="1"/>
            </p:cNvSpPr>
            <p:nvPr userDrawn="1"/>
          </p:nvSpPr>
          <p:spPr bwMode="gray">
            <a:xfrm>
              <a:off x="4428240" y="1124744"/>
              <a:ext cx="216000" cy="4968552"/>
            </a:xfrm>
            <a:prstGeom prst="rect">
              <a:avLst/>
            </a:prstGeom>
            <a:grpFill/>
            <a:ln w="6350" cap="flat" cmpd="sng" algn="ctr">
              <a:noFill/>
              <a:prstDash val="solid"/>
              <a:round/>
              <a:headEnd type="none" w="med" len="med"/>
              <a:tailEnd type="none" w="med" len="med"/>
            </a:ln>
            <a:effectLst/>
          </p:spPr>
          <p:txBody>
            <a:bodyPr lIns="0" tIns="0" rIns="0" bIns="0"/>
            <a:lstStyle/>
            <a:p>
              <a:pPr>
                <a:spcBef>
                  <a:spcPct val="50000"/>
                </a:spcBef>
                <a:defRPr/>
              </a:pPr>
              <a:endParaRPr lang="en-GB" dirty="0">
                <a:solidFill>
                  <a:srgbClr val="000000"/>
                </a:solidFill>
              </a:endParaRPr>
            </a:p>
          </p:txBody>
        </p:sp>
        <p:sp>
          <p:nvSpPr>
            <p:cNvPr id="31" name="Rectangle 30"/>
            <p:cNvSpPr>
              <a:spLocks noChangeArrowheads="1"/>
            </p:cNvSpPr>
            <p:nvPr userDrawn="1"/>
          </p:nvSpPr>
          <p:spPr bwMode="gray">
            <a:xfrm rot="5400000">
              <a:off x="4428240" y="-747120"/>
              <a:ext cx="216000" cy="8712480"/>
            </a:xfrm>
            <a:prstGeom prst="rect">
              <a:avLst/>
            </a:prstGeom>
            <a:grpFill/>
            <a:ln w="6350" cap="flat" cmpd="sng" algn="ctr">
              <a:noFill/>
              <a:prstDash val="solid"/>
              <a:round/>
              <a:headEnd type="none" w="med" len="med"/>
              <a:tailEnd type="none" w="med" len="med"/>
            </a:ln>
            <a:effectLst/>
          </p:spPr>
          <p:txBody>
            <a:bodyPr lIns="0" tIns="0" rIns="0" bIns="0"/>
            <a:lstStyle/>
            <a:p>
              <a:pPr>
                <a:spcBef>
                  <a:spcPct val="50000"/>
                </a:spcBef>
                <a:defRPr/>
              </a:pPr>
              <a:endParaRPr lang="en-GB" dirty="0">
                <a:solidFill>
                  <a:srgbClr val="000000"/>
                </a:solidFill>
              </a:endParaRPr>
            </a:p>
          </p:txBody>
        </p:sp>
        <p:sp>
          <p:nvSpPr>
            <p:cNvPr id="32" name="Rectangle 31"/>
            <p:cNvSpPr>
              <a:spLocks noChangeArrowheads="1"/>
            </p:cNvSpPr>
            <p:nvPr userDrawn="1"/>
          </p:nvSpPr>
          <p:spPr bwMode="gray">
            <a:xfrm>
              <a:off x="2196120" y="1124744"/>
              <a:ext cx="216000" cy="4968552"/>
            </a:xfrm>
            <a:prstGeom prst="rect">
              <a:avLst/>
            </a:prstGeom>
            <a:grpFill/>
            <a:ln w="6350" cap="flat" cmpd="sng" algn="ctr">
              <a:noFill/>
              <a:prstDash val="solid"/>
              <a:round/>
              <a:headEnd type="none" w="med" len="med"/>
              <a:tailEnd type="none" w="med" len="med"/>
            </a:ln>
            <a:effectLst/>
          </p:spPr>
          <p:txBody>
            <a:bodyPr lIns="0" tIns="0" rIns="0" bIns="0"/>
            <a:lstStyle/>
            <a:p>
              <a:pPr>
                <a:spcBef>
                  <a:spcPct val="50000"/>
                </a:spcBef>
                <a:defRPr/>
              </a:pPr>
              <a:endParaRPr lang="en-GB" dirty="0">
                <a:solidFill>
                  <a:srgbClr val="000000"/>
                </a:solidFill>
              </a:endParaRPr>
            </a:p>
          </p:txBody>
        </p:sp>
        <p:sp>
          <p:nvSpPr>
            <p:cNvPr id="33" name="Rectangle 32"/>
            <p:cNvSpPr>
              <a:spLocks noChangeArrowheads="1"/>
            </p:cNvSpPr>
            <p:nvPr userDrawn="1"/>
          </p:nvSpPr>
          <p:spPr bwMode="gray">
            <a:xfrm>
              <a:off x="6660360" y="1124744"/>
              <a:ext cx="216000" cy="4968552"/>
            </a:xfrm>
            <a:prstGeom prst="rect">
              <a:avLst/>
            </a:prstGeom>
            <a:grpFill/>
            <a:ln w="6350" cap="flat" cmpd="sng" algn="ctr">
              <a:noFill/>
              <a:prstDash val="solid"/>
              <a:round/>
              <a:headEnd type="none" w="med" len="med"/>
              <a:tailEnd type="none" w="med" len="med"/>
            </a:ln>
            <a:effectLst/>
          </p:spPr>
          <p:txBody>
            <a:bodyPr lIns="0" tIns="0" rIns="0" bIns="0"/>
            <a:lstStyle/>
            <a:p>
              <a:pPr>
                <a:spcBef>
                  <a:spcPct val="50000"/>
                </a:spcBef>
                <a:defRPr/>
              </a:pPr>
              <a:endParaRPr lang="en-GB" dirty="0">
                <a:solidFill>
                  <a:srgbClr val="000000"/>
                </a:solidFill>
              </a:endParaRPr>
            </a:p>
          </p:txBody>
        </p:sp>
      </p:grpSp>
      <p:grpSp>
        <p:nvGrpSpPr>
          <p:cNvPr id="3" name="Group 47"/>
          <p:cNvGrpSpPr/>
          <p:nvPr/>
        </p:nvGrpSpPr>
        <p:grpSpPr bwMode="gray">
          <a:xfrm>
            <a:off x="0" y="836712"/>
            <a:ext cx="9144000" cy="5544616"/>
            <a:chOff x="0" y="836712"/>
            <a:chExt cx="9144000" cy="5544616"/>
          </a:xfrm>
          <a:noFill/>
        </p:grpSpPr>
        <p:sp>
          <p:nvSpPr>
            <p:cNvPr id="24" name="Rectangle 23"/>
            <p:cNvSpPr>
              <a:spLocks noChangeArrowheads="1"/>
            </p:cNvSpPr>
            <p:nvPr userDrawn="1"/>
          </p:nvSpPr>
          <p:spPr bwMode="gray">
            <a:xfrm rot="16200000">
              <a:off x="4426396" y="944728"/>
              <a:ext cx="288032" cy="72000"/>
            </a:xfrm>
            <a:prstGeom prst="rect">
              <a:avLst/>
            </a:prstGeom>
            <a:grpFill/>
            <a:ln w="9525" algn="ctr">
              <a:noFill/>
              <a:miter lim="800000"/>
              <a:headEnd/>
              <a:tailEnd/>
            </a:ln>
            <a:effectLst/>
          </p:spPr>
          <p:txBody>
            <a:bodyPr/>
            <a:lstStyle/>
            <a:p>
              <a:pPr fontAlgn="base">
                <a:spcBef>
                  <a:spcPct val="50000"/>
                </a:spcBef>
                <a:spcAft>
                  <a:spcPct val="0"/>
                </a:spcAft>
                <a:defRPr/>
              </a:pPr>
              <a:endParaRPr lang="en-GB" dirty="0">
                <a:solidFill>
                  <a:srgbClr val="000000"/>
                </a:solidFill>
              </a:endParaRPr>
            </a:p>
          </p:txBody>
        </p:sp>
        <p:sp>
          <p:nvSpPr>
            <p:cNvPr id="25" name="Rectangle 5"/>
            <p:cNvSpPr>
              <a:spLocks noChangeArrowheads="1"/>
            </p:cNvSpPr>
            <p:nvPr userDrawn="1"/>
          </p:nvSpPr>
          <p:spPr bwMode="gray">
            <a:xfrm rot="16200000">
              <a:off x="4426397" y="6201312"/>
              <a:ext cx="288032" cy="72000"/>
            </a:xfrm>
            <a:prstGeom prst="rect">
              <a:avLst/>
            </a:prstGeom>
            <a:grpFill/>
            <a:ln w="9525" algn="ctr">
              <a:noFill/>
              <a:miter lim="800000"/>
              <a:headEnd/>
              <a:tailEnd/>
            </a:ln>
            <a:effectLst/>
          </p:spPr>
          <p:txBody>
            <a:bodyPr/>
            <a:lstStyle/>
            <a:p>
              <a:pPr fontAlgn="base">
                <a:spcBef>
                  <a:spcPct val="50000"/>
                </a:spcBef>
                <a:spcAft>
                  <a:spcPct val="0"/>
                </a:spcAft>
                <a:defRPr/>
              </a:pPr>
              <a:endParaRPr lang="en-GB" dirty="0">
                <a:solidFill>
                  <a:srgbClr val="000000"/>
                </a:solidFill>
              </a:endParaRPr>
            </a:p>
          </p:txBody>
        </p:sp>
        <p:sp>
          <p:nvSpPr>
            <p:cNvPr id="26" name="Rectangle 4"/>
            <p:cNvSpPr/>
            <p:nvPr userDrawn="1"/>
          </p:nvSpPr>
          <p:spPr bwMode="gray">
            <a:xfrm flipV="1">
              <a:off x="0" y="3573120"/>
              <a:ext cx="180000" cy="72000"/>
            </a:xfrm>
            <a:prstGeom prst="rect">
              <a:avLst/>
            </a:prstGeom>
            <a:grpFill/>
            <a:ln w="9525" algn="ctr">
              <a:noFill/>
              <a:miter lim="800000"/>
              <a:headEnd/>
              <a:tailEnd/>
            </a:ln>
            <a:effectLst/>
          </p:spPr>
          <p:txBody>
            <a:bodyPr/>
            <a:lstStyle/>
            <a:p>
              <a:pPr fontAlgn="base">
                <a:spcBef>
                  <a:spcPct val="50000"/>
                </a:spcBef>
                <a:spcAft>
                  <a:spcPct val="0"/>
                </a:spcAft>
                <a:defRPr/>
              </a:pPr>
              <a:endParaRPr lang="en-GB" dirty="0">
                <a:solidFill>
                  <a:srgbClr val="000000"/>
                </a:solidFill>
              </a:endParaRPr>
            </a:p>
          </p:txBody>
        </p:sp>
        <p:sp>
          <p:nvSpPr>
            <p:cNvPr id="27" name="Rectangle 26"/>
            <p:cNvSpPr/>
            <p:nvPr userDrawn="1"/>
          </p:nvSpPr>
          <p:spPr bwMode="gray">
            <a:xfrm>
              <a:off x="8892480" y="3573120"/>
              <a:ext cx="251520" cy="72000"/>
            </a:xfrm>
            <a:prstGeom prst="rect">
              <a:avLst/>
            </a:prstGeom>
            <a:grpFill/>
            <a:ln w="9525" algn="ctr">
              <a:noFill/>
              <a:miter lim="800000"/>
              <a:headEnd/>
              <a:tailEnd/>
            </a:ln>
            <a:effectLst/>
          </p:spPr>
          <p:txBody>
            <a:bodyPr/>
            <a:lstStyle/>
            <a:p>
              <a:pPr fontAlgn="base">
                <a:spcBef>
                  <a:spcPct val="50000"/>
                </a:spcBef>
                <a:spcAft>
                  <a:spcPct val="0"/>
                </a:spcAft>
                <a:defRPr/>
              </a:pPr>
              <a:endParaRPr lang="en-GB" dirty="0">
                <a:solidFill>
                  <a:srgbClr val="000000"/>
                </a:solidFill>
              </a:endParaRPr>
            </a:p>
          </p:txBody>
        </p:sp>
      </p:grpSp>
      <p:sp>
        <p:nvSpPr>
          <p:cNvPr id="22" name="Freeform 20"/>
          <p:cNvSpPr>
            <a:spLocks noChangeAspect="1"/>
          </p:cNvSpPr>
          <p:nvPr/>
        </p:nvSpPr>
        <p:spPr bwMode="gray">
          <a:xfrm>
            <a:off x="0" y="0"/>
            <a:ext cx="9140825" cy="835025"/>
          </a:xfrm>
          <a:custGeom>
            <a:avLst/>
            <a:gdLst/>
            <a:ahLst/>
            <a:cxnLst>
              <a:cxn ang="0">
                <a:pos x="0" y="0"/>
              </a:cxn>
              <a:cxn ang="0">
                <a:pos x="0" y="1729"/>
              </a:cxn>
              <a:cxn ang="0">
                <a:pos x="18422" y="1729"/>
              </a:cxn>
              <a:cxn ang="0">
                <a:pos x="18935" y="0"/>
              </a:cxn>
              <a:cxn ang="0">
                <a:pos x="0" y="0"/>
              </a:cxn>
            </a:cxnLst>
            <a:rect l="0" t="0" r="r" b="b"/>
            <a:pathLst>
              <a:path w="18935" h="1729">
                <a:moveTo>
                  <a:pt x="0" y="0"/>
                </a:moveTo>
                <a:lnTo>
                  <a:pt x="0" y="1729"/>
                </a:lnTo>
                <a:lnTo>
                  <a:pt x="18422" y="1729"/>
                </a:lnTo>
                <a:lnTo>
                  <a:pt x="18935" y="0"/>
                </a:lnTo>
                <a:lnTo>
                  <a:pt x="0" y="0"/>
                </a:lnTo>
                <a:close/>
              </a:path>
            </a:pathLst>
          </a:custGeom>
          <a:gradFill flip="none" rotWithShape="1">
            <a:gsLst>
              <a:gs pos="0">
                <a:srgbClr val="00257A">
                  <a:alpha val="90000"/>
                </a:srgbClr>
              </a:gs>
              <a:gs pos="35000">
                <a:srgbClr val="00338D">
                  <a:alpha val="90000"/>
                </a:srgbClr>
              </a:gs>
              <a:gs pos="100000">
                <a:srgbClr val="009FDA">
                  <a:alpha val="90000"/>
                </a:srgbClr>
              </a:gs>
            </a:gsLst>
            <a:lin ang="0" scaled="1"/>
            <a:tileRect/>
          </a:gradFill>
          <a:ln w="9525" cap="flat" cmpd="sng">
            <a:noFill/>
            <a:prstDash val="solid"/>
            <a:round/>
            <a:headEnd type="none" w="med" len="med"/>
            <a:tailEnd type="none" w="med" len="med"/>
          </a:ln>
          <a:effectLst/>
        </p:spPr>
        <p:txBody>
          <a:bodyPr/>
          <a:lstStyle/>
          <a:p>
            <a:pPr fontAlgn="base">
              <a:spcBef>
                <a:spcPct val="50000"/>
              </a:spcBef>
              <a:spcAft>
                <a:spcPct val="0"/>
              </a:spcAft>
              <a:defRPr/>
            </a:pPr>
            <a:endParaRPr lang="en-GB" dirty="0">
              <a:solidFill>
                <a:srgbClr val="000000"/>
              </a:solidFill>
            </a:endParaRPr>
          </a:p>
        </p:txBody>
      </p:sp>
      <p:sp>
        <p:nvSpPr>
          <p:cNvPr id="34" name="Line 10"/>
          <p:cNvSpPr>
            <a:spLocks noChangeShapeType="1"/>
          </p:cNvSpPr>
          <p:nvPr/>
        </p:nvSpPr>
        <p:spPr bwMode="gray">
          <a:xfrm>
            <a:off x="179512" y="6381332"/>
            <a:ext cx="8712968" cy="0"/>
          </a:xfrm>
          <a:prstGeom prst="line">
            <a:avLst/>
          </a:prstGeom>
          <a:noFill/>
          <a:ln w="3175">
            <a:solidFill>
              <a:srgbClr val="97989A"/>
            </a:solidFill>
            <a:round/>
            <a:headEnd/>
            <a:tailEnd/>
          </a:ln>
        </p:spPr>
        <p:txBody>
          <a:bodyPr/>
          <a:lstStyle/>
          <a:p>
            <a:endParaRPr lang="en-GB" dirty="0">
              <a:solidFill>
                <a:srgbClr val="000000"/>
              </a:solidFill>
            </a:endParaRPr>
          </a:p>
        </p:txBody>
      </p:sp>
      <p:sp>
        <p:nvSpPr>
          <p:cNvPr id="36" name="Rectangle 35"/>
          <p:cNvSpPr/>
          <p:nvPr/>
        </p:nvSpPr>
        <p:spPr bwMode="gray">
          <a:xfrm>
            <a:off x="8389560" y="6381332"/>
            <a:ext cx="502920" cy="280800"/>
          </a:xfrm>
          <a:prstGeom prst="rect">
            <a:avLst/>
          </a:prstGeom>
          <a:ln>
            <a:miter lim="800000"/>
            <a:headEnd/>
            <a:tailEnd/>
          </a:ln>
        </p:spPr>
        <p:txBody>
          <a:bodyPr vert="horz" wrap="square" lIns="72000" tIns="72000" rIns="0" bIns="0" numCol="1" anchor="t" anchorCtr="0" compatLnSpc="1">
            <a:prstTxWarp prst="textNoShape">
              <a:avLst/>
            </a:prstTxWarp>
          </a:bodyPr>
          <a:lstStyle/>
          <a:p>
            <a:pPr algn="r" fontAlgn="base">
              <a:spcBef>
                <a:spcPct val="40000"/>
              </a:spcBef>
              <a:spcAft>
                <a:spcPct val="0"/>
              </a:spcAft>
            </a:pPr>
            <a:fld id="{358FC8E3-FE67-4452-9F4E-9A47A20D0542}" type="slidenum">
              <a:rPr lang="en-GB" sz="900">
                <a:solidFill>
                  <a:srgbClr val="00338D"/>
                </a:solidFill>
                <a:cs typeface="Arial" charset="0"/>
              </a:rPr>
              <a:pPr algn="r" fontAlgn="base">
                <a:spcBef>
                  <a:spcPct val="40000"/>
                </a:spcBef>
                <a:spcAft>
                  <a:spcPct val="0"/>
                </a:spcAft>
              </a:pPr>
              <a:t>‹#›</a:t>
            </a:fld>
            <a:endParaRPr lang="en-GB" sz="900" dirty="0">
              <a:solidFill>
                <a:srgbClr val="00338D"/>
              </a:solidFill>
              <a:cs typeface="Arial" charset="0"/>
            </a:endParaRPr>
          </a:p>
        </p:txBody>
      </p:sp>
      <p:sp>
        <p:nvSpPr>
          <p:cNvPr id="46" name="Title Placeholder 45"/>
          <p:cNvSpPr>
            <a:spLocks noGrp="1"/>
          </p:cNvSpPr>
          <p:nvPr>
            <p:ph type="title"/>
          </p:nvPr>
        </p:nvSpPr>
        <p:spPr bwMode="gray">
          <a:xfrm>
            <a:off x="179512" y="116632"/>
            <a:ext cx="8712968" cy="576064"/>
          </a:xfrm>
          <a:prstGeom prst="rect">
            <a:avLst/>
          </a:prstGeom>
          <a:noFill/>
          <a:ln w="9525">
            <a:noFill/>
            <a:miter lim="800000"/>
            <a:headEnd/>
            <a:tailEnd/>
          </a:ln>
        </p:spPr>
        <p:txBody>
          <a:bodyPr vert="horz" wrap="square" lIns="0" tIns="0" rIns="0" bIns="0" numCol="1" anchor="ctr" anchorCtr="0" compatLnSpc="1">
            <a:prstTxWarp prst="textNoShape">
              <a:avLst/>
            </a:prstTxWarp>
            <a:noAutofit/>
          </a:bodyPr>
          <a:lstStyle/>
          <a:p>
            <a:pPr lvl="0"/>
            <a:r>
              <a:rPr lang="en-GB" dirty="0"/>
              <a:t>Click to edit Master title style</a:t>
            </a:r>
          </a:p>
        </p:txBody>
      </p:sp>
      <p:graphicFrame>
        <p:nvGraphicFramePr>
          <p:cNvPr id="19" name="Object 18" hidden="1"/>
          <p:cNvGraphicFramePr>
            <a:graphicFrameLocks noChangeAspect="1"/>
          </p:cNvGraphicFramePr>
          <p:nvPr userDrawn="1">
            <p:custDataLst>
              <p:tags r:id="rId33"/>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252" name="think-cell Slide" r:id="rId34" imgW="216" imgH="216" progId="TCLayout.ActiveDocument.1">
                  <p:embed/>
                </p:oleObj>
              </mc:Choice>
              <mc:Fallback>
                <p:oleObj name="think-cell Slide" r:id="rId34" imgW="216" imgH="216" progId="TCLayout.ActiveDocument.1">
                  <p:embed/>
                  <p:pic>
                    <p:nvPicPr>
                      <p:cNvPr id="0" name=""/>
                      <p:cNvPicPr/>
                      <p:nvPr/>
                    </p:nvPicPr>
                    <p:blipFill>
                      <a:blip r:embed="rId35"/>
                      <a:stretch>
                        <a:fillRect/>
                      </a:stretch>
                    </p:blipFill>
                    <p:spPr>
                      <a:xfrm>
                        <a:off x="1588" y="1588"/>
                        <a:ext cx="1587" cy="1587"/>
                      </a:xfrm>
                      <a:prstGeom prst="rect">
                        <a:avLst/>
                      </a:prstGeom>
                    </p:spPr>
                  </p:pic>
                </p:oleObj>
              </mc:Fallback>
            </mc:AlternateContent>
          </a:graphicData>
        </a:graphic>
      </p:graphicFrame>
      <p:pic>
        <p:nvPicPr>
          <p:cNvPr id="20" name="Picture 19" descr="KPMG_NoCP_PMS287_US_283_6779.eps"/>
          <p:cNvPicPr>
            <a:picLocks noChangeAspect="1"/>
          </p:cNvPicPr>
          <p:nvPr userDrawn="1"/>
        </p:nvPicPr>
        <p:blipFill rotWithShape="1">
          <a:blip r:embed="rId36" cstate="email">
            <a:extLst>
              <a:ext uri="{28A0092B-C50C-407E-A947-70E740481C1C}">
                <a14:useLocalDpi xmlns:a14="http://schemas.microsoft.com/office/drawing/2010/main"/>
              </a:ext>
            </a:extLst>
          </a:blip>
          <a:srcRect l="7057" t="24107" r="10265" b="24107"/>
          <a:stretch/>
        </p:blipFill>
        <p:spPr>
          <a:xfrm>
            <a:off x="750455" y="6294716"/>
            <a:ext cx="661879" cy="274320"/>
          </a:xfrm>
          <a:prstGeom prst="rect">
            <a:avLst/>
          </a:prstGeom>
        </p:spPr>
      </p:pic>
      <p:sp>
        <p:nvSpPr>
          <p:cNvPr id="21" name="TextBox 6"/>
          <p:cNvSpPr txBox="1"/>
          <p:nvPr userDrawn="1"/>
        </p:nvSpPr>
        <p:spPr>
          <a:xfrm>
            <a:off x="2957119" y="6579401"/>
            <a:ext cx="3229762" cy="18466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sz="600" b="1" dirty="0">
                <a:solidFill>
                  <a:schemeClr val="tx1"/>
                </a:solidFill>
                <a:latin typeface="Univers for KPMG" panose="020B0603020202020204" pitchFamily="34" charset="0"/>
                <a:cs typeface="Univers for KPMG"/>
              </a:rPr>
              <a:t>Document Classification: KPMG Confidential</a:t>
            </a:r>
          </a:p>
        </p:txBody>
      </p:sp>
    </p:spTree>
    <p:extLst>
      <p:ext uri="{BB962C8B-B14F-4D97-AF65-F5344CB8AC3E}">
        <p14:creationId xmlns:p14="http://schemas.microsoft.com/office/powerpoint/2010/main" val="2786502560"/>
      </p:ext>
    </p:extLst>
  </p:cSld>
  <p:clrMap bg1="lt1" tx1="dk1" bg2="lt2" tx2="dk2" accent1="accent1" accent2="accent2" accent3="accent3" accent4="accent4" accent5="accent5" accent6="accent6" hlink="hlink" folHlink="folHlink"/>
  <p:sldLayoutIdLst>
    <p:sldLayoutId id="2147484103" r:id="rId1"/>
    <p:sldLayoutId id="2147484104" r:id="rId2"/>
    <p:sldLayoutId id="2147484105" r:id="rId3"/>
    <p:sldLayoutId id="2147484106" r:id="rId4"/>
    <p:sldLayoutId id="2147484107" r:id="rId5"/>
    <p:sldLayoutId id="2147484108" r:id="rId6"/>
    <p:sldLayoutId id="2147484109" r:id="rId7"/>
    <p:sldLayoutId id="2147484110" r:id="rId8"/>
    <p:sldLayoutId id="2147484111" r:id="rId9"/>
    <p:sldLayoutId id="2147484112" r:id="rId10"/>
    <p:sldLayoutId id="2147484113" r:id="rId11"/>
    <p:sldLayoutId id="2147484114" r:id="rId12"/>
    <p:sldLayoutId id="2147484115" r:id="rId13"/>
    <p:sldLayoutId id="2147484116" r:id="rId14"/>
    <p:sldLayoutId id="2147484117" r:id="rId15"/>
    <p:sldLayoutId id="2147484118" r:id="rId16"/>
    <p:sldLayoutId id="2147484119" r:id="rId17"/>
    <p:sldLayoutId id="2147484120" r:id="rId18"/>
    <p:sldLayoutId id="2147484121" r:id="rId19"/>
    <p:sldLayoutId id="2147484122" r:id="rId20"/>
    <p:sldLayoutId id="2147484123" r:id="rId21"/>
    <p:sldLayoutId id="2147484124" r:id="rId22"/>
    <p:sldLayoutId id="2147484125" r:id="rId23"/>
    <p:sldLayoutId id="2147484126" r:id="rId24"/>
    <p:sldLayoutId id="2147484127" r:id="rId25"/>
    <p:sldLayoutId id="2147484128" r:id="rId26"/>
    <p:sldLayoutId id="2147484129" r:id="rId27"/>
    <p:sldLayoutId id="2147484130" r:id="rId28"/>
    <p:sldLayoutId id="2147484131" r:id="rId29"/>
    <p:sldLayoutId id="2147484134" r:id="rId30"/>
  </p:sldLayoutIdLst>
  <p:txStyles>
    <p:titleStyle>
      <a:lvl1pPr algn="l" defTabSz="914400" rtl="0" eaLnBrk="1" latinLnBrk="0" hangingPunct="1">
        <a:spcBef>
          <a:spcPct val="0"/>
        </a:spcBef>
        <a:buNone/>
        <a:defRPr lang="en-GB" sz="2000" b="1" kern="1200" noProof="0" dirty="0" smtClean="0">
          <a:solidFill>
            <a:schemeClr val="bg1"/>
          </a:solidFill>
          <a:latin typeface="Arial"/>
          <a:ea typeface="+mj-ea"/>
          <a:cs typeface="Arial" pitchFamily="34" charset="0"/>
        </a:defRPr>
      </a:lvl1pPr>
      <a:lvl2pPr eaLnBrk="1" hangingPunct="1">
        <a:defRPr lang="en-GB" sz="1800" b="1" kern="1200" noProof="0" dirty="0">
          <a:solidFill>
            <a:schemeClr val="bg1"/>
          </a:solidFill>
          <a:latin typeface="Arial" pitchFamily="34" charset="0"/>
          <a:ea typeface="+mj-ea"/>
          <a:cs typeface="Arial" pitchFamily="34" charset="0"/>
        </a:defRPr>
      </a:lvl2pPr>
      <a:lvl3pPr eaLnBrk="1" hangingPunct="1">
        <a:defRPr lang="en-GB" sz="1800" b="1" kern="1200" noProof="0" dirty="0">
          <a:solidFill>
            <a:schemeClr val="bg1"/>
          </a:solidFill>
          <a:latin typeface="Arial" pitchFamily="34" charset="0"/>
          <a:ea typeface="+mj-ea"/>
          <a:cs typeface="Arial" pitchFamily="34" charset="0"/>
        </a:defRPr>
      </a:lvl3pPr>
      <a:lvl4pPr eaLnBrk="1" hangingPunct="1">
        <a:defRPr lang="en-GB" sz="1800" b="1" kern="1200" noProof="0" dirty="0">
          <a:solidFill>
            <a:schemeClr val="bg1"/>
          </a:solidFill>
          <a:latin typeface="Arial" pitchFamily="34" charset="0"/>
          <a:ea typeface="+mj-ea"/>
          <a:cs typeface="Arial" pitchFamily="34" charset="0"/>
        </a:defRPr>
      </a:lvl4pPr>
      <a:lvl5pPr eaLnBrk="1" hangingPunct="1">
        <a:defRPr lang="en-GB" sz="1800" b="1" kern="1200" noProof="0" dirty="0">
          <a:solidFill>
            <a:schemeClr val="bg1"/>
          </a:solidFill>
          <a:latin typeface="Arial" pitchFamily="34" charset="0"/>
          <a:ea typeface="+mj-ea"/>
          <a:cs typeface="Arial" pitchFamily="34" charset="0"/>
        </a:defRPr>
      </a:lvl5pPr>
      <a:lvl6pPr eaLnBrk="1" hangingPunct="1">
        <a:defRPr lang="en-GB" sz="1800" b="1" kern="1200" noProof="0" dirty="0">
          <a:solidFill>
            <a:schemeClr val="bg1"/>
          </a:solidFill>
          <a:latin typeface="Arial" pitchFamily="34" charset="0"/>
          <a:ea typeface="+mj-ea"/>
          <a:cs typeface="Arial" pitchFamily="34" charset="0"/>
        </a:defRPr>
      </a:lvl6pPr>
      <a:lvl7pPr eaLnBrk="1" hangingPunct="1">
        <a:defRPr lang="en-GB" sz="1800" b="1" kern="1200" noProof="0" dirty="0">
          <a:solidFill>
            <a:schemeClr val="bg1"/>
          </a:solidFill>
          <a:latin typeface="Arial" pitchFamily="34" charset="0"/>
          <a:ea typeface="+mj-ea"/>
          <a:cs typeface="Arial" pitchFamily="34" charset="0"/>
        </a:defRPr>
      </a:lvl7pPr>
      <a:lvl8pPr eaLnBrk="1" hangingPunct="1">
        <a:defRPr lang="en-GB" sz="1800" b="1" kern="1200" noProof="0" dirty="0">
          <a:solidFill>
            <a:schemeClr val="bg1"/>
          </a:solidFill>
          <a:latin typeface="Arial" pitchFamily="34" charset="0"/>
          <a:ea typeface="+mj-ea"/>
          <a:cs typeface="Arial" pitchFamily="34" charset="0"/>
        </a:defRPr>
      </a:lvl8pPr>
      <a:lvl9pPr eaLnBrk="1" hangingPunct="1">
        <a:defRPr lang="en-GB" sz="1800" b="1" kern="1200" noProof="0" dirty="0">
          <a:solidFill>
            <a:schemeClr val="bg1"/>
          </a:solidFill>
          <a:latin typeface="Arial" pitchFamily="34" charset="0"/>
          <a:ea typeface="+mj-ea"/>
          <a:cs typeface="Arial" pitchFamily="34" charset="0"/>
        </a:defRPr>
      </a:lvl9pPr>
    </p:titleStyle>
    <p:bodyStyle>
      <a:lvl1pPr marL="0" indent="0" algn="l" defTabSz="914400" rtl="0" eaLnBrk="1" latinLnBrk="0" hangingPunct="1">
        <a:lnSpc>
          <a:spcPct val="100000"/>
        </a:lnSpc>
        <a:spcBef>
          <a:spcPts val="1200"/>
        </a:spcBef>
        <a:buFont typeface="Arial" pitchFamily="34" charset="0"/>
        <a:buNone/>
        <a:defRPr lang="en-US" sz="1600" b="1" kern="1200" noProof="0" dirty="0" smtClean="0">
          <a:solidFill>
            <a:srgbClr val="00338D"/>
          </a:solidFill>
          <a:latin typeface="Arial"/>
          <a:ea typeface="+mn-ea"/>
          <a:cs typeface="Arial" pitchFamily="34" charset="0"/>
        </a:defRPr>
      </a:lvl1pPr>
      <a:lvl2pPr marL="0" indent="0" algn="l" defTabSz="914400" rtl="0" eaLnBrk="1" latinLnBrk="0" hangingPunct="1">
        <a:lnSpc>
          <a:spcPct val="100000"/>
        </a:lnSpc>
        <a:spcBef>
          <a:spcPts val="1200"/>
        </a:spcBef>
        <a:buFont typeface="Arial" pitchFamily="34" charset="0"/>
        <a:buNone/>
        <a:defRPr lang="en-US" sz="1600" b="0" kern="1200" noProof="0" dirty="0" smtClean="0">
          <a:solidFill>
            <a:schemeClr val="tx1"/>
          </a:solidFill>
          <a:latin typeface="Arial"/>
          <a:ea typeface="+mn-ea"/>
          <a:cs typeface="Arial" pitchFamily="34" charset="0"/>
        </a:defRPr>
      </a:lvl2pPr>
      <a:lvl3pPr marL="273050" indent="-273050" algn="l" defTabSz="914400" rtl="0" eaLnBrk="1" latinLnBrk="0" hangingPunct="1">
        <a:lnSpc>
          <a:spcPct val="100000"/>
        </a:lnSpc>
        <a:spcBef>
          <a:spcPts val="1200"/>
        </a:spcBef>
        <a:buClr>
          <a:srgbClr val="97989A"/>
        </a:buClr>
        <a:buFont typeface="Arial" pitchFamily="34" charset="0"/>
        <a:buChar char="■"/>
        <a:defRPr lang="en-US" sz="1600" b="0" kern="1200" noProof="0" dirty="0" smtClean="0">
          <a:solidFill>
            <a:schemeClr val="tx1"/>
          </a:solidFill>
          <a:latin typeface="Arial"/>
          <a:ea typeface="+mn-ea"/>
          <a:cs typeface="Arial" pitchFamily="34" charset="0"/>
        </a:defRPr>
      </a:lvl3pPr>
      <a:lvl4pPr marL="536575" indent="-263525" algn="l" defTabSz="914400" rtl="0" eaLnBrk="1" latinLnBrk="0" hangingPunct="1">
        <a:lnSpc>
          <a:spcPct val="100000"/>
        </a:lnSpc>
        <a:spcBef>
          <a:spcPts val="1200"/>
        </a:spcBef>
        <a:buClr>
          <a:srgbClr val="97989A"/>
        </a:buClr>
        <a:buFont typeface="Arial" pitchFamily="34" charset="0"/>
        <a:buChar char="–"/>
        <a:tabLst/>
        <a:defRPr lang="en-US" sz="1600" b="0" kern="1200" noProof="0" dirty="0" smtClean="0">
          <a:solidFill>
            <a:schemeClr val="tx1"/>
          </a:solidFill>
          <a:latin typeface="Arial"/>
          <a:ea typeface="+mn-ea"/>
          <a:cs typeface="Arial" pitchFamily="34" charset="0"/>
        </a:defRPr>
      </a:lvl4pPr>
      <a:lvl5pPr marL="809625" indent="-271463" algn="l" defTabSz="914400" rtl="0" eaLnBrk="1" latinLnBrk="0" hangingPunct="1">
        <a:lnSpc>
          <a:spcPct val="100000"/>
        </a:lnSpc>
        <a:spcBef>
          <a:spcPts val="1200"/>
        </a:spcBef>
        <a:buClr>
          <a:srgbClr val="97989A"/>
        </a:buClr>
        <a:buFont typeface="Arial" pitchFamily="34" charset="0"/>
        <a:buChar char="■"/>
        <a:tabLst/>
        <a:defRPr lang="en-GB" sz="1600" b="0" kern="1200" baseline="0" noProof="0" dirty="0" smtClean="0">
          <a:solidFill>
            <a:schemeClr val="tx1"/>
          </a:solidFill>
          <a:latin typeface="Arial"/>
          <a:ea typeface="+mn-ea"/>
          <a:cs typeface="Arial" pitchFamily="34" charset="0"/>
        </a:defRPr>
      </a:lvl5pPr>
      <a:lvl6pPr marL="1082675" indent="-273050" algn="l" defTabSz="893763" rtl="0" eaLnBrk="1" latinLnBrk="0" hangingPunct="1">
        <a:lnSpc>
          <a:spcPct val="100000"/>
        </a:lnSpc>
        <a:spcBef>
          <a:spcPts val="1200"/>
        </a:spcBef>
        <a:buClr>
          <a:srgbClr val="97989A"/>
        </a:buClr>
        <a:buFont typeface="Arial" pitchFamily="34" charset="0"/>
        <a:buChar char="–"/>
        <a:defRPr lang="en-GB" sz="1600" kern="1200" dirty="0" smtClean="0">
          <a:solidFill>
            <a:schemeClr val="tx1"/>
          </a:solidFill>
          <a:latin typeface="Arial"/>
          <a:ea typeface="+mn-ea"/>
          <a:cs typeface="Arial" pitchFamily="34" charset="0"/>
        </a:defRPr>
      </a:lvl6pPr>
      <a:lvl7pPr marL="1344613" indent="-266700" algn="l" defTabSz="914400" rtl="0" eaLnBrk="1" latinLnBrk="0" hangingPunct="1">
        <a:lnSpc>
          <a:spcPct val="100000"/>
        </a:lnSpc>
        <a:spcBef>
          <a:spcPts val="1200"/>
        </a:spcBef>
        <a:buClr>
          <a:srgbClr val="97989A"/>
        </a:buClr>
        <a:buFont typeface="Arial" pitchFamily="34" charset="0"/>
        <a:buChar char="■"/>
        <a:defRPr lang="en-GB" sz="1600" kern="1200" baseline="0" dirty="0" smtClean="0">
          <a:solidFill>
            <a:schemeClr val="tx1"/>
          </a:solidFill>
          <a:latin typeface="Arial"/>
          <a:ea typeface="+mn-ea"/>
          <a:cs typeface="Arial" pitchFamily="34" charset="0"/>
        </a:defRPr>
      </a:lvl7pPr>
      <a:lvl8pPr marL="1619250" indent="-274638" algn="l" defTabSz="914400" rtl="0" eaLnBrk="1" latinLnBrk="0" hangingPunct="1">
        <a:lnSpc>
          <a:spcPct val="100000"/>
        </a:lnSpc>
        <a:spcBef>
          <a:spcPts val="1200"/>
        </a:spcBef>
        <a:buClr>
          <a:srgbClr val="97989A"/>
        </a:buClr>
        <a:buFont typeface="Arial" pitchFamily="34" charset="0"/>
        <a:buChar char="–"/>
        <a:defRPr lang="en-GB" sz="1600" kern="1200" dirty="0" smtClean="0">
          <a:solidFill>
            <a:schemeClr val="tx1"/>
          </a:solidFill>
          <a:latin typeface="Arial"/>
          <a:ea typeface="+mn-ea"/>
          <a:cs typeface="+mn-cs"/>
        </a:defRPr>
      </a:lvl8pPr>
      <a:lvl9pPr marL="1876425" indent="-257175" algn="l" defTabSz="914400" rtl="0" eaLnBrk="1" latinLnBrk="0" hangingPunct="1">
        <a:lnSpc>
          <a:spcPct val="100000"/>
        </a:lnSpc>
        <a:spcBef>
          <a:spcPts val="1200"/>
        </a:spcBef>
        <a:buClr>
          <a:srgbClr val="97989A"/>
        </a:buClr>
        <a:buFont typeface="Arial" pitchFamily="34" charset="0"/>
        <a:buChar char="■"/>
        <a:defRPr lang="en-GB" sz="1600" kern="1200" dirty="0" smtClean="0">
          <a:solidFill>
            <a:schemeClr val="tx1"/>
          </a:solidFill>
          <a:latin typeface="Arial"/>
          <a:ea typeface="+mn-ea"/>
          <a:cs typeface="Arial"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58.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extBox 6"/>
          <p:cNvSpPr txBox="1"/>
          <p:nvPr/>
        </p:nvSpPr>
        <p:spPr>
          <a:xfrm>
            <a:off x="2041718" y="1576255"/>
            <a:ext cx="6873682" cy="2157545"/>
          </a:xfrm>
          <a:prstGeom prst="rect">
            <a:avLst/>
          </a:prstGeom>
          <a:noFill/>
        </p:spPr>
        <p:txBody>
          <a:bodyPr wrap="square" lIns="54000" tIns="54000" rIns="54000" bIns="54000" rtlCol="0">
            <a:noAutofit/>
          </a:bodyPr>
          <a:lstStyle/>
          <a:p>
            <a:pPr algn="ctr">
              <a:spcBef>
                <a:spcPct val="0"/>
              </a:spcBef>
            </a:pPr>
            <a:r>
              <a:rPr lang="en-US" altLang="ja-JP" sz="4000" b="1" dirty="0">
                <a:solidFill>
                  <a:srgbClr val="FFFFFF"/>
                </a:solidFill>
                <a:latin typeface="+mj-lt"/>
                <a:ea typeface="+mj-ea"/>
              </a:rPr>
              <a:t>Technical discussion </a:t>
            </a:r>
            <a:br>
              <a:rPr lang="en-US" altLang="ja-JP" sz="4000" b="1" dirty="0">
                <a:solidFill>
                  <a:srgbClr val="FFFFFF"/>
                </a:solidFill>
                <a:latin typeface="+mj-lt"/>
                <a:ea typeface="+mj-ea"/>
              </a:rPr>
            </a:br>
            <a:r>
              <a:rPr lang="en-US" altLang="ja-JP" sz="4000" b="1" dirty="0">
                <a:solidFill>
                  <a:srgbClr val="FFFFFF"/>
                </a:solidFill>
                <a:latin typeface="+mj-lt"/>
                <a:ea typeface="+mj-ea"/>
              </a:rPr>
              <a:t>Second protocol amending Vietnam – South Korea DTA</a:t>
            </a:r>
            <a:endParaRPr lang="en-US" sz="4000" b="1" dirty="0">
              <a:solidFill>
                <a:srgbClr val="FFFFFF"/>
              </a:solidFill>
              <a:latin typeface="+mj-lt"/>
              <a:ea typeface="+mj-ea"/>
              <a:cs typeface="KPMG Extralight"/>
            </a:endParaRPr>
          </a:p>
        </p:txBody>
      </p:sp>
      <p:sp>
        <p:nvSpPr>
          <p:cNvPr id="9" name="Text Placeholder 2"/>
          <p:cNvSpPr txBox="1">
            <a:spLocks/>
          </p:cNvSpPr>
          <p:nvPr/>
        </p:nvSpPr>
        <p:spPr>
          <a:xfrm>
            <a:off x="2041717" y="4419600"/>
            <a:ext cx="6196195" cy="227752"/>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280"/>
              </a:spcBef>
              <a:spcAft>
                <a:spcPts val="0"/>
              </a:spcAft>
              <a:buFont typeface="Arial" pitchFamily="34" charset="0"/>
              <a:buNone/>
              <a:defRPr lang="en-US" sz="1100" b="1" kern="1200" noProof="0">
                <a:solidFill>
                  <a:srgbClr val="FFFFFF"/>
                </a:solidFill>
                <a:latin typeface="Univers for KPMG Light"/>
                <a:ea typeface="+mn-ea"/>
                <a:cs typeface="Univers for KPMG Light"/>
              </a:defRPr>
            </a:lvl1pPr>
            <a:lvl2pPr marL="0" indent="0" algn="l" defTabSz="914400" rtl="0" eaLnBrk="1" latinLnBrk="0" hangingPunct="1">
              <a:lnSpc>
                <a:spcPct val="100000"/>
              </a:lnSpc>
              <a:spcBef>
                <a:spcPts val="1200"/>
              </a:spcBef>
              <a:buFont typeface="Arial" pitchFamily="34" charset="0"/>
              <a:buNone/>
              <a:defRPr lang="en-US" sz="1600" b="0" kern="1200" noProof="0">
                <a:solidFill>
                  <a:srgbClr val="FFFFFF"/>
                </a:solidFill>
                <a:latin typeface="Arial"/>
                <a:ea typeface="+mn-ea"/>
                <a:cs typeface="Arial" pitchFamily="34" charset="0"/>
              </a:defRPr>
            </a:lvl2pPr>
            <a:lvl3pPr marL="273050" indent="-273050" algn="l" defTabSz="914400" rtl="0" eaLnBrk="1" latinLnBrk="0" hangingPunct="1">
              <a:lnSpc>
                <a:spcPct val="100000"/>
              </a:lnSpc>
              <a:spcBef>
                <a:spcPts val="1200"/>
              </a:spcBef>
              <a:buClr>
                <a:srgbClr val="97989A"/>
              </a:buClr>
              <a:buFont typeface="Arial" pitchFamily="34" charset="0"/>
              <a:buChar char="■"/>
              <a:defRPr lang="en-US" sz="1600" b="0" kern="1200" noProof="0">
                <a:solidFill>
                  <a:srgbClr val="FFFFFF"/>
                </a:solidFill>
                <a:latin typeface="Arial"/>
                <a:ea typeface="+mn-ea"/>
                <a:cs typeface="Arial" pitchFamily="34" charset="0"/>
              </a:defRPr>
            </a:lvl3pPr>
            <a:lvl4pPr marL="536575" indent="-263525" algn="l" defTabSz="914400" rtl="0" eaLnBrk="1" latinLnBrk="0" hangingPunct="1">
              <a:lnSpc>
                <a:spcPct val="100000"/>
              </a:lnSpc>
              <a:spcBef>
                <a:spcPts val="1200"/>
              </a:spcBef>
              <a:buClr>
                <a:srgbClr val="97989A"/>
              </a:buClr>
              <a:buFont typeface="Arial" pitchFamily="34" charset="0"/>
              <a:buChar char="–"/>
              <a:tabLst/>
              <a:defRPr lang="en-US" sz="1600" b="0" kern="1200" noProof="0">
                <a:solidFill>
                  <a:srgbClr val="FFFFFF"/>
                </a:solidFill>
                <a:latin typeface="Arial"/>
                <a:ea typeface="+mn-ea"/>
                <a:cs typeface="Arial" pitchFamily="34" charset="0"/>
              </a:defRPr>
            </a:lvl4pPr>
            <a:lvl5pPr marL="809625" indent="-271463" algn="l" defTabSz="914400" rtl="0" eaLnBrk="1" latinLnBrk="0" hangingPunct="1">
              <a:lnSpc>
                <a:spcPct val="100000"/>
              </a:lnSpc>
              <a:spcBef>
                <a:spcPts val="1200"/>
              </a:spcBef>
              <a:buClr>
                <a:srgbClr val="97989A"/>
              </a:buClr>
              <a:buFont typeface="Arial" pitchFamily="34" charset="0"/>
              <a:buChar char="■"/>
              <a:tabLst/>
              <a:defRPr lang="en-GB" sz="1600" b="0" kern="1200" baseline="0" noProof="0">
                <a:solidFill>
                  <a:srgbClr val="FFFFFF"/>
                </a:solidFill>
                <a:latin typeface="Arial"/>
                <a:ea typeface="+mn-ea"/>
                <a:cs typeface="Arial" pitchFamily="34" charset="0"/>
              </a:defRPr>
            </a:lvl5pPr>
            <a:lvl6pPr marL="1082675" indent="-273050" algn="l" defTabSz="893763" rtl="0" eaLnBrk="1" latinLnBrk="0" hangingPunct="1">
              <a:lnSpc>
                <a:spcPct val="100000"/>
              </a:lnSpc>
              <a:spcBef>
                <a:spcPts val="1200"/>
              </a:spcBef>
              <a:buClr>
                <a:srgbClr val="97989A"/>
              </a:buClr>
              <a:buFont typeface="Arial" pitchFamily="34" charset="0"/>
              <a:buChar char="–"/>
              <a:defRPr lang="en-GB" sz="1600" kern="1200" dirty="0" smtClean="0">
                <a:solidFill>
                  <a:schemeClr val="tx1"/>
                </a:solidFill>
                <a:latin typeface="Arial"/>
                <a:ea typeface="+mn-ea"/>
                <a:cs typeface="Arial" pitchFamily="34" charset="0"/>
              </a:defRPr>
            </a:lvl6pPr>
            <a:lvl7pPr marL="1344613" indent="-266700" algn="l" defTabSz="914400" rtl="0" eaLnBrk="1" latinLnBrk="0" hangingPunct="1">
              <a:lnSpc>
                <a:spcPct val="100000"/>
              </a:lnSpc>
              <a:spcBef>
                <a:spcPts val="1200"/>
              </a:spcBef>
              <a:buClr>
                <a:srgbClr val="97989A"/>
              </a:buClr>
              <a:buFont typeface="Arial" pitchFamily="34" charset="0"/>
              <a:buChar char="■"/>
              <a:defRPr lang="en-GB" sz="1600" kern="1200" baseline="0" dirty="0" smtClean="0">
                <a:solidFill>
                  <a:schemeClr val="tx1"/>
                </a:solidFill>
                <a:latin typeface="Arial"/>
                <a:ea typeface="+mn-ea"/>
                <a:cs typeface="Arial" pitchFamily="34" charset="0"/>
              </a:defRPr>
            </a:lvl7pPr>
            <a:lvl8pPr marL="1619250" indent="-274638" algn="l" defTabSz="914400" rtl="0" eaLnBrk="1" latinLnBrk="0" hangingPunct="1">
              <a:lnSpc>
                <a:spcPct val="100000"/>
              </a:lnSpc>
              <a:spcBef>
                <a:spcPts val="1200"/>
              </a:spcBef>
              <a:buClr>
                <a:srgbClr val="97989A"/>
              </a:buClr>
              <a:buFont typeface="Arial" pitchFamily="34" charset="0"/>
              <a:buChar char="–"/>
              <a:defRPr lang="en-GB" sz="1600" kern="1200" dirty="0" smtClean="0">
                <a:solidFill>
                  <a:schemeClr val="tx1"/>
                </a:solidFill>
                <a:latin typeface="Arial"/>
                <a:ea typeface="+mn-ea"/>
                <a:cs typeface="+mn-cs"/>
              </a:defRPr>
            </a:lvl8pPr>
            <a:lvl9pPr marL="1876425" indent="-257175" algn="l" defTabSz="914400" rtl="0" eaLnBrk="1" latinLnBrk="0" hangingPunct="1">
              <a:lnSpc>
                <a:spcPct val="100000"/>
              </a:lnSpc>
              <a:spcBef>
                <a:spcPts val="1200"/>
              </a:spcBef>
              <a:buClr>
                <a:srgbClr val="97989A"/>
              </a:buClr>
              <a:buFont typeface="Arial" pitchFamily="34" charset="0"/>
              <a:buChar char="■"/>
              <a:defRPr lang="en-GB" sz="1600" kern="1200" dirty="0" smtClean="0">
                <a:solidFill>
                  <a:schemeClr val="tx1"/>
                </a:solidFill>
                <a:latin typeface="Arial"/>
                <a:ea typeface="+mn-ea"/>
                <a:cs typeface="Arial" pitchFamily="34" charset="0"/>
              </a:defRPr>
            </a:lvl9pPr>
          </a:lstStyle>
          <a:p>
            <a:endParaRPr lang="en-US" sz="2200" i="1" dirty="0">
              <a:latin typeface="VNI-KPMG-Extralight" panose="020B0303030202040204" pitchFamily="34" charset="0"/>
              <a:ea typeface="+mj-ea"/>
              <a:cs typeface="KPMG Extralight"/>
            </a:endParaRPr>
          </a:p>
        </p:txBody>
      </p:sp>
      <p:sp>
        <p:nvSpPr>
          <p:cNvPr id="10" name="Text Placeholder 2"/>
          <p:cNvSpPr txBox="1">
            <a:spLocks/>
          </p:cNvSpPr>
          <p:nvPr/>
        </p:nvSpPr>
        <p:spPr bwMode="gray">
          <a:xfrm>
            <a:off x="2133600" y="5562600"/>
            <a:ext cx="6196195" cy="227752"/>
          </a:xfrm>
          <a:prstGeom prst="rect">
            <a:avLst/>
          </a:prstGeom>
        </p:spPr>
        <p:txBody>
          <a:bodyPr vert="horz" lIns="0" tIns="0" rIns="0" bIns="0" rtlCol="0">
            <a:noAutofit/>
          </a:bodyPr>
          <a:lstStyle>
            <a:lvl1pPr marL="0" indent="0" algn="l" defTabSz="914400" rtl="0" eaLnBrk="1" latinLnBrk="0" hangingPunct="1">
              <a:lnSpc>
                <a:spcPct val="100000"/>
              </a:lnSpc>
              <a:spcBef>
                <a:spcPts val="280"/>
              </a:spcBef>
              <a:spcAft>
                <a:spcPts val="0"/>
              </a:spcAft>
              <a:buFont typeface="Arial" pitchFamily="34" charset="0"/>
              <a:buNone/>
              <a:defRPr lang="en-US" sz="1100" b="1" kern="1200" noProof="0">
                <a:solidFill>
                  <a:srgbClr val="FFFFFF"/>
                </a:solidFill>
                <a:latin typeface="Univers for KPMG Light"/>
                <a:ea typeface="+mn-ea"/>
                <a:cs typeface="Univers for KPMG Light"/>
              </a:defRPr>
            </a:lvl1pPr>
            <a:lvl2pPr marL="0" indent="0" algn="l" defTabSz="914400" rtl="0" eaLnBrk="1" latinLnBrk="0" hangingPunct="1">
              <a:lnSpc>
                <a:spcPct val="100000"/>
              </a:lnSpc>
              <a:spcBef>
                <a:spcPts val="1200"/>
              </a:spcBef>
              <a:buFont typeface="Arial" pitchFamily="34" charset="0"/>
              <a:buNone/>
              <a:defRPr lang="en-US" sz="1600" b="0" kern="1200" noProof="0">
                <a:solidFill>
                  <a:srgbClr val="FFFFFF"/>
                </a:solidFill>
                <a:latin typeface="Arial"/>
                <a:ea typeface="+mn-ea"/>
                <a:cs typeface="Arial" pitchFamily="34" charset="0"/>
              </a:defRPr>
            </a:lvl2pPr>
            <a:lvl3pPr marL="273050" indent="-273050" algn="l" defTabSz="914400" rtl="0" eaLnBrk="1" latinLnBrk="0" hangingPunct="1">
              <a:lnSpc>
                <a:spcPct val="100000"/>
              </a:lnSpc>
              <a:spcBef>
                <a:spcPts val="1200"/>
              </a:spcBef>
              <a:buClr>
                <a:srgbClr val="97989A"/>
              </a:buClr>
              <a:buFont typeface="Arial" pitchFamily="34" charset="0"/>
              <a:buChar char="■"/>
              <a:defRPr lang="en-US" sz="1600" b="0" kern="1200" noProof="0">
                <a:solidFill>
                  <a:srgbClr val="FFFFFF"/>
                </a:solidFill>
                <a:latin typeface="Arial"/>
                <a:ea typeface="+mn-ea"/>
                <a:cs typeface="Arial" pitchFamily="34" charset="0"/>
              </a:defRPr>
            </a:lvl3pPr>
            <a:lvl4pPr marL="536575" indent="-263525" algn="l" defTabSz="914400" rtl="0" eaLnBrk="1" latinLnBrk="0" hangingPunct="1">
              <a:lnSpc>
                <a:spcPct val="100000"/>
              </a:lnSpc>
              <a:spcBef>
                <a:spcPts val="1200"/>
              </a:spcBef>
              <a:buClr>
                <a:srgbClr val="97989A"/>
              </a:buClr>
              <a:buFont typeface="Arial" pitchFamily="34" charset="0"/>
              <a:buChar char="–"/>
              <a:tabLst/>
              <a:defRPr lang="en-US" sz="1600" b="0" kern="1200" noProof="0">
                <a:solidFill>
                  <a:srgbClr val="FFFFFF"/>
                </a:solidFill>
                <a:latin typeface="Arial"/>
                <a:ea typeface="+mn-ea"/>
                <a:cs typeface="Arial" pitchFamily="34" charset="0"/>
              </a:defRPr>
            </a:lvl4pPr>
            <a:lvl5pPr marL="809625" indent="-271463" algn="l" defTabSz="914400" rtl="0" eaLnBrk="1" latinLnBrk="0" hangingPunct="1">
              <a:lnSpc>
                <a:spcPct val="100000"/>
              </a:lnSpc>
              <a:spcBef>
                <a:spcPts val="1200"/>
              </a:spcBef>
              <a:buClr>
                <a:srgbClr val="97989A"/>
              </a:buClr>
              <a:buFont typeface="Arial" pitchFamily="34" charset="0"/>
              <a:buChar char="■"/>
              <a:tabLst/>
              <a:defRPr lang="en-GB" sz="1600" b="0" kern="1200" baseline="0" noProof="0">
                <a:solidFill>
                  <a:srgbClr val="FFFFFF"/>
                </a:solidFill>
                <a:latin typeface="Arial"/>
                <a:ea typeface="+mn-ea"/>
                <a:cs typeface="Arial" pitchFamily="34" charset="0"/>
              </a:defRPr>
            </a:lvl5pPr>
            <a:lvl6pPr marL="1082675" indent="-273050" algn="l" defTabSz="893763" rtl="0" eaLnBrk="1" latinLnBrk="0" hangingPunct="1">
              <a:lnSpc>
                <a:spcPct val="100000"/>
              </a:lnSpc>
              <a:spcBef>
                <a:spcPts val="1200"/>
              </a:spcBef>
              <a:buClr>
                <a:srgbClr val="97989A"/>
              </a:buClr>
              <a:buFont typeface="Arial" pitchFamily="34" charset="0"/>
              <a:buChar char="–"/>
              <a:defRPr lang="en-GB" sz="1600" kern="1200" dirty="0" smtClean="0">
                <a:solidFill>
                  <a:schemeClr val="tx1"/>
                </a:solidFill>
                <a:latin typeface="Arial"/>
                <a:ea typeface="+mn-ea"/>
                <a:cs typeface="Arial" pitchFamily="34" charset="0"/>
              </a:defRPr>
            </a:lvl6pPr>
            <a:lvl7pPr marL="1344613" indent="-266700" algn="l" defTabSz="914400" rtl="0" eaLnBrk="1" latinLnBrk="0" hangingPunct="1">
              <a:lnSpc>
                <a:spcPct val="100000"/>
              </a:lnSpc>
              <a:spcBef>
                <a:spcPts val="1200"/>
              </a:spcBef>
              <a:buClr>
                <a:srgbClr val="97989A"/>
              </a:buClr>
              <a:buFont typeface="Arial" pitchFamily="34" charset="0"/>
              <a:buChar char="■"/>
              <a:defRPr lang="en-GB" sz="1600" kern="1200" baseline="0" dirty="0" smtClean="0">
                <a:solidFill>
                  <a:schemeClr val="tx1"/>
                </a:solidFill>
                <a:latin typeface="Arial"/>
                <a:ea typeface="+mn-ea"/>
                <a:cs typeface="Arial" pitchFamily="34" charset="0"/>
              </a:defRPr>
            </a:lvl7pPr>
            <a:lvl8pPr marL="1619250" indent="-274638" algn="l" defTabSz="914400" rtl="0" eaLnBrk="1" latinLnBrk="0" hangingPunct="1">
              <a:lnSpc>
                <a:spcPct val="100000"/>
              </a:lnSpc>
              <a:spcBef>
                <a:spcPts val="1200"/>
              </a:spcBef>
              <a:buClr>
                <a:srgbClr val="97989A"/>
              </a:buClr>
              <a:buFont typeface="Arial" pitchFamily="34" charset="0"/>
              <a:buChar char="–"/>
              <a:defRPr lang="en-GB" sz="1600" kern="1200" dirty="0" smtClean="0">
                <a:solidFill>
                  <a:schemeClr val="tx1"/>
                </a:solidFill>
                <a:latin typeface="Arial"/>
                <a:ea typeface="+mn-ea"/>
                <a:cs typeface="+mn-cs"/>
              </a:defRPr>
            </a:lvl8pPr>
            <a:lvl9pPr marL="1876425" indent="-257175" algn="l" defTabSz="914400" rtl="0" eaLnBrk="1" latinLnBrk="0" hangingPunct="1">
              <a:lnSpc>
                <a:spcPct val="100000"/>
              </a:lnSpc>
              <a:spcBef>
                <a:spcPts val="1200"/>
              </a:spcBef>
              <a:buClr>
                <a:srgbClr val="97989A"/>
              </a:buClr>
              <a:buFont typeface="Arial" pitchFamily="34" charset="0"/>
              <a:buChar char="■"/>
              <a:defRPr lang="en-GB" sz="1600" kern="1200" dirty="0" smtClean="0">
                <a:solidFill>
                  <a:schemeClr val="tx1"/>
                </a:solidFill>
                <a:latin typeface="Arial"/>
                <a:ea typeface="+mn-ea"/>
                <a:cs typeface="Arial" pitchFamily="34" charset="0"/>
              </a:defRPr>
            </a:lvl9pPr>
          </a:lstStyle>
          <a:p>
            <a:r>
              <a:rPr lang="en-US" sz="2400" dirty="0">
                <a:solidFill>
                  <a:schemeClr val="bg1"/>
                </a:solidFill>
              </a:rPr>
              <a:t>Jun 2020</a:t>
            </a:r>
          </a:p>
          <a:p>
            <a:endParaRPr lang="en-US" sz="2400" b="0" dirty="0">
              <a:solidFill>
                <a:schemeClr val="bg1"/>
              </a:solidFill>
            </a:endParaRPr>
          </a:p>
        </p:txBody>
      </p:sp>
    </p:spTree>
    <p:extLst>
      <p:ext uri="{BB962C8B-B14F-4D97-AF65-F5344CB8AC3E}">
        <p14:creationId xmlns:p14="http://schemas.microsoft.com/office/powerpoint/2010/main" val="879647815"/>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592776688"/>
              </p:ext>
            </p:extLst>
          </p:nvPr>
        </p:nvGraphicFramePr>
        <p:xfrm>
          <a:off x="152400" y="867510"/>
          <a:ext cx="8610599" cy="5457090"/>
        </p:xfrm>
        <a:graphic>
          <a:graphicData uri="http://schemas.openxmlformats.org/drawingml/2006/table">
            <a:tbl>
              <a:tblPr firstRow="1" bandRow="1">
                <a:tableStyleId>{5C22544A-7EE6-4342-B048-85BDC9FD1C3A}</a:tableStyleId>
              </a:tblPr>
              <a:tblGrid>
                <a:gridCol w="1340311">
                  <a:extLst>
                    <a:ext uri="{9D8B030D-6E8A-4147-A177-3AD203B41FA5}">
                      <a16:colId xmlns:a16="http://schemas.microsoft.com/office/drawing/2014/main" val="20000"/>
                    </a:ext>
                  </a:extLst>
                </a:gridCol>
                <a:gridCol w="4298489">
                  <a:extLst>
                    <a:ext uri="{9D8B030D-6E8A-4147-A177-3AD203B41FA5}">
                      <a16:colId xmlns:a16="http://schemas.microsoft.com/office/drawing/2014/main" val="20005"/>
                    </a:ext>
                  </a:extLst>
                </a:gridCol>
                <a:gridCol w="2971799">
                  <a:extLst>
                    <a:ext uri="{9D8B030D-6E8A-4147-A177-3AD203B41FA5}">
                      <a16:colId xmlns:a16="http://schemas.microsoft.com/office/drawing/2014/main" val="1765156586"/>
                    </a:ext>
                  </a:extLst>
                </a:gridCol>
              </a:tblGrid>
              <a:tr h="227428">
                <a:tc>
                  <a:txBody>
                    <a:bodyPr/>
                    <a:lstStyle/>
                    <a:p>
                      <a:pPr marL="0" indent="0"/>
                      <a:r>
                        <a:rPr lang="en-US" sz="1000" b="1" u="none" dirty="0">
                          <a:solidFill>
                            <a:schemeClr val="bg1"/>
                          </a:solidFill>
                        </a:rPr>
                        <a:t>Article</a:t>
                      </a:r>
                      <a:endParaRPr lang="en-GB" sz="1000" b="1" u="none" dirty="0">
                        <a:solidFill>
                          <a:schemeClr val="bg1"/>
                        </a:solidFill>
                      </a:endParaRPr>
                    </a:p>
                  </a:txBody>
                  <a:tcPr marL="50409" marR="50409" marT="50409" marB="50409" anchor="b">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0" lvl="4" indent="0" algn="l" defTabSz="990570" rtl="0" eaLnBrk="1" latinLnBrk="0" hangingPunct="1">
                        <a:spcAft>
                          <a:spcPts val="600"/>
                        </a:spcAft>
                        <a:buClr>
                          <a:schemeClr val="tx2"/>
                        </a:buClr>
                        <a:buFontTx/>
                        <a:buNone/>
                      </a:pPr>
                      <a:r>
                        <a:rPr lang="en-US" sz="1000" b="1" i="0" u="none" kern="0" dirty="0">
                          <a:solidFill>
                            <a:schemeClr val="bg1"/>
                          </a:solidFill>
                          <a:latin typeface="+mn-lt"/>
                          <a:ea typeface="+mn-ea"/>
                          <a:cs typeface="Arial" panose="020B0604020202020204" pitchFamily="34" charset="0"/>
                        </a:rPr>
                        <a:t>Key changes</a:t>
                      </a:r>
                      <a:endParaRPr lang="en-GB" sz="1000" b="1" i="0" u="none" kern="0" dirty="0">
                        <a:solidFill>
                          <a:schemeClr val="bg1"/>
                        </a:solidFill>
                        <a:latin typeface="+mn-lt"/>
                        <a:ea typeface="+mn-ea"/>
                        <a:cs typeface="Arial" panose="020B0604020202020204" pitchFamily="34" charset="0"/>
                      </a:endParaRPr>
                    </a:p>
                  </a:txBody>
                  <a:tcPr marL="50409" marR="50409" marT="50409" marB="50409" anchor="b">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0" lvl="4" indent="0" algn="l" defTabSz="990570" rtl="0" eaLnBrk="1" latinLnBrk="0" hangingPunct="1">
                        <a:spcAft>
                          <a:spcPts val="600"/>
                        </a:spcAft>
                        <a:buClr>
                          <a:schemeClr val="tx2"/>
                        </a:buClr>
                        <a:buFontTx/>
                        <a:buNone/>
                      </a:pPr>
                      <a:r>
                        <a:rPr lang="en-GB" sz="1000" b="1" i="0" u="none" kern="0" dirty="0">
                          <a:solidFill>
                            <a:schemeClr val="bg1"/>
                          </a:solidFill>
                          <a:latin typeface="+mn-lt"/>
                          <a:ea typeface="+mn-ea"/>
                          <a:cs typeface="Arial" panose="020B0604020202020204" pitchFamily="34" charset="0"/>
                        </a:rPr>
                        <a:t>Implications / Possibility of tax planning</a:t>
                      </a:r>
                    </a:p>
                  </a:txBody>
                  <a:tcPr marL="50409" marR="50409" marT="50409" marB="50409" anchor="b">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extLst>
                  <a:ext uri="{0D108BD9-81ED-4DB2-BD59-A6C34878D82A}">
                    <a16:rowId xmlns:a16="http://schemas.microsoft.com/office/drawing/2014/main" val="10000"/>
                  </a:ext>
                </a:extLst>
              </a:tr>
              <a:tr h="715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GB" sz="1000" b="1" u="none" kern="1200" dirty="0">
                          <a:solidFill>
                            <a:srgbClr val="00338D"/>
                          </a:solidFill>
                          <a:latin typeface="+mn-lt"/>
                          <a:ea typeface="+mn-ea"/>
                          <a:cs typeface="+mn-cs"/>
                        </a:rPr>
                        <a:t>Article 2 - Taxes Covered</a:t>
                      </a:r>
                      <a:endParaRPr kumimoji="1" lang="en-US" sz="1000" b="1" u="none" kern="1200" dirty="0">
                        <a:solidFill>
                          <a:srgbClr val="00338D"/>
                        </a:solidFill>
                        <a:latin typeface="+mn-lt"/>
                        <a:ea typeface="+mn-ea"/>
                        <a:cs typeface="+mn-cs"/>
                      </a:endParaRPr>
                    </a:p>
                    <a:p>
                      <a:endParaRPr lang="en-US" altLang="ja-JP" sz="1000" b="1" u="none" dirty="0">
                        <a:solidFill>
                          <a:schemeClr val="tx2"/>
                        </a:solidFill>
                      </a:endParaRP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r>
                        <a:rPr lang="en-US" altLang="ja-JP" sz="1000" u="none" dirty="0">
                          <a:solidFill>
                            <a:srgbClr val="00338D"/>
                          </a:solidFill>
                        </a:rPr>
                        <a:t>Korean taxes:</a:t>
                      </a:r>
                    </a:p>
                    <a:p>
                      <a:pPr marL="171450" marR="0" lvl="2" indent="-171450" algn="l" defTabSz="990570" rtl="0" eaLnBrk="1" fontAlgn="auto" latinLnBrk="0" hangingPunct="1">
                        <a:lnSpc>
                          <a:spcPct val="100000"/>
                        </a:lnSpc>
                        <a:spcBef>
                          <a:spcPts val="0"/>
                        </a:spcBef>
                        <a:spcAft>
                          <a:spcPts val="300"/>
                        </a:spcAft>
                        <a:buClr>
                          <a:schemeClr val="tx2"/>
                        </a:buClr>
                        <a:buSzTx/>
                        <a:buFont typeface="Wingdings" panose="05000000000000000000" pitchFamily="2" charset="2"/>
                        <a:buChar char="§"/>
                        <a:tabLst/>
                        <a:defRPr/>
                      </a:pPr>
                      <a:r>
                        <a:rPr lang="en-US" altLang="ja-JP" sz="1000" u="none" dirty="0">
                          <a:solidFill>
                            <a:srgbClr val="00338D"/>
                          </a:solidFill>
                        </a:rPr>
                        <a:t>Remove</a:t>
                      </a:r>
                      <a:r>
                        <a:rPr kumimoji="1" lang="en-US" altLang="ja-JP" sz="1000" u="none" kern="1200" dirty="0">
                          <a:solidFill>
                            <a:srgbClr val="00338D"/>
                          </a:solidFill>
                          <a:latin typeface="+mn-lt"/>
                          <a:ea typeface="+mn-ea"/>
                          <a:cs typeface="+mn-cs"/>
                        </a:rPr>
                        <a:t> </a:t>
                      </a:r>
                      <a:r>
                        <a:rPr kumimoji="1" lang="en-US" sz="1000" u="none" kern="1200" dirty="0">
                          <a:solidFill>
                            <a:srgbClr val="00338D"/>
                          </a:solidFill>
                          <a:latin typeface="+mn-lt"/>
                          <a:ea typeface="+mn-ea"/>
                          <a:cs typeface="+mn-cs"/>
                        </a:rPr>
                        <a:t>the inhabitant tax</a:t>
                      </a:r>
                    </a:p>
                    <a:p>
                      <a:pPr marL="171450" marR="0" lvl="2" indent="-171450" algn="l" defTabSz="990570" rtl="0" eaLnBrk="1" fontAlgn="auto" latinLnBrk="0" hangingPunct="1">
                        <a:lnSpc>
                          <a:spcPct val="100000"/>
                        </a:lnSpc>
                        <a:spcBef>
                          <a:spcPts val="0"/>
                        </a:spcBef>
                        <a:spcAft>
                          <a:spcPts val="300"/>
                        </a:spcAft>
                        <a:buClr>
                          <a:schemeClr val="tx2"/>
                        </a:buClr>
                        <a:buSzTx/>
                        <a:buFont typeface="Wingdings" panose="05000000000000000000" pitchFamily="2" charset="2"/>
                        <a:buChar char="§"/>
                        <a:tabLst/>
                        <a:defRPr/>
                      </a:pPr>
                      <a:r>
                        <a:rPr kumimoji="1" lang="en-US" sz="1000" u="none" kern="1200" dirty="0">
                          <a:solidFill>
                            <a:srgbClr val="00338D"/>
                          </a:solidFill>
                          <a:latin typeface="+mn-lt"/>
                          <a:ea typeface="+mn-ea"/>
                          <a:cs typeface="+mn-cs"/>
                        </a:rPr>
                        <a:t>Supplement (</a:t>
                      </a:r>
                      <a:r>
                        <a:rPr kumimoji="1" lang="en-US" sz="1000" u="none" kern="1200" dirty="0" err="1">
                          <a:solidFill>
                            <a:srgbClr val="00338D"/>
                          </a:solidFill>
                          <a:latin typeface="+mn-lt"/>
                          <a:ea typeface="+mn-ea"/>
                          <a:cs typeface="+mn-cs"/>
                        </a:rPr>
                        <a:t>i</a:t>
                      </a:r>
                      <a:r>
                        <a:rPr kumimoji="1" lang="en-US" sz="1000" u="none" kern="1200" dirty="0">
                          <a:solidFill>
                            <a:srgbClr val="00338D"/>
                          </a:solidFill>
                          <a:latin typeface="+mn-lt"/>
                          <a:ea typeface="+mn-ea"/>
                          <a:cs typeface="+mn-cs"/>
                        </a:rPr>
                        <a:t>) </a:t>
                      </a:r>
                      <a:r>
                        <a:rPr kumimoji="1" lang="en-GB" sz="1000" u="none" kern="1200" dirty="0">
                          <a:solidFill>
                            <a:srgbClr val="00338D"/>
                          </a:solidFill>
                          <a:latin typeface="+mn-lt"/>
                          <a:ea typeface="+mn-ea"/>
                          <a:cs typeface="+mn-cs"/>
                        </a:rPr>
                        <a:t>the local income tax and (ii) the special tax for rural development for Korea</a:t>
                      </a:r>
                      <a:endParaRPr kumimoji="1" lang="en-US" altLang="ja-JP" sz="1000" u="none" kern="1200" dirty="0">
                        <a:solidFill>
                          <a:srgbClr val="00338D"/>
                        </a:solidFill>
                        <a:latin typeface="+mn-lt"/>
                        <a:ea typeface="+mn-ea"/>
                        <a:cs typeface="+mn-cs"/>
                      </a:endParaRP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r>
                        <a:rPr lang="en-US" altLang="ja-JP" sz="1000" u="none" dirty="0">
                          <a:solidFill>
                            <a:srgbClr val="00338D"/>
                          </a:solidFill>
                        </a:rPr>
                        <a:t>Extend the scope of tax relief / credit for Korean residents </a:t>
                      </a: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9180328"/>
                  </a:ext>
                </a:extLst>
              </a:tr>
              <a:tr h="7338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GB" sz="1000" b="1" u="none" kern="1200" dirty="0">
                          <a:solidFill>
                            <a:srgbClr val="00338D"/>
                          </a:solidFill>
                          <a:latin typeface="+mn-lt"/>
                          <a:ea typeface="+mn-ea"/>
                          <a:cs typeface="+mn-cs"/>
                        </a:rPr>
                        <a:t>Article 7 - Business Profits</a:t>
                      </a:r>
                      <a:endParaRPr kumimoji="1" lang="en-US" altLang="ja-JP" sz="1000" b="1" u="none" kern="1200" dirty="0">
                        <a:solidFill>
                          <a:srgbClr val="00338D"/>
                        </a:solidFill>
                        <a:latin typeface="+mn-lt"/>
                        <a:ea typeface="+mn-ea"/>
                        <a:cs typeface="+mn-cs"/>
                      </a:endParaRP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r>
                        <a:rPr kumimoji="1" lang="en-US" sz="1000" u="none" kern="1200" dirty="0" err="1">
                          <a:solidFill>
                            <a:srgbClr val="00338D"/>
                          </a:solidFill>
                          <a:latin typeface="+mn-lt"/>
                          <a:ea typeface="+mn-ea"/>
                          <a:cs typeface="+mn-cs"/>
                        </a:rPr>
                        <a:t>Recognise</a:t>
                      </a:r>
                      <a:r>
                        <a:rPr kumimoji="1" lang="en-US" sz="1000" u="none" kern="1200" dirty="0">
                          <a:solidFill>
                            <a:srgbClr val="00338D"/>
                          </a:solidFill>
                          <a:latin typeface="+mn-lt"/>
                          <a:ea typeface="+mn-ea"/>
                          <a:cs typeface="+mn-cs"/>
                        </a:rPr>
                        <a:t> that the interpretation in paragraphs 36 and 37 of the Commentary to Article 7 of the </a:t>
                      </a:r>
                      <a:r>
                        <a:rPr kumimoji="1" lang="en-US" sz="1000" i="1" u="none" kern="1200" dirty="0">
                          <a:solidFill>
                            <a:srgbClr val="00338D"/>
                          </a:solidFill>
                          <a:latin typeface="+mn-lt"/>
                          <a:ea typeface="+mn-ea"/>
                          <a:cs typeface="+mn-cs"/>
                        </a:rPr>
                        <a:t>OECD Model Tax Convention as it read on 21 November 2017</a:t>
                      </a:r>
                      <a:r>
                        <a:rPr kumimoji="1" lang="en-US" sz="1000" u="none" kern="1200" dirty="0">
                          <a:solidFill>
                            <a:srgbClr val="00338D"/>
                          </a:solidFill>
                          <a:latin typeface="+mn-lt"/>
                          <a:ea typeface="+mn-ea"/>
                          <a:cs typeface="+mn-cs"/>
                        </a:rPr>
                        <a:t> shall apply</a:t>
                      </a:r>
                    </a:p>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r>
                        <a:rPr kumimoji="1" lang="en-US" altLang="ja-JP" sz="1000" i="1" u="none" kern="1200" dirty="0">
                          <a:solidFill>
                            <a:srgbClr val="00338D"/>
                          </a:solidFill>
                          <a:latin typeface="+mn-lt"/>
                          <a:ea typeface="+mn-ea"/>
                          <a:cs typeface="+mn-cs"/>
                        </a:rPr>
                        <a:t>(Similar to VN – Austria and VN – Germany DTA)</a:t>
                      </a: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2" indent="-17145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a:pPr>
                      <a:r>
                        <a:rPr lang="en-US" sz="1000" u="none" kern="1200" dirty="0">
                          <a:solidFill>
                            <a:srgbClr val="00338D"/>
                          </a:solidFill>
                          <a:latin typeface="+mn-lt"/>
                          <a:ea typeface="+mn-ea"/>
                          <a:cs typeface="+mn-cs"/>
                        </a:rPr>
                        <a:t>Profits are attributable to a PE only with respect to activities carried on by the enterprise through that PE</a:t>
                      </a:r>
                    </a:p>
                    <a:p>
                      <a:pPr marL="171450" marR="0" lvl="2" indent="-17145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a:pPr>
                      <a:r>
                        <a:rPr lang="en-US" sz="1000" u="none" kern="1200" dirty="0">
                          <a:solidFill>
                            <a:srgbClr val="00338D"/>
                          </a:solidFill>
                          <a:latin typeface="+mn-lt"/>
                          <a:ea typeface="+mn-ea"/>
                          <a:cs typeface="+mn-cs"/>
                        </a:rPr>
                        <a:t>Tax planning for M&amp;E provision contract, construction contractors</a:t>
                      </a:r>
                    </a:p>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r>
                        <a:rPr lang="en-US" sz="1000" u="none" kern="1200" dirty="0">
                          <a:solidFill>
                            <a:srgbClr val="00338D"/>
                          </a:solidFill>
                          <a:latin typeface="+mn-lt"/>
                          <a:ea typeface="+mn-ea"/>
                          <a:cs typeface="+mn-cs"/>
                        </a:rPr>
                        <a:t> </a:t>
                      </a:r>
                    </a:p>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endParaRPr lang="en-US" altLang="ja-JP" sz="1000" u="none" dirty="0">
                        <a:solidFill>
                          <a:srgbClr val="00338D"/>
                        </a:solidFill>
                      </a:endParaRP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3749535"/>
                  </a:ext>
                </a:extLst>
              </a:tr>
              <a:tr h="403682">
                <a:tc>
                  <a:txBody>
                    <a:bodyPr/>
                    <a:lstStyle/>
                    <a:p>
                      <a:r>
                        <a:rPr kumimoji="1" lang="en-GB" sz="1000" b="1" u="none" kern="1200" dirty="0">
                          <a:solidFill>
                            <a:srgbClr val="00338D"/>
                          </a:solidFill>
                          <a:latin typeface="+mn-lt"/>
                          <a:ea typeface="+mn-ea"/>
                          <a:cs typeface="+mn-cs"/>
                        </a:rPr>
                        <a:t>Article 8 - Shipping and Air Transport</a:t>
                      </a:r>
                      <a:endParaRPr kumimoji="1" lang="en-US" altLang="ja-JP" sz="1000" b="1" u="none" kern="1200" dirty="0">
                        <a:solidFill>
                          <a:srgbClr val="00338D"/>
                        </a:solidFill>
                        <a:latin typeface="+mn-lt"/>
                        <a:ea typeface="+mn-ea"/>
                        <a:cs typeface="+mn-cs"/>
                      </a:endParaRP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2" indent="-17145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a:pPr>
                      <a:r>
                        <a:rPr lang="en-GB" sz="1000" u="none" kern="1200" dirty="0">
                          <a:solidFill>
                            <a:srgbClr val="00338D"/>
                          </a:solidFill>
                          <a:latin typeface="+mn-lt"/>
                          <a:ea typeface="+mn-ea"/>
                          <a:cs typeface="+mn-cs"/>
                        </a:rPr>
                        <a:t>Supplement the scope of </a:t>
                      </a:r>
                      <a:r>
                        <a:rPr lang="en-GB" sz="1000" i="1" u="none" kern="1200" dirty="0">
                          <a:solidFill>
                            <a:srgbClr val="00338D"/>
                          </a:solidFill>
                          <a:latin typeface="+mn-lt"/>
                          <a:ea typeface="+mn-ea"/>
                          <a:cs typeface="+mn-cs"/>
                        </a:rPr>
                        <a:t>"profits from the operation of ships or aircraft in international traffic" </a:t>
                      </a:r>
                      <a:r>
                        <a:rPr lang="en-GB" sz="1000" i="0" u="none" kern="1200" dirty="0">
                          <a:solidFill>
                            <a:srgbClr val="00338D"/>
                          </a:solidFill>
                          <a:latin typeface="+mn-lt"/>
                          <a:ea typeface="+mn-ea"/>
                          <a:cs typeface="+mn-cs"/>
                        </a:rPr>
                        <a:t>to include</a:t>
                      </a:r>
                      <a:r>
                        <a:rPr lang="en-GB" sz="1000" i="1" u="none" kern="1200" dirty="0">
                          <a:solidFill>
                            <a:srgbClr val="00338D"/>
                          </a:solidFill>
                          <a:latin typeface="+mn-lt"/>
                          <a:ea typeface="+mn-ea"/>
                          <a:cs typeface="+mn-cs"/>
                        </a:rPr>
                        <a:t> “profits from the use, maintenance or rental of containers (including trailers and related equipment for the transport of containers) used for the transport of goods and merchandise where such use, maintenance or rental is incidental to the operation of ships or aircraft in international traffic”</a:t>
                      </a:r>
                      <a:endParaRPr lang="en-US" altLang="ja-JP" sz="1000" i="1" u="none" kern="1200" dirty="0">
                        <a:solidFill>
                          <a:srgbClr val="00338D"/>
                        </a:solidFill>
                        <a:latin typeface="+mn-lt"/>
                        <a:ea typeface="+mn-ea"/>
                        <a:cs typeface="+mn-cs"/>
                      </a:endParaRP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2" indent="-17145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a:pPr>
                      <a:r>
                        <a:rPr lang="en-US" altLang="ja-JP" sz="1000" u="none" kern="1200" dirty="0">
                          <a:solidFill>
                            <a:srgbClr val="00338D"/>
                          </a:solidFill>
                          <a:latin typeface="+mn-lt"/>
                          <a:ea typeface="+mn-ea"/>
                          <a:cs typeface="+mn-cs"/>
                        </a:rPr>
                        <a:t>Extend the scope of income earned from ships or aircraft in international traffic that can enjoy DTA relief</a:t>
                      </a:r>
                    </a:p>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r>
                        <a:rPr lang="en-US" altLang="ja-JP" sz="1000" u="none" dirty="0">
                          <a:solidFill>
                            <a:srgbClr val="00338D"/>
                          </a:solidFill>
                        </a:rPr>
                        <a:t> </a:t>
                      </a: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7098486"/>
                  </a:ext>
                </a:extLst>
              </a:tr>
              <a:tr h="501544">
                <a:tc>
                  <a:txBody>
                    <a:bodyPr/>
                    <a:lstStyle/>
                    <a:p>
                      <a:pPr marL="0" algn="l" defTabSz="914400" rtl="0" eaLnBrk="1" latinLnBrk="0" hangingPunct="1"/>
                      <a:r>
                        <a:rPr kumimoji="1" lang="en-US" altLang="ja-JP" sz="1000" b="1" u="none" kern="1200" dirty="0">
                          <a:solidFill>
                            <a:srgbClr val="00338D"/>
                          </a:solidFill>
                          <a:latin typeface="+mn-lt"/>
                          <a:ea typeface="+mn-ea"/>
                          <a:cs typeface="+mn-cs"/>
                        </a:rPr>
                        <a:t>Article 9 - Associated Enterprises</a:t>
                      </a: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r>
                        <a:rPr lang="en-GB" sz="1000" u="none" kern="1200" dirty="0">
                          <a:solidFill>
                            <a:srgbClr val="00338D"/>
                          </a:solidFill>
                          <a:latin typeface="+mn-lt"/>
                          <a:ea typeface="+mn-ea"/>
                          <a:cs typeface="+mn-cs"/>
                        </a:rPr>
                        <a:t>Supplement the provision of tax adjustment in a Contracting State due to TP adjustment in other Contracting State</a:t>
                      </a:r>
                    </a:p>
                    <a:p>
                      <a:pPr marL="171450" marR="0" lvl="2" indent="-17145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a:pPr>
                      <a:r>
                        <a:rPr lang="en-GB" sz="1000" i="1" u="none" kern="1200" dirty="0">
                          <a:solidFill>
                            <a:srgbClr val="00338D"/>
                          </a:solidFill>
                          <a:latin typeface="+mn-lt"/>
                          <a:ea typeface="+mn-ea"/>
                          <a:cs typeface="+mn-cs"/>
                        </a:rPr>
                        <a:t>Where a Contracting State includes in the profits of an enterprise of that State - and taxes accordingly - profits on which an enterprise of the other Contracting State has been charged to tax in that other State and the profits so included are profits which would have accrued to the enterprise of the first-mentioned State if the conditions made between the two enterprises had been those which would have been made between independent enterprises, then that other State shall make an appropriate adjustment to the amount of the tax charged therein on those profits. In determining such adjustment, due regard shall be had to the other provisions of this Agreement and the competent authorities of the Contracting States shall if necessary consult each other.</a:t>
                      </a: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2" indent="-17145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a:pPr>
                      <a:r>
                        <a:rPr lang="en-US" altLang="ja-JP" sz="1000" u="none" kern="1200" dirty="0">
                          <a:solidFill>
                            <a:srgbClr val="00338D"/>
                          </a:solidFill>
                          <a:latin typeface="+mn-lt"/>
                          <a:ea typeface="+mn-ea"/>
                          <a:cs typeface="+mn-cs"/>
                        </a:rPr>
                        <a:t>Avoid double tax for taxpayers within a group on the profit portion that is adjusted and taxed in a country due to the Transfer Pricing adjustment.</a:t>
                      </a:r>
                    </a:p>
                    <a:p>
                      <a:pPr marL="171450" marR="0" lvl="2" indent="-17145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a:pPr>
                      <a:r>
                        <a:rPr lang="en-US" altLang="ja-JP" sz="1000" u="none" kern="1200" dirty="0">
                          <a:solidFill>
                            <a:srgbClr val="00338D"/>
                          </a:solidFill>
                          <a:latin typeface="+mn-lt"/>
                          <a:ea typeface="+mn-ea"/>
                          <a:cs typeface="+mn-cs"/>
                        </a:rPr>
                        <a:t>Chance for ruling services </a:t>
                      </a: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7828605"/>
                  </a:ext>
                </a:extLst>
              </a:tr>
            </a:tbl>
          </a:graphicData>
        </a:graphic>
      </p:graphicFrame>
      <p:sp>
        <p:nvSpPr>
          <p:cNvPr id="4" name="Title 3"/>
          <p:cNvSpPr>
            <a:spLocks noGrp="1"/>
          </p:cNvSpPr>
          <p:nvPr>
            <p:ph type="title" idx="4294967295"/>
          </p:nvPr>
        </p:nvSpPr>
        <p:spPr>
          <a:xfrm>
            <a:off x="228600" y="76200"/>
            <a:ext cx="8232225" cy="667938"/>
          </a:xfrm>
          <a:prstGeom prst="rect">
            <a:avLst/>
          </a:prstGeom>
        </p:spPr>
        <p:txBody>
          <a:bodyPr/>
          <a:lstStyle/>
          <a:p>
            <a:r>
              <a:rPr lang="en-US" dirty="0"/>
              <a:t>Second Protocol for Vietnam – South Korea DTA / Key changes</a:t>
            </a:r>
            <a:endParaRPr lang="en-GB" dirty="0">
              <a:latin typeface="KPMG Extralight" panose="020B0303030202040204" pitchFamily="34" charset="0"/>
            </a:endParaRPr>
          </a:p>
        </p:txBody>
      </p:sp>
    </p:spTree>
    <p:extLst>
      <p:ext uri="{BB962C8B-B14F-4D97-AF65-F5344CB8AC3E}">
        <p14:creationId xmlns:p14="http://schemas.microsoft.com/office/powerpoint/2010/main" val="1910421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907462890"/>
              </p:ext>
            </p:extLst>
          </p:nvPr>
        </p:nvGraphicFramePr>
        <p:xfrm>
          <a:off x="228600" y="990600"/>
          <a:ext cx="8610599" cy="3870372"/>
        </p:xfrm>
        <a:graphic>
          <a:graphicData uri="http://schemas.openxmlformats.org/drawingml/2006/table">
            <a:tbl>
              <a:tblPr firstRow="1" bandRow="1">
                <a:tableStyleId>{5C22544A-7EE6-4342-B048-85BDC9FD1C3A}</a:tableStyleId>
              </a:tblPr>
              <a:tblGrid>
                <a:gridCol w="1340311">
                  <a:extLst>
                    <a:ext uri="{9D8B030D-6E8A-4147-A177-3AD203B41FA5}">
                      <a16:colId xmlns:a16="http://schemas.microsoft.com/office/drawing/2014/main" val="20000"/>
                    </a:ext>
                  </a:extLst>
                </a:gridCol>
                <a:gridCol w="3993689">
                  <a:extLst>
                    <a:ext uri="{9D8B030D-6E8A-4147-A177-3AD203B41FA5}">
                      <a16:colId xmlns:a16="http://schemas.microsoft.com/office/drawing/2014/main" val="20005"/>
                    </a:ext>
                  </a:extLst>
                </a:gridCol>
                <a:gridCol w="3276599">
                  <a:extLst>
                    <a:ext uri="{9D8B030D-6E8A-4147-A177-3AD203B41FA5}">
                      <a16:colId xmlns:a16="http://schemas.microsoft.com/office/drawing/2014/main" val="1765156586"/>
                    </a:ext>
                  </a:extLst>
                </a:gridCol>
              </a:tblGrid>
              <a:tr h="227428">
                <a:tc>
                  <a:txBody>
                    <a:bodyPr/>
                    <a:lstStyle/>
                    <a:p>
                      <a:pPr marL="0" indent="0"/>
                      <a:r>
                        <a:rPr lang="en-US" sz="1000" b="1" u="none" dirty="0">
                          <a:solidFill>
                            <a:schemeClr val="bg1"/>
                          </a:solidFill>
                        </a:rPr>
                        <a:t>Article</a:t>
                      </a:r>
                      <a:endParaRPr lang="en-GB" sz="1000" b="1" u="none" dirty="0">
                        <a:solidFill>
                          <a:schemeClr val="bg1"/>
                        </a:solidFill>
                      </a:endParaRPr>
                    </a:p>
                  </a:txBody>
                  <a:tcPr marL="50409" marR="50409" marT="50409" marB="50409" anchor="b">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0" lvl="4" indent="0" algn="l" defTabSz="990570" rtl="0" eaLnBrk="1" latinLnBrk="0" hangingPunct="1">
                        <a:spcAft>
                          <a:spcPts val="600"/>
                        </a:spcAft>
                        <a:buClr>
                          <a:schemeClr val="tx2"/>
                        </a:buClr>
                        <a:buFontTx/>
                        <a:buNone/>
                      </a:pPr>
                      <a:r>
                        <a:rPr lang="en-US" sz="1000" b="1" i="0" u="none" kern="0" dirty="0">
                          <a:solidFill>
                            <a:schemeClr val="bg1"/>
                          </a:solidFill>
                          <a:latin typeface="+mn-lt"/>
                          <a:ea typeface="+mn-ea"/>
                          <a:cs typeface="Arial" panose="020B0604020202020204" pitchFamily="34" charset="0"/>
                        </a:rPr>
                        <a:t>Key changes</a:t>
                      </a:r>
                      <a:endParaRPr lang="en-GB" sz="1000" b="1" i="0" u="none" kern="0" dirty="0">
                        <a:solidFill>
                          <a:schemeClr val="bg1"/>
                        </a:solidFill>
                        <a:latin typeface="+mn-lt"/>
                        <a:ea typeface="+mn-ea"/>
                        <a:cs typeface="Arial" panose="020B0604020202020204" pitchFamily="34" charset="0"/>
                      </a:endParaRPr>
                    </a:p>
                  </a:txBody>
                  <a:tcPr marL="50409" marR="50409" marT="50409" marB="50409" anchor="b">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marL="0" lvl="4" indent="0" algn="l" defTabSz="990570" rtl="0" eaLnBrk="1" latinLnBrk="0" hangingPunct="1">
                        <a:spcAft>
                          <a:spcPts val="600"/>
                        </a:spcAft>
                        <a:buClr>
                          <a:schemeClr val="tx2"/>
                        </a:buClr>
                        <a:buFontTx/>
                        <a:buNone/>
                      </a:pPr>
                      <a:r>
                        <a:rPr lang="en-GB" sz="1000" b="1" i="0" u="none" kern="0" dirty="0">
                          <a:solidFill>
                            <a:schemeClr val="bg1"/>
                          </a:solidFill>
                          <a:latin typeface="+mn-lt"/>
                          <a:ea typeface="+mn-ea"/>
                          <a:cs typeface="Arial" panose="020B0604020202020204" pitchFamily="34" charset="0"/>
                        </a:rPr>
                        <a:t>Implications / Possibility of tax planning</a:t>
                      </a:r>
                    </a:p>
                  </a:txBody>
                  <a:tcPr marL="50409" marR="50409" marT="50409" marB="50409" anchor="b">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rgbClr val="005EB8"/>
                    </a:solidFill>
                  </a:tcPr>
                </a:tc>
                <a:extLst>
                  <a:ext uri="{0D108BD9-81ED-4DB2-BD59-A6C34878D82A}">
                    <a16:rowId xmlns:a16="http://schemas.microsoft.com/office/drawing/2014/main" val="10000"/>
                  </a:ext>
                </a:extLst>
              </a:tr>
              <a:tr h="715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GB" sz="1000" b="1" u="none" kern="1200" dirty="0">
                          <a:solidFill>
                            <a:srgbClr val="00338D"/>
                          </a:solidFill>
                          <a:latin typeface="+mn-lt"/>
                          <a:ea typeface="+mn-ea"/>
                          <a:cs typeface="+mn-cs"/>
                        </a:rPr>
                        <a:t>Article 11 - Interest</a:t>
                      </a:r>
                      <a:endParaRPr kumimoji="1" lang="en-US" altLang="ja-JP" sz="1000" b="1" u="none" kern="1200" dirty="0">
                        <a:solidFill>
                          <a:srgbClr val="00338D"/>
                        </a:solidFill>
                        <a:latin typeface="+mn-lt"/>
                        <a:ea typeface="+mn-ea"/>
                        <a:cs typeface="+mn-cs"/>
                      </a:endParaRPr>
                    </a:p>
                    <a:p>
                      <a:endParaRPr lang="en-US" altLang="ja-JP" sz="1000" b="1" u="none" dirty="0">
                        <a:solidFill>
                          <a:schemeClr val="tx2"/>
                        </a:solidFill>
                      </a:endParaRP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r>
                        <a:rPr lang="en-US" altLang="ja-JP" sz="1000" u="none" dirty="0">
                          <a:solidFill>
                            <a:srgbClr val="00338D"/>
                          </a:solidFill>
                        </a:rPr>
                        <a:t>Supplement the conditions for interest income entitled to DTA exempt (i.e. interest income derived by the Government and central banks of another Contracting State):</a:t>
                      </a:r>
                      <a:endParaRPr kumimoji="1" lang="en-GB" sz="1000" u="none" kern="1200" dirty="0">
                        <a:solidFill>
                          <a:srgbClr val="00338D"/>
                        </a:solidFill>
                        <a:latin typeface="+mn-lt"/>
                        <a:ea typeface="+mn-ea"/>
                        <a:cs typeface="+mn-cs"/>
                      </a:endParaRPr>
                    </a:p>
                    <a:p>
                      <a:pPr marL="0" marR="0" lvl="2" indent="0" algn="l" defTabSz="990570" rtl="0" eaLnBrk="1" fontAlgn="auto" latinLnBrk="0" hangingPunct="1">
                        <a:lnSpc>
                          <a:spcPct val="100000"/>
                        </a:lnSpc>
                        <a:spcBef>
                          <a:spcPts val="0"/>
                        </a:spcBef>
                        <a:spcAft>
                          <a:spcPts val="300"/>
                        </a:spcAft>
                        <a:buClr>
                          <a:schemeClr val="tx2"/>
                        </a:buClr>
                        <a:buSzTx/>
                        <a:buFont typeface="Wingdings" panose="05000000000000000000" pitchFamily="2" charset="2"/>
                        <a:buNone/>
                        <a:tabLst/>
                        <a:defRPr/>
                      </a:pPr>
                      <a:r>
                        <a:rPr kumimoji="1" lang="en-GB" sz="1000" i="1" u="none" kern="1200" dirty="0">
                          <a:solidFill>
                            <a:srgbClr val="00338D"/>
                          </a:solidFill>
                          <a:latin typeface="+mn-lt"/>
                          <a:ea typeface="+mn-ea"/>
                          <a:cs typeface="+mn-cs"/>
                        </a:rPr>
                        <a:t>“such interest is arisen from loans of which the principals were directly transferred from accounts of the aforementioned institutions”</a:t>
                      </a:r>
                      <a:endParaRPr kumimoji="1" lang="en-US" altLang="ja-JP" sz="1000" i="1" u="none" kern="1200" dirty="0">
                        <a:solidFill>
                          <a:srgbClr val="00338D"/>
                        </a:solidFill>
                        <a:latin typeface="+mn-lt"/>
                        <a:ea typeface="+mn-ea"/>
                        <a:cs typeface="+mn-cs"/>
                      </a:endParaRP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2" indent="-17145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a:pPr>
                      <a:r>
                        <a:rPr lang="en-US" altLang="ja-JP" sz="1000" u="none" kern="1200" dirty="0">
                          <a:solidFill>
                            <a:srgbClr val="00338D"/>
                          </a:solidFill>
                          <a:latin typeface="+mn-lt"/>
                          <a:ea typeface="+mn-ea"/>
                          <a:cs typeface="+mn-cs"/>
                        </a:rPr>
                        <a:t>Interest income must be transferred directly to the account of the allowable lenders</a:t>
                      </a:r>
                    </a:p>
                    <a:p>
                      <a:pPr marL="171450" marR="0" lvl="2" indent="-17145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a:pPr>
                      <a:r>
                        <a:rPr lang="en-US" altLang="ja-JP" sz="1000" u="none" kern="1200" dirty="0">
                          <a:solidFill>
                            <a:srgbClr val="00338D"/>
                          </a:solidFill>
                          <a:latin typeface="+mn-lt"/>
                          <a:ea typeface="+mn-ea"/>
                          <a:cs typeface="+mn-cs"/>
                        </a:rPr>
                        <a:t>Implications to syndicated loan arrangement? </a:t>
                      </a:r>
                    </a:p>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r>
                        <a:rPr lang="en-US" altLang="ja-JP" sz="1000" u="none" kern="1200" dirty="0">
                          <a:solidFill>
                            <a:srgbClr val="00338D"/>
                          </a:solidFill>
                          <a:latin typeface="+mn-lt"/>
                          <a:ea typeface="+mn-ea"/>
                          <a:cs typeface="+mn-cs"/>
                          <a:sym typeface="Wingdings" panose="05000000000000000000" pitchFamily="2" charset="2"/>
                        </a:rPr>
                        <a:t> </a:t>
                      </a:r>
                      <a:r>
                        <a:rPr lang="en-US" altLang="ja-JP" sz="1000" u="none" kern="1200" dirty="0">
                          <a:solidFill>
                            <a:srgbClr val="00338D"/>
                          </a:solidFill>
                          <a:latin typeface="+mn-lt"/>
                          <a:ea typeface="+mn-ea"/>
                          <a:cs typeface="+mn-cs"/>
                        </a:rPr>
                        <a:t>Ruling services </a:t>
                      </a: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9180328"/>
                  </a:ext>
                </a:extLst>
              </a:tr>
              <a:tr h="7338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GB" sz="1000" b="1" u="none" kern="1200" dirty="0">
                          <a:solidFill>
                            <a:srgbClr val="00338D"/>
                          </a:solidFill>
                          <a:latin typeface="+mn-lt"/>
                          <a:ea typeface="+mn-ea"/>
                          <a:cs typeface="+mn-cs"/>
                        </a:rPr>
                        <a:t>Article 12 - Royalty and Technical fess </a:t>
                      </a: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r>
                        <a:rPr kumimoji="1" lang="en-US" sz="1000" u="none" kern="1200" dirty="0">
                          <a:solidFill>
                            <a:srgbClr val="00338D"/>
                          </a:solidFill>
                          <a:latin typeface="+mn-lt"/>
                          <a:ea typeface="+mn-ea"/>
                          <a:cs typeface="+mn-cs"/>
                        </a:rPr>
                        <a:t>Supplement to include “technical fees” to Article 12, which is charged tax not exceeding 7.5% by other Contracting State</a:t>
                      </a:r>
                    </a:p>
                    <a:p>
                      <a:pPr marL="0" marR="0" lvl="2" indent="0" algn="l" defTabSz="990570" rtl="0" eaLnBrk="1" fontAlgn="auto" latinLnBrk="0" hangingPunct="1">
                        <a:lnSpc>
                          <a:spcPct val="100000"/>
                        </a:lnSpc>
                        <a:spcBef>
                          <a:spcPts val="0"/>
                        </a:spcBef>
                        <a:spcAft>
                          <a:spcPts val="300"/>
                        </a:spcAft>
                        <a:buClr>
                          <a:schemeClr val="tx2"/>
                        </a:buClr>
                        <a:buSzTx/>
                        <a:buFont typeface="Wingdings" panose="05000000000000000000" pitchFamily="2" charset="2"/>
                        <a:buNone/>
                        <a:tabLst/>
                        <a:defRPr/>
                      </a:pPr>
                      <a:r>
                        <a:rPr kumimoji="1" lang="en-GB" sz="1000" i="1" u="none" kern="1200" dirty="0">
                          <a:solidFill>
                            <a:srgbClr val="00338D"/>
                          </a:solidFill>
                          <a:latin typeface="+mn-lt"/>
                          <a:ea typeface="+mn-ea"/>
                          <a:cs typeface="+mn-cs"/>
                        </a:rPr>
                        <a:t>“The term "technical fees" as used in this Article means payments of any kind to any person, other than payments to an employee of the person making the payments, in consideration for any services of a managerial, technical or consultancy nature rendered in the Contracting State of which the payer is a resident”.</a:t>
                      </a:r>
                      <a:endParaRPr kumimoji="1" lang="en-US" sz="1000" i="1" u="none" kern="1200" dirty="0">
                        <a:solidFill>
                          <a:srgbClr val="00338D"/>
                        </a:solidFill>
                        <a:latin typeface="+mn-lt"/>
                        <a:ea typeface="+mn-ea"/>
                        <a:cs typeface="+mn-cs"/>
                      </a:endParaRPr>
                    </a:p>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endParaRPr kumimoji="1" lang="en-US" altLang="ja-JP" sz="1000" i="1" u="none" kern="1200" dirty="0">
                        <a:solidFill>
                          <a:srgbClr val="00338D"/>
                        </a:solidFill>
                        <a:latin typeface="+mn-lt"/>
                        <a:ea typeface="+mn-ea"/>
                        <a:cs typeface="+mn-cs"/>
                      </a:endParaRP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2" indent="-17145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a:pPr>
                      <a:r>
                        <a:rPr lang="en-US" sz="1000" u="none" kern="1200" dirty="0">
                          <a:solidFill>
                            <a:srgbClr val="00338D"/>
                          </a:solidFill>
                          <a:latin typeface="+mn-lt"/>
                          <a:ea typeface="+mn-ea"/>
                          <a:cs typeface="+mn-cs"/>
                        </a:rPr>
                        <a:t>Extend the taxing right to the Origin Country</a:t>
                      </a:r>
                    </a:p>
                    <a:p>
                      <a:pPr marL="171450" marR="0" lvl="2" indent="-17145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a:pPr>
                      <a:r>
                        <a:rPr lang="en-US" sz="1000" u="none" kern="1200" dirty="0">
                          <a:solidFill>
                            <a:srgbClr val="00338D"/>
                          </a:solidFill>
                          <a:latin typeface="+mn-lt"/>
                          <a:ea typeface="+mn-ea"/>
                          <a:cs typeface="+mn-cs"/>
                        </a:rPr>
                        <a:t>Business income for “normal services” under Article 7 vs. “technical service” under Article 12? </a:t>
                      </a:r>
                    </a:p>
                    <a:p>
                      <a:pPr marL="171450" marR="0" lvl="2" indent="-17145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a:pPr>
                      <a:r>
                        <a:rPr lang="en-US" sz="1000" u="none" kern="1200" dirty="0">
                          <a:solidFill>
                            <a:srgbClr val="00338D"/>
                          </a:solidFill>
                          <a:latin typeface="+mn-lt"/>
                          <a:ea typeface="+mn-ea"/>
                          <a:cs typeface="+mn-cs"/>
                        </a:rPr>
                        <a:t>Chance to apply DTA exemption for Korean resident taxpayer? </a:t>
                      </a:r>
                    </a:p>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r>
                        <a:rPr lang="en-US" sz="1000" u="none" kern="1200" dirty="0">
                          <a:solidFill>
                            <a:srgbClr val="00338D"/>
                          </a:solidFill>
                          <a:latin typeface="+mn-lt"/>
                          <a:ea typeface="+mn-ea"/>
                          <a:cs typeface="+mn-cs"/>
                        </a:rPr>
                        <a:t> </a:t>
                      </a:r>
                    </a:p>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endParaRPr lang="en-US" altLang="ja-JP" sz="1000" u="none" dirty="0">
                        <a:solidFill>
                          <a:srgbClr val="00338D"/>
                        </a:solidFill>
                      </a:endParaRP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3749535"/>
                  </a:ext>
                </a:extLst>
              </a:tr>
              <a:tr h="403682">
                <a:tc>
                  <a:txBody>
                    <a:bodyPr/>
                    <a:lstStyle/>
                    <a:p>
                      <a:r>
                        <a:rPr kumimoji="1" lang="en-GB" sz="1000" b="1" u="none" kern="1200" dirty="0">
                          <a:solidFill>
                            <a:srgbClr val="00338D"/>
                          </a:solidFill>
                          <a:latin typeface="+mn-lt"/>
                          <a:ea typeface="+mn-ea"/>
                          <a:cs typeface="+mn-cs"/>
                        </a:rPr>
                        <a:t>Article 13 - Capital Gains</a:t>
                      </a:r>
                      <a:endParaRPr kumimoji="1" lang="en-US" altLang="ja-JP" sz="1000" b="1" u="none" kern="1200" dirty="0">
                        <a:solidFill>
                          <a:srgbClr val="00338D"/>
                        </a:solidFill>
                        <a:latin typeface="+mn-lt"/>
                        <a:ea typeface="+mn-ea"/>
                        <a:cs typeface="+mn-cs"/>
                      </a:endParaRP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r>
                        <a:rPr kumimoji="1" lang="en-GB" sz="1000" u="none" kern="1200" dirty="0">
                          <a:solidFill>
                            <a:srgbClr val="00338D"/>
                          </a:solidFill>
                          <a:latin typeface="+mn-lt"/>
                          <a:ea typeface="+mn-ea"/>
                          <a:cs typeface="+mn-cs"/>
                        </a:rPr>
                        <a:t>Supplement the taxing right under the amended clause 5</a:t>
                      </a:r>
                    </a:p>
                    <a:p>
                      <a:pPr marL="0" marR="0" lvl="2" indent="0" algn="l" defTabSz="990570" rtl="0" eaLnBrk="1" fontAlgn="auto" latinLnBrk="0" hangingPunct="1">
                        <a:lnSpc>
                          <a:spcPct val="100000"/>
                        </a:lnSpc>
                        <a:spcBef>
                          <a:spcPts val="0"/>
                        </a:spcBef>
                        <a:spcAft>
                          <a:spcPts val="300"/>
                        </a:spcAft>
                        <a:buClr>
                          <a:schemeClr val="tx2"/>
                        </a:buClr>
                        <a:buSzTx/>
                        <a:buFont typeface="Wingdings" panose="05000000000000000000" pitchFamily="2" charset="2"/>
                        <a:buNone/>
                        <a:tabLst/>
                        <a:defRPr/>
                      </a:pPr>
                      <a:r>
                        <a:rPr kumimoji="1" lang="en-GB" sz="1000" i="1" u="none" kern="1200" dirty="0">
                          <a:solidFill>
                            <a:srgbClr val="00338D"/>
                          </a:solidFill>
                          <a:latin typeface="+mn-lt"/>
                          <a:ea typeface="+mn-ea"/>
                          <a:cs typeface="+mn-cs"/>
                        </a:rPr>
                        <a:t>“Gains from the alienation of shares other than those mentioned in paragraph 4 representing a participation of at least 15 per cent in a company which is a resident of a Contracting State may be taxed in that State.”</a:t>
                      </a:r>
                      <a:endParaRPr kumimoji="1" lang="en-US" sz="1000" i="1" u="none" kern="1200" dirty="0">
                        <a:solidFill>
                          <a:srgbClr val="00338D"/>
                        </a:solidFill>
                        <a:latin typeface="+mn-lt"/>
                        <a:ea typeface="+mn-ea"/>
                        <a:cs typeface="+mn-cs"/>
                      </a:endParaRPr>
                    </a:p>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endParaRPr lang="en-GB" sz="1000" i="0" kern="1200" dirty="0">
                        <a:solidFill>
                          <a:schemeClr val="dk1"/>
                        </a:solidFill>
                        <a:effectLst/>
                        <a:latin typeface="+mn-lt"/>
                        <a:ea typeface="+mn-ea"/>
                        <a:cs typeface="+mn-cs"/>
                      </a:endParaRPr>
                    </a:p>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endParaRPr lang="en-GB" sz="1000" i="0" kern="1200" dirty="0">
                        <a:solidFill>
                          <a:schemeClr val="dk1"/>
                        </a:solidFill>
                        <a:effectLst/>
                        <a:latin typeface="+mn-lt"/>
                        <a:ea typeface="+mn-ea"/>
                        <a:cs typeface="+mn-cs"/>
                      </a:endParaRP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2" indent="-17145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a:pPr>
                      <a:r>
                        <a:rPr lang="en-US" altLang="ja-JP" sz="1000" u="none" kern="1200" dirty="0">
                          <a:solidFill>
                            <a:srgbClr val="00338D"/>
                          </a:solidFill>
                          <a:latin typeface="+mn-lt"/>
                          <a:ea typeface="+mn-ea"/>
                          <a:cs typeface="+mn-cs"/>
                        </a:rPr>
                        <a:t>Extend the taxing right to Vietnam in case the IP ratio is less than 51%, but the ratio of shares holding in Vietnam is equal to 15% or more</a:t>
                      </a:r>
                    </a:p>
                    <a:p>
                      <a:pPr marL="171450" marR="0" lvl="2" indent="-17145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a:pPr>
                      <a:r>
                        <a:rPr lang="en-US" altLang="ja-JP" sz="1000" u="none" kern="1200" dirty="0">
                          <a:solidFill>
                            <a:srgbClr val="00338D"/>
                          </a:solidFill>
                          <a:latin typeface="+mn-lt"/>
                          <a:ea typeface="+mn-ea"/>
                          <a:cs typeface="+mn-cs"/>
                        </a:rPr>
                        <a:t>Tax planning before the Protocol becomes effective? </a:t>
                      </a:r>
                    </a:p>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r>
                        <a:rPr lang="en-US" altLang="ja-JP" sz="1000" u="none" kern="1200" dirty="0">
                          <a:solidFill>
                            <a:srgbClr val="00338D"/>
                          </a:solidFill>
                          <a:latin typeface="+mn-lt"/>
                          <a:ea typeface="+mn-ea"/>
                          <a:cs typeface="+mn-cs"/>
                        </a:rPr>
                        <a:t> </a:t>
                      </a:r>
                    </a:p>
                    <a:p>
                      <a:pPr marL="171450" marR="0" lvl="2" indent="-17145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Char char="−"/>
                        <a:tabLst/>
                        <a:defRPr/>
                      </a:pPr>
                      <a:endParaRPr lang="en-US" altLang="ja-JP" sz="1000" u="none" kern="1200" dirty="0">
                        <a:solidFill>
                          <a:srgbClr val="00338D"/>
                        </a:solidFill>
                        <a:latin typeface="+mn-lt"/>
                        <a:ea typeface="+mn-ea"/>
                        <a:cs typeface="+mn-cs"/>
                      </a:endParaRPr>
                    </a:p>
                    <a:p>
                      <a:pPr marL="0" marR="0" lvl="2" indent="0" algn="l" defTabSz="990570" rtl="0" eaLnBrk="1" fontAlgn="auto" latinLnBrk="0" hangingPunct="1">
                        <a:lnSpc>
                          <a:spcPct val="100000"/>
                        </a:lnSpc>
                        <a:spcBef>
                          <a:spcPts val="0"/>
                        </a:spcBef>
                        <a:spcAft>
                          <a:spcPts val="300"/>
                        </a:spcAft>
                        <a:buClr>
                          <a:schemeClr val="tx2"/>
                        </a:buClr>
                        <a:buSzTx/>
                        <a:buFont typeface="Arial" panose="020B0604020202020204" pitchFamily="34" charset="0"/>
                        <a:buNone/>
                        <a:tabLst/>
                        <a:defRPr/>
                      </a:pPr>
                      <a:r>
                        <a:rPr lang="en-US" altLang="ja-JP" sz="1000" u="none" dirty="0">
                          <a:solidFill>
                            <a:srgbClr val="00338D"/>
                          </a:solidFill>
                        </a:rPr>
                        <a:t> </a:t>
                      </a:r>
                    </a:p>
                  </a:txBody>
                  <a:tcPr marL="50409" marR="50409" marT="50409" marB="50409">
                    <a:lnL w="6350" cap="flat" cmpd="sng" algn="ctr">
                      <a:solidFill>
                        <a:srgbClr val="005EB8"/>
                      </a:solidFill>
                      <a:prstDash val="solid"/>
                      <a:round/>
                      <a:headEnd type="none" w="med" len="med"/>
                      <a:tailEnd type="none" w="med" len="med"/>
                    </a:lnL>
                    <a:lnR w="6350" cap="flat" cmpd="sng" algn="ctr">
                      <a:solidFill>
                        <a:srgbClr val="005EB8"/>
                      </a:solidFill>
                      <a:prstDash val="solid"/>
                      <a:round/>
                      <a:headEnd type="none" w="med" len="med"/>
                      <a:tailEnd type="none" w="med" len="med"/>
                    </a:lnR>
                    <a:lnT w="6350" cap="flat" cmpd="sng" algn="ctr">
                      <a:solidFill>
                        <a:srgbClr val="005EB8"/>
                      </a:solidFill>
                      <a:prstDash val="solid"/>
                      <a:round/>
                      <a:headEnd type="none" w="med" len="med"/>
                      <a:tailEnd type="none" w="med" len="med"/>
                    </a:lnT>
                    <a:lnB w="6350" cap="flat" cmpd="sng" algn="ctr">
                      <a:solidFill>
                        <a:srgbClr val="005EB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7098486"/>
                  </a:ext>
                </a:extLst>
              </a:tr>
            </a:tbl>
          </a:graphicData>
        </a:graphic>
      </p:graphicFrame>
      <p:sp>
        <p:nvSpPr>
          <p:cNvPr id="4" name="Title 3"/>
          <p:cNvSpPr>
            <a:spLocks noGrp="1"/>
          </p:cNvSpPr>
          <p:nvPr>
            <p:ph type="title" idx="4294967295"/>
          </p:nvPr>
        </p:nvSpPr>
        <p:spPr>
          <a:xfrm>
            <a:off x="228600" y="76200"/>
            <a:ext cx="8232225" cy="667938"/>
          </a:xfrm>
          <a:prstGeom prst="rect">
            <a:avLst/>
          </a:prstGeom>
        </p:spPr>
        <p:txBody>
          <a:bodyPr/>
          <a:lstStyle/>
          <a:p>
            <a:r>
              <a:rPr lang="en-US" dirty="0"/>
              <a:t>Second Protocol for </a:t>
            </a:r>
            <a:r>
              <a:rPr lang="en-US" dirty="0">
                <a:latin typeface="+mj-lt"/>
              </a:rPr>
              <a:t>Vietnam – South Korea DTA / Key changes</a:t>
            </a:r>
            <a:endParaRPr lang="en-GB" dirty="0">
              <a:latin typeface="+mj-lt"/>
            </a:endParaRPr>
          </a:p>
        </p:txBody>
      </p:sp>
      <p:sp>
        <p:nvSpPr>
          <p:cNvPr id="6" name="Content Placeholder 2">
            <a:extLst>
              <a:ext uri="{FF2B5EF4-FFF2-40B4-BE49-F238E27FC236}">
                <a16:creationId xmlns:a16="http://schemas.microsoft.com/office/drawing/2014/main" id="{BDDB3B57-5D3D-408A-8841-6F4B250AA861}"/>
              </a:ext>
            </a:extLst>
          </p:cNvPr>
          <p:cNvSpPr txBox="1">
            <a:spLocks/>
          </p:cNvSpPr>
          <p:nvPr/>
        </p:nvSpPr>
        <p:spPr>
          <a:xfrm>
            <a:off x="232143" y="5107434"/>
            <a:ext cx="8607055" cy="1138262"/>
          </a:xfrm>
          <a:prstGeom prst="rect">
            <a:avLst/>
          </a:prstGeom>
        </p:spPr>
        <p:txBody>
          <a:bodyPr/>
          <a:lstStyle>
            <a:lvl1pPr marL="0" indent="0" algn="l" defTabSz="914400" rtl="0" eaLnBrk="1" latinLnBrk="0" hangingPunct="1">
              <a:lnSpc>
                <a:spcPct val="100000"/>
              </a:lnSpc>
              <a:spcBef>
                <a:spcPts val="1200"/>
              </a:spcBef>
              <a:buFont typeface="Arial" pitchFamily="34" charset="0"/>
              <a:buNone/>
              <a:defRPr lang="en-US" sz="1600" b="1" kern="1200" noProof="0" dirty="0" smtClean="0">
                <a:solidFill>
                  <a:srgbClr val="00338D"/>
                </a:solidFill>
                <a:latin typeface="Arial"/>
                <a:ea typeface="+mn-ea"/>
                <a:cs typeface="Arial" pitchFamily="34" charset="0"/>
              </a:defRPr>
            </a:lvl1pPr>
            <a:lvl2pPr marL="0" indent="0" algn="l" defTabSz="914400" rtl="0" eaLnBrk="1" latinLnBrk="0" hangingPunct="1">
              <a:lnSpc>
                <a:spcPct val="100000"/>
              </a:lnSpc>
              <a:spcBef>
                <a:spcPts val="1200"/>
              </a:spcBef>
              <a:buFont typeface="Arial" pitchFamily="34" charset="0"/>
              <a:buNone/>
              <a:defRPr lang="en-US" sz="1600" b="0" kern="1200" noProof="0" dirty="0" smtClean="0">
                <a:solidFill>
                  <a:schemeClr val="tx1"/>
                </a:solidFill>
                <a:latin typeface="Arial"/>
                <a:ea typeface="+mn-ea"/>
                <a:cs typeface="Arial" pitchFamily="34" charset="0"/>
              </a:defRPr>
            </a:lvl2pPr>
            <a:lvl3pPr marL="273050" indent="-273050" algn="l" defTabSz="914400" rtl="0" eaLnBrk="1" latinLnBrk="0" hangingPunct="1">
              <a:lnSpc>
                <a:spcPct val="100000"/>
              </a:lnSpc>
              <a:spcBef>
                <a:spcPts val="1200"/>
              </a:spcBef>
              <a:buClr>
                <a:srgbClr val="97989A"/>
              </a:buClr>
              <a:buFont typeface="Arial" pitchFamily="34" charset="0"/>
              <a:buChar char="■"/>
              <a:defRPr lang="en-US" sz="1600" b="0" kern="1200" noProof="0" dirty="0" smtClean="0">
                <a:solidFill>
                  <a:schemeClr val="tx1"/>
                </a:solidFill>
                <a:latin typeface="Arial"/>
                <a:ea typeface="+mn-ea"/>
                <a:cs typeface="Arial" pitchFamily="34" charset="0"/>
              </a:defRPr>
            </a:lvl3pPr>
            <a:lvl4pPr marL="536575" indent="-263525" algn="l" defTabSz="914400" rtl="0" eaLnBrk="1" latinLnBrk="0" hangingPunct="1">
              <a:lnSpc>
                <a:spcPct val="100000"/>
              </a:lnSpc>
              <a:spcBef>
                <a:spcPts val="1200"/>
              </a:spcBef>
              <a:buClr>
                <a:srgbClr val="97989A"/>
              </a:buClr>
              <a:buFont typeface="Arial" pitchFamily="34" charset="0"/>
              <a:buChar char="–"/>
              <a:tabLst/>
              <a:defRPr lang="en-US" sz="1600" b="0" kern="1200" noProof="0" dirty="0" smtClean="0">
                <a:solidFill>
                  <a:schemeClr val="tx1"/>
                </a:solidFill>
                <a:latin typeface="Arial"/>
                <a:ea typeface="+mn-ea"/>
                <a:cs typeface="Arial" pitchFamily="34" charset="0"/>
              </a:defRPr>
            </a:lvl4pPr>
            <a:lvl5pPr marL="809625" indent="-271463" algn="l" defTabSz="914400" rtl="0" eaLnBrk="1" latinLnBrk="0" hangingPunct="1">
              <a:lnSpc>
                <a:spcPct val="100000"/>
              </a:lnSpc>
              <a:spcBef>
                <a:spcPts val="1200"/>
              </a:spcBef>
              <a:buClr>
                <a:srgbClr val="97989A"/>
              </a:buClr>
              <a:buFont typeface="Arial" pitchFamily="34" charset="0"/>
              <a:buChar char="■"/>
              <a:tabLst/>
              <a:defRPr lang="en-GB" sz="1600" b="0" kern="1200" baseline="0" noProof="0" dirty="0" smtClean="0">
                <a:solidFill>
                  <a:schemeClr val="tx1"/>
                </a:solidFill>
                <a:latin typeface="Arial"/>
                <a:ea typeface="+mn-ea"/>
                <a:cs typeface="Arial" pitchFamily="34" charset="0"/>
              </a:defRPr>
            </a:lvl5pPr>
            <a:lvl6pPr marL="1082675" indent="-273050" algn="l" defTabSz="893763" rtl="0" eaLnBrk="1" latinLnBrk="0" hangingPunct="1">
              <a:lnSpc>
                <a:spcPct val="100000"/>
              </a:lnSpc>
              <a:spcBef>
                <a:spcPts val="1200"/>
              </a:spcBef>
              <a:buClr>
                <a:srgbClr val="97989A"/>
              </a:buClr>
              <a:buFont typeface="Arial" pitchFamily="34" charset="0"/>
              <a:buChar char="–"/>
              <a:defRPr lang="en-GB" sz="1600" kern="1200" dirty="0" smtClean="0">
                <a:solidFill>
                  <a:schemeClr val="tx1"/>
                </a:solidFill>
                <a:latin typeface="Arial"/>
                <a:ea typeface="+mn-ea"/>
                <a:cs typeface="Arial" pitchFamily="34" charset="0"/>
              </a:defRPr>
            </a:lvl6pPr>
            <a:lvl7pPr marL="1344613" indent="-266700" algn="l" defTabSz="914400" rtl="0" eaLnBrk="1" latinLnBrk="0" hangingPunct="1">
              <a:lnSpc>
                <a:spcPct val="100000"/>
              </a:lnSpc>
              <a:spcBef>
                <a:spcPts val="1200"/>
              </a:spcBef>
              <a:buClr>
                <a:srgbClr val="97989A"/>
              </a:buClr>
              <a:buFont typeface="Arial" pitchFamily="34" charset="0"/>
              <a:buChar char="■"/>
              <a:defRPr lang="en-GB" sz="1600" kern="1200" baseline="0" dirty="0" smtClean="0">
                <a:solidFill>
                  <a:schemeClr val="tx1"/>
                </a:solidFill>
                <a:latin typeface="Arial"/>
                <a:ea typeface="+mn-ea"/>
                <a:cs typeface="Arial" pitchFamily="34" charset="0"/>
              </a:defRPr>
            </a:lvl7pPr>
            <a:lvl8pPr marL="1619250" indent="-274638" algn="l" defTabSz="914400" rtl="0" eaLnBrk="1" latinLnBrk="0" hangingPunct="1">
              <a:lnSpc>
                <a:spcPct val="100000"/>
              </a:lnSpc>
              <a:spcBef>
                <a:spcPts val="1200"/>
              </a:spcBef>
              <a:buClr>
                <a:srgbClr val="97989A"/>
              </a:buClr>
              <a:buFont typeface="Arial" pitchFamily="34" charset="0"/>
              <a:buChar char="–"/>
              <a:defRPr lang="en-GB" sz="1600" kern="1200" dirty="0" smtClean="0">
                <a:solidFill>
                  <a:schemeClr val="tx1"/>
                </a:solidFill>
                <a:latin typeface="Arial"/>
                <a:ea typeface="+mn-ea"/>
                <a:cs typeface="+mn-cs"/>
              </a:defRPr>
            </a:lvl8pPr>
            <a:lvl9pPr marL="1876425" indent="-257175" algn="l" defTabSz="914400" rtl="0" eaLnBrk="1" latinLnBrk="0" hangingPunct="1">
              <a:lnSpc>
                <a:spcPct val="100000"/>
              </a:lnSpc>
              <a:spcBef>
                <a:spcPts val="1200"/>
              </a:spcBef>
              <a:buClr>
                <a:srgbClr val="97989A"/>
              </a:buClr>
              <a:buFont typeface="Arial" pitchFamily="34" charset="0"/>
              <a:buChar char="■"/>
              <a:defRPr lang="en-GB" sz="1600" kern="1200" dirty="0" smtClean="0">
                <a:solidFill>
                  <a:schemeClr val="tx1"/>
                </a:solidFill>
                <a:latin typeface="Arial"/>
                <a:ea typeface="+mn-ea"/>
                <a:cs typeface="Arial" pitchFamily="34" charset="0"/>
              </a:defRPr>
            </a:lvl9pPr>
          </a:lstStyle>
          <a:p>
            <a:r>
              <a:rPr lang="en-US" sz="1200" dirty="0">
                <a:latin typeface="Arial" panose="020B0604020202020204" pitchFamily="34" charset="0"/>
              </a:rPr>
              <a:t>Effectiveness </a:t>
            </a:r>
          </a:p>
          <a:p>
            <a:pPr marL="171450" lvl="2" indent="-171450" defTabSz="990570">
              <a:spcBef>
                <a:spcPts val="0"/>
              </a:spcBef>
              <a:spcAft>
                <a:spcPts val="300"/>
              </a:spcAft>
              <a:buClr>
                <a:schemeClr val="tx2"/>
              </a:buClr>
              <a:buFont typeface="Arial" panose="020B0604020202020204" pitchFamily="34" charset="0"/>
              <a:buChar char="−"/>
              <a:defRPr/>
            </a:pPr>
            <a:r>
              <a:rPr lang="en-US" sz="1000" dirty="0">
                <a:solidFill>
                  <a:srgbClr val="00338D"/>
                </a:solidFill>
                <a:latin typeface="+mn-lt"/>
                <a:cs typeface="+mn-cs"/>
              </a:rPr>
              <a:t>Subject to the completion of domestic procedures by each Contracting Country</a:t>
            </a:r>
          </a:p>
          <a:p>
            <a:pPr marL="171450" lvl="2" indent="-171450" defTabSz="990570">
              <a:spcBef>
                <a:spcPts val="0"/>
              </a:spcBef>
              <a:spcAft>
                <a:spcPts val="300"/>
              </a:spcAft>
              <a:buClr>
                <a:schemeClr val="tx2"/>
              </a:buClr>
              <a:buFont typeface="Arial" panose="020B0604020202020204" pitchFamily="34" charset="0"/>
              <a:buChar char="−"/>
              <a:defRPr/>
            </a:pPr>
            <a:r>
              <a:rPr lang="en-US" sz="1000" dirty="0">
                <a:solidFill>
                  <a:srgbClr val="00338D"/>
                </a:solidFill>
                <a:latin typeface="+mn-lt"/>
                <a:cs typeface="+mn-cs"/>
              </a:rPr>
              <a:t>Vietnam ratified under Resolution 73/NQ-CP dated 18 May 2020</a:t>
            </a:r>
          </a:p>
        </p:txBody>
      </p:sp>
    </p:spTree>
    <p:extLst>
      <p:ext uri="{BB962C8B-B14F-4D97-AF65-F5344CB8AC3E}">
        <p14:creationId xmlns:p14="http://schemas.microsoft.com/office/powerpoint/2010/main" val="364569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65707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4.41"/>
  <p:tag name="TYPE" val="Screen"/>
  <p:tag name="KEYWORD" val="SCREEN"/>
  <p:tag name="TEMPLATEVERSION" val="28/02/2014 11:04:15"/>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COPYRIGHT1" val="TRU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KPMG_Standard_4x3_0922_2015">
  <a:themeElements>
    <a:clrScheme name="Custom 1">
      <a:dk1>
        <a:srgbClr val="000000"/>
      </a:dk1>
      <a:lt1>
        <a:sysClr val="window" lastClr="FFFFFF"/>
      </a:lt1>
      <a:dk2>
        <a:srgbClr val="00338D"/>
      </a:dk2>
      <a:lt2>
        <a:srgbClr val="005EB8"/>
      </a:lt2>
      <a:accent1>
        <a:srgbClr val="0091DA"/>
      </a:accent1>
      <a:accent2>
        <a:srgbClr val="483698"/>
      </a:accent2>
      <a:accent3>
        <a:srgbClr val="470A68"/>
      </a:accent3>
      <a:accent4>
        <a:srgbClr val="6D2077"/>
      </a:accent4>
      <a:accent5>
        <a:srgbClr val="00A3A1"/>
      </a:accent5>
      <a:accent6>
        <a:srgbClr val="C6007E"/>
      </a:accent6>
      <a:hlink>
        <a:srgbClr val="0091DA"/>
      </a:hlink>
      <a:folHlink>
        <a:srgbClr val="0091DA"/>
      </a:folHlink>
    </a:clrScheme>
    <a:fontScheme name="Office">
      <a:majorFont>
        <a:latin typeface="Univers for KPMG"/>
        <a:ea typeface=""/>
        <a:cs typeface=""/>
        <a:font script="Jpan" typeface="ＭＳ Ｐゴシック"/>
        <a:font script="Hang" typeface="맑은 고딕"/>
        <a:font script="Hans" typeface="宋体"/>
        <a:font script="Hant" typeface="新細明體"/>
        <a:font script="Arab" typeface="Univers for KPMG"/>
        <a:font script="Hebr" typeface="Univers for KPMG"/>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Univers for KPMG"/>
        <a:font script="Uigh" typeface="Microsoft Uighur"/>
      </a:majorFont>
      <a:minorFont>
        <a:latin typeface="Univers for KPMG"/>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600" dirty="0" smtClean="0">
            <a:solidFill>
              <a:srgbClr val="003087"/>
            </a:solidFill>
            <a:latin typeface="Univers for KPMG"/>
            <a:cs typeface="Univers for KPMG"/>
          </a:defRPr>
        </a:defPPr>
      </a:lstStyle>
    </a:txDef>
  </a:objectDefaults>
  <a:extraClrSchemeLst/>
  <a:extLst>
    <a:ext uri="{05A4C25C-085E-4340-85A3-A5531E510DB2}">
      <thm15:themeFamily xmlns:thm15="http://schemas.microsoft.com/office/thememl/2012/main" name="KPMG Screen Standard Template.pptx" id="{5F1D9078-4762-46BA-B5C6-910E0203C113}" vid="{99CB6A2A-3A3F-4A77-A58B-8E24926C17CE}"/>
    </a:ext>
  </a:extLst>
</a:theme>
</file>

<file path=ppt/theme/theme2.xml><?xml version="1.0" encoding="utf-8"?>
<a:theme xmlns:a="http://schemas.openxmlformats.org/drawingml/2006/main" name="CREATE SCREEN">
  <a:themeElements>
    <a:clrScheme name="KPMG Colours">
      <a:dk1>
        <a:srgbClr val="000000"/>
      </a:dk1>
      <a:lt1>
        <a:srgbClr val="FFFFFF"/>
      </a:lt1>
      <a:dk2>
        <a:srgbClr val="007C92"/>
      </a:dk2>
      <a:lt2>
        <a:srgbClr val="747678"/>
      </a:lt2>
      <a:accent1>
        <a:srgbClr val="8E258D"/>
      </a:accent1>
      <a:accent2>
        <a:srgbClr val="A79E70"/>
      </a:accent2>
      <a:accent3>
        <a:srgbClr val="7AB800"/>
      </a:accent3>
      <a:accent4>
        <a:srgbClr val="00338D"/>
      </a:accent4>
      <a:accent5>
        <a:srgbClr val="C84E00"/>
      </a:accent5>
      <a:accent6>
        <a:srgbClr val="EBB700"/>
      </a:accent6>
      <a:hlink>
        <a:srgbClr val="007C92"/>
      </a:hlink>
      <a:folHlink>
        <a:srgbClr val="8E258D"/>
      </a:folHlink>
    </a:clrScheme>
    <a:fontScheme name="KPMG Theme">
      <a:majorFont>
        <a:latin typeface="Arial"/>
        <a:ea typeface=""/>
        <a:cs typeface=""/>
      </a:majorFont>
      <a:minorFont>
        <a:latin typeface="Arial"/>
        <a:ea typeface=""/>
        <a:cs typeface=""/>
      </a:minorFont>
    </a:fontScheme>
    <a:fmtScheme name="KPMG Theme">
      <a:fillStyleLst>
        <a:solidFill>
          <a:schemeClr val="phClr"/>
        </a:solidFill>
        <a:solidFill>
          <a:schemeClr val="phClr">
            <a:tint val="0"/>
          </a:schemeClr>
        </a:solidFill>
        <a:solidFill>
          <a:schemeClr val="phClr"/>
        </a:solidFill>
      </a:fillStyleLst>
      <a:lnStyleLst>
        <a:ln w="6350" cap="rnd" cmpd="sng" algn="ctr">
          <a:solidFill>
            <a:schemeClr val="phClr"/>
          </a:solidFill>
          <a:prstDash val="solid"/>
        </a:ln>
        <a:ln w="12700" cap="rnd" cmpd="sng" algn="ctr">
          <a:solidFill>
            <a:schemeClr val="phClr"/>
          </a:solidFill>
          <a:prstDash val="solid"/>
        </a:ln>
        <a:ln w="19050" cap="rnd"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solidFill>
          <a:schemeClr val="tx2"/>
        </a:solidFill>
        <a:ln>
          <a:noFill/>
        </a:ln>
      </a:spPr>
      <a:bodyPr lIns="54000" tIns="54000" rIns="54000" bIns="54000"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000" tIns="54000" rIns="54000" bIns="54000" rtlCol="0">
        <a:noAutofit/>
      </a:bodyPr>
      <a:lstStyle>
        <a:defPPr>
          <a:defRPr sz="900" dirty="0" smtClean="0">
            <a:latin typeface="Arial" pitchFamily="34" charset="0"/>
            <a:cs typeface="Arial" pitchFamily="34" charset="0"/>
          </a:defRPr>
        </a:defPPr>
      </a:lstStyle>
    </a:txDef>
  </a:objectDefaults>
  <a:extraClrSchemeLst>
    <a:extraClrScheme>
      <a:clrScheme name="KPMG Colours">
        <a:dk1>
          <a:srgbClr val="000000"/>
        </a:dk1>
        <a:lt1>
          <a:srgbClr val="FFFFFF"/>
        </a:lt1>
        <a:dk2>
          <a:srgbClr val="007C92"/>
        </a:dk2>
        <a:lt2>
          <a:srgbClr val="747678"/>
        </a:lt2>
        <a:accent1>
          <a:srgbClr val="8E258D"/>
        </a:accent1>
        <a:accent2>
          <a:srgbClr val="A79E70"/>
        </a:accent2>
        <a:accent3>
          <a:srgbClr val="7AB800"/>
        </a:accent3>
        <a:accent4>
          <a:srgbClr val="00338D"/>
        </a:accent4>
        <a:accent5>
          <a:srgbClr val="C84E00"/>
        </a:accent5>
        <a:accent6>
          <a:srgbClr val="EBB700"/>
        </a:accent6>
        <a:hlink>
          <a:srgbClr val="007C92"/>
        </a:hlink>
        <a:folHlink>
          <a:srgbClr val="8E258D"/>
        </a:folHlink>
      </a:clrScheme>
    </a:extraClrScheme>
  </a:extraClrSchemeLst>
  <a:custClrLst>
    <a:custClr name="Turquoise 100%">
      <a:srgbClr val="007C92"/>
    </a:custClr>
    <a:custClr name="Deep Purple 100%">
      <a:srgbClr val="8E258D"/>
    </a:custClr>
    <a:custClr name="Tan 100%">
      <a:srgbClr val="A79E70"/>
    </a:custClr>
    <a:custClr name="Bright Green 100%">
      <a:srgbClr val="7AB800"/>
    </a:custClr>
    <a:custClr name="Deep Blue 100%">
      <a:srgbClr val="00338D"/>
    </a:custClr>
    <a:custClr name="Orange 100%">
      <a:srgbClr val="C84E00"/>
    </a:custClr>
    <a:custClr name="Bright Yellow 100%">
      <a:srgbClr val="EBB700"/>
    </a:custClr>
    <a:custClr name="Powder Blue 100%">
      <a:srgbClr val="98C6EA"/>
    </a:custClr>
    <a:custClr name="Gray 100%">
      <a:srgbClr val="747678"/>
    </a:custClr>
    <a:custClr name="Red 100%">
      <a:srgbClr val="9E3039"/>
    </a:custClr>
    <a:custClr name="Turquoise 75%">
      <a:srgbClr val="409DAD"/>
    </a:custClr>
    <a:custClr name="Deep Purple 75%">
      <a:srgbClr val="AA5CAA"/>
    </a:custClr>
    <a:custClr name="Tan 75%">
      <a:srgbClr val="BDB694"/>
    </a:custClr>
    <a:custClr name="Bright Green 75%">
      <a:srgbClr val="9BCA40"/>
    </a:custClr>
    <a:custClr name="Deep Blue 75%">
      <a:srgbClr val="4066AA"/>
    </a:custClr>
    <a:custClr name="Orange 75%">
      <a:srgbClr val="D67A40"/>
    </a:custClr>
    <a:custClr name="Bright Yellow 75%">
      <a:srgbClr val="F0C940"/>
    </a:custClr>
    <a:custClr name="Powder Blue 75%">
      <a:srgbClr val="B2D4EF"/>
    </a:custClr>
    <a:custClr name="Gray 75%">
      <a:srgbClr val="97989A"/>
    </a:custClr>
    <a:custClr name="Red 75%">
      <a:srgbClr val="B6646B"/>
    </a:custClr>
    <a:custClr name="Turquoise 50%">
      <a:srgbClr val="80BEC9"/>
    </a:custClr>
    <a:custClr name="Deep Purple 50%">
      <a:srgbClr val="C792C6"/>
    </a:custClr>
    <a:custClr name="Tan 50%">
      <a:srgbClr val="D3CFB8"/>
    </a:custClr>
    <a:custClr name="Bright Green 50%">
      <a:srgbClr val="BDDC80"/>
    </a:custClr>
    <a:custClr name="Deep Blue 50%">
      <a:srgbClr val="8099C6"/>
    </a:custClr>
    <a:custClr name="Orange 50%">
      <a:srgbClr val="E3A780"/>
    </a:custClr>
    <a:custClr name="Bright Yellow 50%">
      <a:srgbClr val="F5DB7E"/>
    </a:custClr>
    <a:custClr name="Powder Blue 50%">
      <a:srgbClr val="CCE3F4"/>
    </a:custClr>
    <a:custClr name="Gray 50%">
      <a:srgbClr val="BABBBC"/>
    </a:custClr>
    <a:custClr name="Red 50%">
      <a:srgbClr val="CF989C"/>
    </a:custClr>
    <a:custClr name="Turquoise 25%">
      <a:srgbClr val="BFDEE4"/>
    </a:custClr>
    <a:custClr name="Deep Purple 25%">
      <a:srgbClr val="E3C9E3"/>
    </a:custClr>
    <a:custClr name="Tan 25%">
      <a:srgbClr val="E9E7DB"/>
    </a:custClr>
    <a:custClr name="Bright Green 25%">
      <a:srgbClr val="DEEDBF"/>
    </a:custClr>
    <a:custClr name="Deep Blue 25%">
      <a:srgbClr val="BFCCE3"/>
    </a:custClr>
    <a:custClr name="Orange 25%">
      <a:srgbClr val="F1D3BF"/>
    </a:custClr>
    <a:custClr name="Bright Yellow 25%">
      <a:srgbClr val="FAEDBF"/>
    </a:custClr>
    <a:custClr name="Powder Blue 25%">
      <a:srgbClr val="E5F1FA"/>
    </a:custClr>
    <a:custClr name="Gray 25%">
      <a:srgbClr val="DCDDDD"/>
    </a:custClr>
    <a:custClr name="Red 25%">
      <a:srgbClr val="E7CBCE"/>
    </a:custClr>
    <a:custClr name="Turquoise 10%">
      <a:srgbClr val="E5F2F4"/>
    </a:custClr>
    <a:custClr name="Deep Purple 10%">
      <a:srgbClr val="F3E9F3"/>
    </a:custClr>
    <a:custClr name="Tan 10%">
      <a:srgbClr val="F6F5F0"/>
    </a:custClr>
    <a:custClr name="Bright Green 10%">
      <a:srgbClr val="F1F8E5"/>
    </a:custClr>
    <a:custClr name="Deep Blue 10%">
      <a:srgbClr val="E5EAF3"/>
    </a:custClr>
    <a:custClr name="Orange 10%">
      <a:srgbClr val="F9EDE5"/>
    </a:custClr>
    <a:custClr name="Bright Yellow 10%">
      <a:srgbClr val="FDF8E5"/>
    </a:custClr>
    <a:custClr name="Powder Blue 10%">
      <a:srgbClr val="F4F9FD"/>
    </a:custClr>
    <a:custClr name="Gray 10%">
      <a:srgbClr val="F1F1F1"/>
    </a:custClr>
    <a:custClr name="Red 10%">
      <a:srgbClr val="F5EAEB"/>
    </a:custClr>
  </a:custClrLst>
</a:theme>
</file>

<file path=ppt/theme/theme3.xml><?xml version="1.0" encoding="utf-8"?>
<a:theme xmlns:a="http://schemas.openxmlformats.org/drawingml/2006/main" name="1_CREATE SCREEN">
  <a:themeElements>
    <a:clrScheme name="KPMG Colours">
      <a:dk1>
        <a:srgbClr val="000000"/>
      </a:dk1>
      <a:lt1>
        <a:srgbClr val="FFFFFF"/>
      </a:lt1>
      <a:dk2>
        <a:srgbClr val="007C92"/>
      </a:dk2>
      <a:lt2>
        <a:srgbClr val="747678"/>
      </a:lt2>
      <a:accent1>
        <a:srgbClr val="8E258D"/>
      </a:accent1>
      <a:accent2>
        <a:srgbClr val="A79E70"/>
      </a:accent2>
      <a:accent3>
        <a:srgbClr val="7AB800"/>
      </a:accent3>
      <a:accent4>
        <a:srgbClr val="00338D"/>
      </a:accent4>
      <a:accent5>
        <a:srgbClr val="C84E00"/>
      </a:accent5>
      <a:accent6>
        <a:srgbClr val="EBB700"/>
      </a:accent6>
      <a:hlink>
        <a:srgbClr val="007C92"/>
      </a:hlink>
      <a:folHlink>
        <a:srgbClr val="8E258D"/>
      </a:folHlink>
    </a:clrScheme>
    <a:fontScheme name="KPMG Theme">
      <a:majorFont>
        <a:latin typeface="Arial"/>
        <a:ea typeface=""/>
        <a:cs typeface=""/>
      </a:majorFont>
      <a:minorFont>
        <a:latin typeface="Arial"/>
        <a:ea typeface=""/>
        <a:cs typeface=""/>
      </a:minorFont>
    </a:fontScheme>
    <a:fmtScheme name="KPMG Theme">
      <a:fillStyleLst>
        <a:solidFill>
          <a:schemeClr val="phClr"/>
        </a:solidFill>
        <a:solidFill>
          <a:schemeClr val="phClr">
            <a:tint val="0"/>
          </a:schemeClr>
        </a:solidFill>
        <a:solidFill>
          <a:schemeClr val="phClr"/>
        </a:solidFill>
      </a:fillStyleLst>
      <a:lnStyleLst>
        <a:ln w="6350" cap="rnd" cmpd="sng" algn="ctr">
          <a:solidFill>
            <a:schemeClr val="phClr"/>
          </a:solidFill>
          <a:prstDash val="solid"/>
        </a:ln>
        <a:ln w="12700" cap="rnd" cmpd="sng" algn="ctr">
          <a:solidFill>
            <a:schemeClr val="phClr"/>
          </a:solidFill>
          <a:prstDash val="solid"/>
        </a:ln>
        <a:ln w="19050" cap="rnd"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solidFill>
          <a:schemeClr val="tx2"/>
        </a:solidFill>
        <a:ln>
          <a:noFill/>
        </a:ln>
      </a:spPr>
      <a:bodyPr lIns="54000" tIns="54000" rIns="54000" bIns="54000"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000" tIns="54000" rIns="54000" bIns="54000" rtlCol="0">
        <a:noAutofit/>
      </a:bodyPr>
      <a:lstStyle>
        <a:defPPr>
          <a:defRPr sz="900" dirty="0" smtClean="0">
            <a:latin typeface="Arial" pitchFamily="34" charset="0"/>
            <a:cs typeface="Arial" pitchFamily="34" charset="0"/>
          </a:defRPr>
        </a:defPPr>
      </a:lstStyle>
    </a:txDef>
  </a:objectDefaults>
  <a:extraClrSchemeLst>
    <a:extraClrScheme>
      <a:clrScheme name="KPMG Colours">
        <a:dk1>
          <a:srgbClr val="000000"/>
        </a:dk1>
        <a:lt1>
          <a:srgbClr val="FFFFFF"/>
        </a:lt1>
        <a:dk2>
          <a:srgbClr val="007C92"/>
        </a:dk2>
        <a:lt2>
          <a:srgbClr val="747678"/>
        </a:lt2>
        <a:accent1>
          <a:srgbClr val="8E258D"/>
        </a:accent1>
        <a:accent2>
          <a:srgbClr val="A79E70"/>
        </a:accent2>
        <a:accent3>
          <a:srgbClr val="7AB800"/>
        </a:accent3>
        <a:accent4>
          <a:srgbClr val="00338D"/>
        </a:accent4>
        <a:accent5>
          <a:srgbClr val="C84E00"/>
        </a:accent5>
        <a:accent6>
          <a:srgbClr val="EBB700"/>
        </a:accent6>
        <a:hlink>
          <a:srgbClr val="007C92"/>
        </a:hlink>
        <a:folHlink>
          <a:srgbClr val="8E258D"/>
        </a:folHlink>
      </a:clrScheme>
    </a:extraClrScheme>
  </a:extraClrSchemeLst>
  <a:custClrLst>
    <a:custClr name="Turquoise 100%">
      <a:srgbClr val="007C92"/>
    </a:custClr>
    <a:custClr name="Deep Purple 100%">
      <a:srgbClr val="8E258D"/>
    </a:custClr>
    <a:custClr name="Tan 100%">
      <a:srgbClr val="A79E70"/>
    </a:custClr>
    <a:custClr name="Bright Green 100%">
      <a:srgbClr val="7AB800"/>
    </a:custClr>
    <a:custClr name="Deep Blue 100%">
      <a:srgbClr val="00338D"/>
    </a:custClr>
    <a:custClr name="Orange 100%">
      <a:srgbClr val="C84E00"/>
    </a:custClr>
    <a:custClr name="Bright Yellow 100%">
      <a:srgbClr val="EBB700"/>
    </a:custClr>
    <a:custClr name="Powder Blue 100%">
      <a:srgbClr val="98C6EA"/>
    </a:custClr>
    <a:custClr name="Gray 100%">
      <a:srgbClr val="747678"/>
    </a:custClr>
    <a:custClr name="Red 100%">
      <a:srgbClr val="9E3039"/>
    </a:custClr>
    <a:custClr name="Turquoise 75%">
      <a:srgbClr val="409DAD"/>
    </a:custClr>
    <a:custClr name="Deep Purple 75%">
      <a:srgbClr val="AA5CAA"/>
    </a:custClr>
    <a:custClr name="Tan 75%">
      <a:srgbClr val="BDB694"/>
    </a:custClr>
    <a:custClr name="Bright Green 75%">
      <a:srgbClr val="9BCA40"/>
    </a:custClr>
    <a:custClr name="Deep Blue 75%">
      <a:srgbClr val="4066AA"/>
    </a:custClr>
    <a:custClr name="Orange 75%">
      <a:srgbClr val="D67A40"/>
    </a:custClr>
    <a:custClr name="Bright Yellow 75%">
      <a:srgbClr val="F0C940"/>
    </a:custClr>
    <a:custClr name="Powder Blue 75%">
      <a:srgbClr val="B2D4EF"/>
    </a:custClr>
    <a:custClr name="Gray 75%">
      <a:srgbClr val="97989A"/>
    </a:custClr>
    <a:custClr name="Red 75%">
      <a:srgbClr val="B6646B"/>
    </a:custClr>
    <a:custClr name="Turquoise 50%">
      <a:srgbClr val="80BEC9"/>
    </a:custClr>
    <a:custClr name="Deep Purple 50%">
      <a:srgbClr val="C792C6"/>
    </a:custClr>
    <a:custClr name="Tan 50%">
      <a:srgbClr val="D3CFB8"/>
    </a:custClr>
    <a:custClr name="Bright Green 50%">
      <a:srgbClr val="BDDC80"/>
    </a:custClr>
    <a:custClr name="Deep Blue 50%">
      <a:srgbClr val="8099C6"/>
    </a:custClr>
    <a:custClr name="Orange 50%">
      <a:srgbClr val="E3A780"/>
    </a:custClr>
    <a:custClr name="Bright Yellow 50%">
      <a:srgbClr val="F5DB7E"/>
    </a:custClr>
    <a:custClr name="Powder Blue 50%">
      <a:srgbClr val="CCE3F4"/>
    </a:custClr>
    <a:custClr name="Gray 50%">
      <a:srgbClr val="BABBBC"/>
    </a:custClr>
    <a:custClr name="Red 50%">
      <a:srgbClr val="CF989C"/>
    </a:custClr>
    <a:custClr name="Turquoise 25%">
      <a:srgbClr val="BFDEE4"/>
    </a:custClr>
    <a:custClr name="Deep Purple 25%">
      <a:srgbClr val="E3C9E3"/>
    </a:custClr>
    <a:custClr name="Tan 25%">
      <a:srgbClr val="E9E7DB"/>
    </a:custClr>
    <a:custClr name="Bright Green 25%">
      <a:srgbClr val="DEEDBF"/>
    </a:custClr>
    <a:custClr name="Deep Blue 25%">
      <a:srgbClr val="BFCCE3"/>
    </a:custClr>
    <a:custClr name="Orange 25%">
      <a:srgbClr val="F1D3BF"/>
    </a:custClr>
    <a:custClr name="Bright Yellow 25%">
      <a:srgbClr val="FAEDBF"/>
    </a:custClr>
    <a:custClr name="Powder Blue 25%">
      <a:srgbClr val="E5F1FA"/>
    </a:custClr>
    <a:custClr name="Gray 25%">
      <a:srgbClr val="DCDDDD"/>
    </a:custClr>
    <a:custClr name="Red 25%">
      <a:srgbClr val="E7CBCE"/>
    </a:custClr>
    <a:custClr name="Turquoise 10%">
      <a:srgbClr val="E5F2F4"/>
    </a:custClr>
    <a:custClr name="Deep Purple 10%">
      <a:srgbClr val="F3E9F3"/>
    </a:custClr>
    <a:custClr name="Tan 10%">
      <a:srgbClr val="F6F5F0"/>
    </a:custClr>
    <a:custClr name="Bright Green 10%">
      <a:srgbClr val="F1F8E5"/>
    </a:custClr>
    <a:custClr name="Deep Blue 10%">
      <a:srgbClr val="E5EAF3"/>
    </a:custClr>
    <a:custClr name="Orange 10%">
      <a:srgbClr val="F9EDE5"/>
    </a:custClr>
    <a:custClr name="Bright Yellow 10%">
      <a:srgbClr val="FDF8E5"/>
    </a:custClr>
    <a:custClr name="Powder Blue 10%">
      <a:srgbClr val="F4F9FD"/>
    </a:custClr>
    <a:custClr name="Gray 10%">
      <a:srgbClr val="F1F1F1"/>
    </a:custClr>
    <a:custClr name="Red 10%">
      <a:srgbClr val="F5EAEB"/>
    </a:custClr>
  </a:custClr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KPMG Colours">
    <a:dk1>
      <a:srgbClr val="000000"/>
    </a:dk1>
    <a:lt1>
      <a:srgbClr val="FFFFFF"/>
    </a:lt1>
    <a:dk2>
      <a:srgbClr val="007C92"/>
    </a:dk2>
    <a:lt2>
      <a:srgbClr val="747678"/>
    </a:lt2>
    <a:accent1>
      <a:srgbClr val="8E258D"/>
    </a:accent1>
    <a:accent2>
      <a:srgbClr val="A79E70"/>
    </a:accent2>
    <a:accent3>
      <a:srgbClr val="7AB800"/>
    </a:accent3>
    <a:accent4>
      <a:srgbClr val="00338D"/>
    </a:accent4>
    <a:accent5>
      <a:srgbClr val="C84E00"/>
    </a:accent5>
    <a:accent6>
      <a:srgbClr val="EBB700"/>
    </a:accent6>
    <a:hlink>
      <a:srgbClr val="007C92"/>
    </a:hlink>
    <a:folHlink>
      <a:srgbClr val="8E258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6070EC7B8CDA46B67D0AB247BB0995" ma:contentTypeVersion="17" ma:contentTypeDescription="Create a new document." ma:contentTypeScope="" ma:versionID="6208f6ef4f99ac4220cc73d428f7a3be">
  <xsd:schema xmlns:xsd="http://www.w3.org/2001/XMLSchema" xmlns:xs="http://www.w3.org/2001/XMLSchema" xmlns:p="http://schemas.microsoft.com/office/2006/metadata/properties" xmlns:ns2="3841c666-fd63-40bc-beef-ced2745222d3" xmlns:ns3="097e1a6a-fc06-45b2-8873-15e0270064ac" xmlns:ns4="4243d5be-521d-4052-81ca-f0f31ea6f2da" targetNamespace="http://schemas.microsoft.com/office/2006/metadata/properties" ma:root="true" ma:fieldsID="811c77fad17e661c7daf78d2eb917f1e" ns2:_="" ns3:_="" ns4:_="">
    <xsd:import namespace="3841c666-fd63-40bc-beef-ced2745222d3"/>
    <xsd:import namespace="097e1a6a-fc06-45b2-8873-15e0270064ac"/>
    <xsd:import namespace="4243d5be-521d-4052-81ca-f0f31ea6f2d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41c666-fd63-40bc-beef-ced2745222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97e1a6a-fc06-45b2-8873-15e0270064ac"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243d5be-521d-4052-81ca-f0f31ea6f2da"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a735b32c-89d7-4def-8826-2e55c195f91e}" ma:internalName="TaxCatchAll" ma:showField="CatchAllData" ma:web="097e1a6a-fc06-45b2-8873-15e0270064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841c666-fd63-40bc-beef-ced2745222d3">
      <Terms xmlns="http://schemas.microsoft.com/office/infopath/2007/PartnerControls"/>
    </lcf76f155ced4ddcb4097134ff3c332f>
    <TaxCatchAll xmlns="4243d5be-521d-4052-81ca-f0f31ea6f2da" xsi:nil="true"/>
  </documentManagement>
</p:properties>
</file>

<file path=customXml/itemProps1.xml><?xml version="1.0" encoding="utf-8"?>
<ds:datastoreItem xmlns:ds="http://schemas.openxmlformats.org/officeDocument/2006/customXml" ds:itemID="{2015269A-B386-4639-ACBD-CA78CB3ADF8E}"/>
</file>

<file path=customXml/itemProps2.xml><?xml version="1.0" encoding="utf-8"?>
<ds:datastoreItem xmlns:ds="http://schemas.openxmlformats.org/officeDocument/2006/customXml" ds:itemID="{B9E9260E-13A0-4B0A-90CF-FD78329604A5}"/>
</file>

<file path=customXml/itemProps3.xml><?xml version="1.0" encoding="utf-8"?>
<ds:datastoreItem xmlns:ds="http://schemas.openxmlformats.org/officeDocument/2006/customXml" ds:itemID="{5A9852F6-CBFE-474B-9690-4A628CF70E84}"/>
</file>

<file path=docProps/app.xml><?xml version="1.0" encoding="utf-8"?>
<Properties xmlns="http://schemas.openxmlformats.org/officeDocument/2006/extended-properties" xmlns:vt="http://schemas.openxmlformats.org/officeDocument/2006/docPropsVTypes">
  <Template/>
  <TotalTime>9623</TotalTime>
  <Words>971</Words>
  <Application>Microsoft Office PowerPoint</Application>
  <PresentationFormat>On-screen Show (4:3)</PresentationFormat>
  <Paragraphs>58</Paragraphs>
  <Slides>4</Slides>
  <Notes>2</Notes>
  <HiddenSlides>0</HiddenSlides>
  <MMClips>0</MMClips>
  <ScaleCrop>false</ScaleCrop>
  <HeadingPairs>
    <vt:vector size="8" baseType="variant">
      <vt:variant>
        <vt:lpstr>Fonts Used</vt:lpstr>
      </vt:variant>
      <vt:variant>
        <vt:i4>8</vt:i4>
      </vt:variant>
      <vt:variant>
        <vt:lpstr>Theme</vt:lpstr>
      </vt:variant>
      <vt:variant>
        <vt:i4>3</vt:i4>
      </vt:variant>
      <vt:variant>
        <vt:lpstr>Embedded OLE Servers</vt:lpstr>
      </vt:variant>
      <vt:variant>
        <vt:i4>1</vt:i4>
      </vt:variant>
      <vt:variant>
        <vt:lpstr>Slide Titles</vt:lpstr>
      </vt:variant>
      <vt:variant>
        <vt:i4>4</vt:i4>
      </vt:variant>
    </vt:vector>
  </HeadingPairs>
  <TitlesOfParts>
    <vt:vector size="16" baseType="lpstr">
      <vt:lpstr>Arial</vt:lpstr>
      <vt:lpstr>Calibri</vt:lpstr>
      <vt:lpstr>KPMG Extralight</vt:lpstr>
      <vt:lpstr>Times New Roman</vt:lpstr>
      <vt:lpstr>Univers for KPMG</vt:lpstr>
      <vt:lpstr>Univers for KPMG Light</vt:lpstr>
      <vt:lpstr>VNI-KPMG-Extralight</vt:lpstr>
      <vt:lpstr>Wingdings</vt:lpstr>
      <vt:lpstr>KPMG_Standard_4x3_0922_2015</vt:lpstr>
      <vt:lpstr>CREATE SCREEN</vt:lpstr>
      <vt:lpstr>1_CREATE SCREEN</vt:lpstr>
      <vt:lpstr>think-cell Slide</vt:lpstr>
      <vt:lpstr>PowerPoint Presentation</vt:lpstr>
      <vt:lpstr>Second Protocol for Vietnam – South Korea DTA / Key changes</vt:lpstr>
      <vt:lpstr>Second Protocol for Vietnam – South Korea DTA / Key changes</vt:lpstr>
      <vt:lpstr>PowerPoint Presentation</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Screen template</dc:title>
  <dc:creator>KPMG</dc:creator>
  <cp:lastModifiedBy>Dinh, Thi Vien</cp:lastModifiedBy>
  <cp:revision>893</cp:revision>
  <cp:lastPrinted>2016-03-15T07:26:17Z</cp:lastPrinted>
  <dcterms:created xsi:type="dcterms:W3CDTF">2014-01-02T03:07:02Z</dcterms:created>
  <dcterms:modified xsi:type="dcterms:W3CDTF">2020-06-17T01:21:45Z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0x0101008E6070EC7B8CDA46B67D0AB247BB0995</vt:lpwstr>
  </property>
</Properties>
</file>