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6.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slideLayouts/slideLayout3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ppt/tags/tag1.xml" ContentType="application/vnd.openxmlformats-officedocument.presentationml.tag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388" r:id="rId2"/>
    <p:sldId id="371" r:id="rId3"/>
    <p:sldId id="372" r:id="rId4"/>
    <p:sldId id="373" r:id="rId5"/>
    <p:sldId id="375" r:id="rId6"/>
    <p:sldId id="270" r:id="rId7"/>
  </p:sldIdLst>
  <p:sldSz cx="9144000" cy="6858000" type="screen4x3"/>
  <p:notesSz cx="7010400" cy="92964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8D"/>
    <a:srgbClr val="003C94"/>
    <a:srgbClr val="58C858"/>
    <a:srgbClr val="0052A7"/>
    <a:srgbClr val="0050A9"/>
    <a:srgbClr val="40C040"/>
    <a:srgbClr val="0984FF"/>
    <a:srgbClr val="007DFA"/>
    <a:srgbClr val="932BA1"/>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095" autoAdjust="0"/>
  </p:normalViewPr>
  <p:slideViewPr>
    <p:cSldViewPr snapToGrid="0" showGuides="1">
      <p:cViewPr varScale="1">
        <p:scale>
          <a:sx n="66" d="100"/>
          <a:sy n="66" d="100"/>
        </p:scale>
        <p:origin x="1304" y="4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C9627B6-E1C6-4E3D-82EA-E0E487CCA7B9}" type="datetimeFigureOut">
              <a:rPr lang="en-US" smtClean="0"/>
              <a:t>9/5/2018</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E9D9786E-AAD6-45D2-8078-35DB46E0F30B}" type="slidenum">
              <a:rPr lang="en-US" smtClean="0"/>
              <a:t>‹#›</a:t>
            </a:fld>
            <a:endParaRPr lang="en-US"/>
          </a:p>
        </p:txBody>
      </p:sp>
    </p:spTree>
    <p:extLst>
      <p:ext uri="{BB962C8B-B14F-4D97-AF65-F5344CB8AC3E}">
        <p14:creationId xmlns:p14="http://schemas.microsoft.com/office/powerpoint/2010/main" val="96047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6917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Right vertical dark image">
    <p:bg>
      <p:bgPr>
        <a:solidFill>
          <a:srgbClr val="0091DA"/>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t="818" r="17596" b="6345"/>
          <a:stretch/>
        </p:blipFill>
        <p:spPr>
          <a:xfrm>
            <a:off x="0" y="0"/>
            <a:ext cx="9144000" cy="6877538"/>
          </a:xfrm>
          <a:prstGeom prst="rect">
            <a:avLst/>
          </a:prstGeom>
        </p:spPr>
      </p:pic>
      <p:sp>
        <p:nvSpPr>
          <p:cNvPr id="5" name="Rectangle 4"/>
          <p:cNvSpPr/>
          <p:nvPr userDrawn="1"/>
        </p:nvSpPr>
        <p:spPr>
          <a:xfrm>
            <a:off x="0" y="0"/>
            <a:ext cx="9144000" cy="6858000"/>
          </a:xfrm>
          <a:prstGeom prst="rect">
            <a:avLst/>
          </a:prstGeom>
          <a:solidFill>
            <a:srgbClr val="0D0D0D">
              <a:alpha val="2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9"/>
          <p:cNvSpPr>
            <a:spLocks noEditPoints="1"/>
          </p:cNvSpPr>
          <p:nvPr userDrawn="1"/>
        </p:nvSpPr>
        <p:spPr bwMode="auto">
          <a:xfrm>
            <a:off x="756000" y="5112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 name="Text Placeholder 3"/>
          <p:cNvSpPr>
            <a:spLocks noGrp="1"/>
          </p:cNvSpPr>
          <p:nvPr>
            <p:ph type="body" sz="quarter" idx="11"/>
          </p:nvPr>
        </p:nvSpPr>
        <p:spPr>
          <a:xfrm>
            <a:off x="756000" y="5036400"/>
            <a:ext cx="61632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
        <p:nvSpPr>
          <p:cNvPr id="2" name="Title 1"/>
          <p:cNvSpPr>
            <a:spLocks noGrp="1"/>
          </p:cNvSpPr>
          <p:nvPr>
            <p:ph type="ctrTitle" hasCustomPrompt="1"/>
          </p:nvPr>
        </p:nvSpPr>
        <p:spPr>
          <a:xfrm>
            <a:off x="727200" y="1339200"/>
            <a:ext cx="6192000" cy="3510000"/>
          </a:xfrm>
        </p:spPr>
        <p:txBody>
          <a:bodyPr anchor="t" anchorCtr="0"/>
          <a:lstStyle>
            <a:lvl1pPr algn="l">
              <a:defRPr sz="11000" baseline="0">
                <a:solidFill>
                  <a:schemeClr val="bg1"/>
                </a:solidFill>
              </a:defRPr>
            </a:lvl1pPr>
          </a:lstStyle>
          <a:p>
            <a:r>
              <a:rPr lang="en-GB" dirty="0" smtClean="0"/>
              <a:t>Title slide – </a:t>
            </a:r>
            <a:br>
              <a:rPr lang="en-GB" dirty="0" smtClean="0"/>
            </a:br>
            <a:r>
              <a:rPr lang="en-GB" dirty="0" smtClean="0"/>
              <a:t>dark vertical image – </a:t>
            </a:r>
            <a:r>
              <a:rPr lang="en-GB" dirty="0" err="1" smtClean="0"/>
              <a:t>rhs</a:t>
            </a:r>
            <a:r>
              <a:rPr lang="en-GB" dirty="0" smtClean="0"/>
              <a:t> </a:t>
            </a:r>
            <a:endParaRPr lang="en-US" dirty="0"/>
          </a:p>
        </p:txBody>
      </p:sp>
      <p:grpSp>
        <p:nvGrpSpPr>
          <p:cNvPr id="8" name="Group 7"/>
          <p:cNvGrpSpPr/>
          <p:nvPr userDrawn="1"/>
        </p:nvGrpSpPr>
        <p:grpSpPr>
          <a:xfrm>
            <a:off x="4793376" y="-95006"/>
            <a:ext cx="4350624" cy="7067550"/>
            <a:chOff x="4793376" y="0"/>
            <a:chExt cx="4350624" cy="6858000"/>
          </a:xfrm>
        </p:grpSpPr>
        <p:sp>
          <p:nvSpPr>
            <p:cNvPr id="10" name="object 3"/>
            <p:cNvSpPr/>
            <p:nvPr userDrawn="1"/>
          </p:nvSpPr>
          <p:spPr>
            <a:xfrm>
              <a:off x="5961469" y="0"/>
              <a:ext cx="31825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alpha val="4000"/>
              </a:srgb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sp>
          <p:nvSpPr>
            <p:cNvPr id="11" name="object 3"/>
            <p:cNvSpPr/>
            <p:nvPr userDrawn="1"/>
          </p:nvSpPr>
          <p:spPr>
            <a:xfrm>
              <a:off x="4793376" y="0"/>
              <a:ext cx="2397234"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alpha val="5882"/>
              </a:srgb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sp>
          <p:nvSpPr>
            <p:cNvPr id="12" name="object 3"/>
            <p:cNvSpPr/>
            <p:nvPr userDrawn="1"/>
          </p:nvSpPr>
          <p:spPr>
            <a:xfrm>
              <a:off x="8166379" y="0"/>
              <a:ext cx="50674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alpha val="56863"/>
              </a:srgb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grpSp>
      <p:sp>
        <p:nvSpPr>
          <p:cNvPr id="13" name="object 3"/>
          <p:cNvSpPr/>
          <p:nvPr userDrawn="1"/>
        </p:nvSpPr>
        <p:spPr>
          <a:xfrm>
            <a:off x="8673122" y="0"/>
            <a:ext cx="470878"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spTree>
    <p:extLst>
      <p:ext uri="{BB962C8B-B14F-4D97-AF65-F5344CB8AC3E}">
        <p14:creationId xmlns:p14="http://schemas.microsoft.com/office/powerpoint/2010/main" val="185952828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 Right vertical dark image">
    <p:bg>
      <p:bgPr>
        <a:solidFill>
          <a:srgbClr val="0091DA"/>
        </a:solidFill>
        <a:effectLst/>
      </p:bgPr>
    </p:bg>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571" y="0"/>
            <a:ext cx="9143429" cy="6858000"/>
          </a:xfrm>
          <a:prstGeom prst="rect">
            <a:avLst/>
          </a:prstGeom>
        </p:spPr>
      </p:pic>
      <p:sp>
        <p:nvSpPr>
          <p:cNvPr id="15" name="Rectangle 14"/>
          <p:cNvSpPr/>
          <p:nvPr userDrawn="1"/>
        </p:nvSpPr>
        <p:spPr>
          <a:xfrm>
            <a:off x="571" y="0"/>
            <a:ext cx="9144000" cy="6858000"/>
          </a:xfrm>
          <a:prstGeom prst="rect">
            <a:avLst/>
          </a:prstGeom>
          <a:solidFill>
            <a:srgbClr val="0D0D0D">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9"/>
          <p:cNvSpPr>
            <a:spLocks noEditPoints="1"/>
          </p:cNvSpPr>
          <p:nvPr userDrawn="1"/>
        </p:nvSpPr>
        <p:spPr bwMode="auto">
          <a:xfrm>
            <a:off x="7560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grpSp>
        <p:nvGrpSpPr>
          <p:cNvPr id="17" name="Group 16"/>
          <p:cNvGrpSpPr/>
          <p:nvPr userDrawn="1"/>
        </p:nvGrpSpPr>
        <p:grpSpPr>
          <a:xfrm>
            <a:off x="4793376" y="0"/>
            <a:ext cx="4350624" cy="6858000"/>
            <a:chOff x="4793376" y="0"/>
            <a:chExt cx="4350624" cy="6858000"/>
          </a:xfrm>
        </p:grpSpPr>
        <p:sp>
          <p:nvSpPr>
            <p:cNvPr id="18" name="object 3"/>
            <p:cNvSpPr/>
            <p:nvPr userDrawn="1"/>
          </p:nvSpPr>
          <p:spPr>
            <a:xfrm>
              <a:off x="5961469" y="0"/>
              <a:ext cx="31825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alpha val="4000"/>
              </a:srgb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sp>
          <p:nvSpPr>
            <p:cNvPr id="19" name="object 3"/>
            <p:cNvSpPr/>
            <p:nvPr userDrawn="1"/>
          </p:nvSpPr>
          <p:spPr>
            <a:xfrm>
              <a:off x="4793376" y="0"/>
              <a:ext cx="2397234"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alpha val="18039"/>
              </a:srgb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sp>
          <p:nvSpPr>
            <p:cNvPr id="20" name="object 3"/>
            <p:cNvSpPr/>
            <p:nvPr userDrawn="1"/>
          </p:nvSpPr>
          <p:spPr>
            <a:xfrm>
              <a:off x="8166379" y="0"/>
              <a:ext cx="50674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91DA">
                <a:alpha val="56863"/>
              </a:srgb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grpSp>
      <p:sp>
        <p:nvSpPr>
          <p:cNvPr id="2" name="Title 1"/>
          <p:cNvSpPr>
            <a:spLocks noGrp="1"/>
          </p:cNvSpPr>
          <p:nvPr>
            <p:ph type="ctrTitle" hasCustomPrompt="1"/>
          </p:nvPr>
        </p:nvSpPr>
        <p:spPr>
          <a:xfrm>
            <a:off x="727200" y="1339200"/>
            <a:ext cx="6192000" cy="3510000"/>
          </a:xfrm>
        </p:spPr>
        <p:txBody>
          <a:bodyPr anchor="t" anchorCtr="0"/>
          <a:lstStyle>
            <a:lvl1pPr algn="l">
              <a:defRPr sz="11000" baseline="0">
                <a:solidFill>
                  <a:schemeClr val="bg1"/>
                </a:solidFill>
              </a:defRPr>
            </a:lvl1pPr>
          </a:lstStyle>
          <a:p>
            <a:r>
              <a:rPr lang="en-GB" dirty="0" smtClean="0"/>
              <a:t>Title slide – </a:t>
            </a:r>
            <a:br>
              <a:rPr lang="en-GB" dirty="0" smtClean="0"/>
            </a:br>
            <a:r>
              <a:rPr lang="en-GB" dirty="0" smtClean="0"/>
              <a:t>dark vertical image – </a:t>
            </a:r>
            <a:r>
              <a:rPr lang="en-GB" dirty="0" err="1" smtClean="0"/>
              <a:t>rhs</a:t>
            </a:r>
            <a:r>
              <a:rPr lang="en-GB" dirty="0" smtClean="0"/>
              <a:t> </a:t>
            </a:r>
            <a:endParaRPr lang="en-US" dirty="0"/>
          </a:p>
        </p:txBody>
      </p:sp>
      <p:sp>
        <p:nvSpPr>
          <p:cNvPr id="6" name="Text Placeholder 3"/>
          <p:cNvSpPr>
            <a:spLocks noGrp="1"/>
          </p:cNvSpPr>
          <p:nvPr>
            <p:ph type="body" sz="quarter" idx="11"/>
          </p:nvPr>
        </p:nvSpPr>
        <p:spPr>
          <a:xfrm>
            <a:off x="756000" y="5036400"/>
            <a:ext cx="61632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smtClean="0"/>
              <a:t>Click to edit Master text styles</a:t>
            </a:r>
          </a:p>
        </p:txBody>
      </p:sp>
    </p:spTree>
    <p:extLst>
      <p:ext uri="{BB962C8B-B14F-4D97-AF65-F5344CB8AC3E}">
        <p14:creationId xmlns:p14="http://schemas.microsoft.com/office/powerpoint/2010/main" val="347477911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Left vertical dark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16175" y="1339200"/>
            <a:ext cx="4983288" cy="3510000"/>
          </a:xfrm>
        </p:spPr>
        <p:txBody>
          <a:bodyPr anchor="t" anchorCtr="0"/>
          <a:lstStyle>
            <a:lvl1pPr algn="l">
              <a:defRPr sz="11000">
                <a:solidFill>
                  <a:schemeClr val="bg1"/>
                </a:solidFill>
              </a:defRPr>
            </a:lvl1pPr>
          </a:lstStyle>
          <a:p>
            <a:r>
              <a:rPr lang="en-GB" dirty="0" smtClean="0"/>
              <a:t>Title slide – dark vertical image – lhs </a:t>
            </a:r>
            <a:endParaRPr lang="en-US" dirty="0"/>
          </a:p>
        </p:txBody>
      </p:sp>
      <p:sp>
        <p:nvSpPr>
          <p:cNvPr id="5" name="Freeform 19"/>
          <p:cNvSpPr>
            <a:spLocks noEditPoints="1"/>
          </p:cNvSpPr>
          <p:nvPr userDrawn="1"/>
        </p:nvSpPr>
        <p:spPr bwMode="auto">
          <a:xfrm>
            <a:off x="3444975"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6" name="Text Placeholder 3"/>
          <p:cNvSpPr>
            <a:spLocks noGrp="1"/>
          </p:cNvSpPr>
          <p:nvPr>
            <p:ph type="body" sz="quarter" idx="11"/>
          </p:nvPr>
        </p:nvSpPr>
        <p:spPr>
          <a:xfrm>
            <a:off x="3444975" y="5036400"/>
            <a:ext cx="45324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319964907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Right vertical light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7200" y="1339200"/>
            <a:ext cx="6192000" cy="3510000"/>
          </a:xfrm>
        </p:spPr>
        <p:txBody>
          <a:bodyPr anchor="t" anchorCtr="0"/>
          <a:lstStyle>
            <a:lvl1pPr algn="l">
              <a:defRPr sz="11000" baseline="0">
                <a:solidFill>
                  <a:srgbClr val="00338D"/>
                </a:solidFill>
              </a:defRPr>
            </a:lvl1pPr>
          </a:lstStyle>
          <a:p>
            <a:r>
              <a:rPr lang="en-GB" dirty="0" smtClean="0"/>
              <a:t>Title slide – </a:t>
            </a:r>
            <a:br>
              <a:rPr lang="en-GB" dirty="0" smtClean="0"/>
            </a:br>
            <a:r>
              <a:rPr lang="en-GB" dirty="0" smtClean="0"/>
              <a:t>light vertical image – </a:t>
            </a:r>
            <a:r>
              <a:rPr lang="en-GB" dirty="0" err="1" smtClean="0"/>
              <a:t>rhs</a:t>
            </a:r>
            <a:r>
              <a:rPr lang="en-GB" dirty="0" smtClean="0"/>
              <a:t> </a:t>
            </a:r>
            <a:endParaRPr lang="en-US" dirty="0"/>
          </a:p>
        </p:txBody>
      </p:sp>
      <p:sp>
        <p:nvSpPr>
          <p:cNvPr id="9" name="Freeform 19"/>
          <p:cNvSpPr>
            <a:spLocks noEditPoints="1"/>
          </p:cNvSpPr>
          <p:nvPr userDrawn="1"/>
        </p:nvSpPr>
        <p:spPr bwMode="auto">
          <a:xfrm>
            <a:off x="7560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p:spPr>
        <p:txBody>
          <a:bodyPr vert="horz" wrap="square" lIns="91440" tIns="45720" rIns="91440" bIns="45720" numCol="1" anchor="t" anchorCtr="0" compatLnSpc="1">
            <a:prstTxWarp prst="textNoShape">
              <a:avLst/>
            </a:prstTxWarp>
          </a:bodyPr>
          <a:lstStyle/>
          <a:p>
            <a:endParaRPr lang="en-GB" dirty="0">
              <a:solidFill>
                <a:srgbClr val="00338D"/>
              </a:solidFill>
            </a:endParaRPr>
          </a:p>
        </p:txBody>
      </p:sp>
      <p:sp>
        <p:nvSpPr>
          <p:cNvPr id="6" name="Text Placeholder 3"/>
          <p:cNvSpPr>
            <a:spLocks noGrp="1"/>
          </p:cNvSpPr>
          <p:nvPr>
            <p:ph type="body" sz="quarter" idx="11"/>
          </p:nvPr>
        </p:nvSpPr>
        <p:spPr>
          <a:xfrm>
            <a:off x="756000" y="5036400"/>
            <a:ext cx="6163200" cy="216000"/>
          </a:xfrm>
        </p:spPr>
        <p:txBody>
          <a:bodyPr/>
          <a:lstStyle>
            <a:lvl1pPr>
              <a:defRPr sz="1100">
                <a:solidFill>
                  <a:srgbClr val="00338D"/>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220260503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Left vertical light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16175" y="1339200"/>
            <a:ext cx="4983288" cy="3510000"/>
          </a:xfrm>
        </p:spPr>
        <p:txBody>
          <a:bodyPr anchor="t" anchorCtr="0"/>
          <a:lstStyle>
            <a:lvl1pPr algn="l">
              <a:defRPr sz="11000">
                <a:solidFill>
                  <a:srgbClr val="00338D"/>
                </a:solidFill>
              </a:defRPr>
            </a:lvl1pPr>
          </a:lstStyle>
          <a:p>
            <a:r>
              <a:rPr lang="en-GB" dirty="0" smtClean="0"/>
              <a:t>Title slide – light vertical image – lhs </a:t>
            </a:r>
            <a:endParaRPr lang="en-US" dirty="0"/>
          </a:p>
        </p:txBody>
      </p:sp>
      <p:sp>
        <p:nvSpPr>
          <p:cNvPr id="5" name="Freeform 19"/>
          <p:cNvSpPr>
            <a:spLocks noEditPoints="1"/>
          </p:cNvSpPr>
          <p:nvPr userDrawn="1"/>
        </p:nvSpPr>
        <p:spPr bwMode="auto">
          <a:xfrm>
            <a:off x="3444975"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p:spPr>
        <p:txBody>
          <a:bodyPr vert="horz" wrap="square" lIns="91440" tIns="45720" rIns="91440" bIns="45720" numCol="1" anchor="t" anchorCtr="0" compatLnSpc="1">
            <a:prstTxWarp prst="textNoShape">
              <a:avLst/>
            </a:prstTxWarp>
          </a:bodyPr>
          <a:lstStyle/>
          <a:p>
            <a:endParaRPr lang="en-GB" dirty="0">
              <a:solidFill>
                <a:srgbClr val="00338D"/>
              </a:solidFill>
            </a:endParaRPr>
          </a:p>
        </p:txBody>
      </p:sp>
      <p:sp>
        <p:nvSpPr>
          <p:cNvPr id="6" name="Text Placeholder 3"/>
          <p:cNvSpPr>
            <a:spLocks noGrp="1"/>
          </p:cNvSpPr>
          <p:nvPr>
            <p:ph type="body" sz="quarter" idx="11"/>
          </p:nvPr>
        </p:nvSpPr>
        <p:spPr>
          <a:xfrm>
            <a:off x="3444975" y="5036400"/>
            <a:ext cx="4532400" cy="216000"/>
          </a:xfrm>
        </p:spPr>
        <p:txBody>
          <a:bodyPr/>
          <a:lstStyle>
            <a:lvl1pPr>
              <a:defRPr sz="1100">
                <a:solidFill>
                  <a:srgbClr val="00338D"/>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139433080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Singular light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044800" y="1346400"/>
            <a:ext cx="6192000" cy="3510000"/>
          </a:xfrm>
        </p:spPr>
        <p:txBody>
          <a:bodyPr anchor="t" anchorCtr="0"/>
          <a:lstStyle>
            <a:lvl1pPr algn="l">
              <a:defRPr sz="11000">
                <a:solidFill>
                  <a:srgbClr val="00338D"/>
                </a:solidFill>
              </a:defRPr>
            </a:lvl1pPr>
          </a:lstStyle>
          <a:p>
            <a:r>
              <a:rPr lang="en-US" dirty="0" smtClean="0"/>
              <a:t>Title slide – singular light </a:t>
            </a:r>
            <a:br>
              <a:rPr lang="en-US" dirty="0" smtClean="0"/>
            </a:br>
            <a:r>
              <a:rPr lang="en-US" dirty="0" smtClean="0"/>
              <a:t>image</a:t>
            </a:r>
            <a:endParaRPr lang="en-US" dirty="0"/>
          </a:p>
        </p:txBody>
      </p:sp>
      <p:sp>
        <p:nvSpPr>
          <p:cNvPr id="4"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6" name="Freeform 19"/>
          <p:cNvSpPr>
            <a:spLocks noEditPoints="1"/>
          </p:cNvSpPr>
          <p:nvPr userDrawn="1"/>
        </p:nvSpPr>
        <p:spPr bwMode="auto">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p:spPr>
        <p:txBody>
          <a:bodyPr vert="horz" wrap="square" lIns="91440" tIns="45720" rIns="91440" bIns="45720" numCol="1" anchor="t" anchorCtr="0" compatLnSpc="1">
            <a:prstTxWarp prst="textNoShape">
              <a:avLst/>
            </a:prstTxWarp>
          </a:bodyPr>
          <a:lstStyle/>
          <a:p>
            <a:endParaRPr lang="en-GB" sz="1100" dirty="0">
              <a:solidFill>
                <a:srgbClr val="00338D"/>
              </a:solidFill>
            </a:endParaRPr>
          </a:p>
        </p:txBody>
      </p:sp>
      <p:sp>
        <p:nvSpPr>
          <p:cNvPr id="8" name="Text Placeholder 3"/>
          <p:cNvSpPr>
            <a:spLocks noGrp="1"/>
          </p:cNvSpPr>
          <p:nvPr>
            <p:ph type="body" sz="quarter" idx="11"/>
          </p:nvPr>
        </p:nvSpPr>
        <p:spPr>
          <a:xfrm>
            <a:off x="2064100" y="5036400"/>
            <a:ext cx="6172700" cy="216000"/>
          </a:xfrm>
        </p:spPr>
        <p:txBody>
          <a:bodyPr/>
          <a:lstStyle>
            <a:lvl1pPr>
              <a:defRPr sz="1100">
                <a:solidFill>
                  <a:srgbClr val="00338D"/>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133471795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Singular dark image">
    <p:bg>
      <p:bgPr>
        <a:solidFill>
          <a:srgbClr val="0091D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044800" y="1346400"/>
            <a:ext cx="6192000" cy="3510000"/>
          </a:xfrm>
        </p:spPr>
        <p:txBody>
          <a:bodyPr anchor="t" anchorCtr="0"/>
          <a:lstStyle>
            <a:lvl1pPr algn="l">
              <a:defRPr sz="11000">
                <a:solidFill>
                  <a:schemeClr val="bg1"/>
                </a:solidFill>
              </a:defRPr>
            </a:lvl1pPr>
          </a:lstStyle>
          <a:p>
            <a:r>
              <a:rPr lang="en-US" dirty="0" smtClean="0"/>
              <a:t>Title slide – singular dark </a:t>
            </a:r>
            <a:br>
              <a:rPr lang="en-US" dirty="0" smtClean="0"/>
            </a:br>
            <a:r>
              <a:rPr lang="en-US" dirty="0" smtClean="0"/>
              <a:t>image</a:t>
            </a:r>
            <a:endParaRPr lang="en-US" dirty="0"/>
          </a:p>
        </p:txBody>
      </p:sp>
      <p:sp>
        <p:nvSpPr>
          <p:cNvPr id="4"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6D2077"/>
          </a:solidFill>
        </p:spPr>
        <p:txBody>
          <a:bodyPr wrap="square" lIns="0" tIns="0" rIns="0" bIns="0" rtlCol="0">
            <a:noAutofit/>
          </a:bodyPr>
          <a:lstStyle/>
          <a:p>
            <a:endParaRPr sz="1800" dirty="0">
              <a:latin typeface="Arial" panose="020B0604020202020204" pitchFamily="34" charset="0"/>
            </a:endParaRPr>
          </a:p>
        </p:txBody>
      </p:sp>
      <p:sp>
        <p:nvSpPr>
          <p:cNvPr id="6" name="Freeform 19"/>
          <p:cNvSpPr>
            <a:spLocks noEditPoints="1"/>
          </p:cNvSpPr>
          <p:nvPr userDrawn="1"/>
        </p:nvSpPr>
        <p:spPr bwMode="auto">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100" dirty="0"/>
          </a:p>
        </p:txBody>
      </p:sp>
      <p:sp>
        <p:nvSpPr>
          <p:cNvPr id="8" name="Text Placeholder 3"/>
          <p:cNvSpPr>
            <a:spLocks noGrp="1"/>
          </p:cNvSpPr>
          <p:nvPr>
            <p:ph type="body" sz="quarter" idx="11"/>
          </p:nvPr>
        </p:nvSpPr>
        <p:spPr>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29931747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Singular image title bar">
    <p:bg>
      <p:bgPr>
        <a:solidFill>
          <a:schemeClr val="accent1"/>
        </a:solidFill>
        <a:effectLst/>
      </p:bgPr>
    </p:bg>
    <p:spTree>
      <p:nvGrpSpPr>
        <p:cNvPr id="1" name=""/>
        <p:cNvGrpSpPr/>
        <p:nvPr/>
      </p:nvGrpSpPr>
      <p:grpSpPr>
        <a:xfrm>
          <a:off x="0" y="0"/>
          <a:ext cx="0" cy="0"/>
          <a:chOff x="0" y="0"/>
          <a:chExt cx="0" cy="0"/>
        </a:xfrm>
      </p:grpSpPr>
      <p:sp>
        <p:nvSpPr>
          <p:cNvPr id="4" name="object 3"/>
          <p:cNvSpPr/>
          <p:nvPr userDrawn="1"/>
        </p:nvSpPr>
        <p:spPr>
          <a:xfrm>
            <a:off x="-1" y="0"/>
            <a:ext cx="365760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83698"/>
          </a:solidFill>
        </p:spPr>
        <p:txBody>
          <a:bodyPr wrap="square" lIns="0" tIns="0" rIns="0" bIns="0" rtlCol="0">
            <a:noAutofit/>
          </a:bodyPr>
          <a:lstStyle/>
          <a:p>
            <a:endParaRPr sz="1800" dirty="0">
              <a:latin typeface="Arial" panose="020B0604020202020204" pitchFamily="34" charset="0"/>
            </a:endParaRPr>
          </a:p>
        </p:txBody>
      </p:sp>
      <p:sp>
        <p:nvSpPr>
          <p:cNvPr id="8" name="Title 1"/>
          <p:cNvSpPr>
            <a:spLocks noGrp="1"/>
          </p:cNvSpPr>
          <p:nvPr>
            <p:ph type="ctrTitle" hasCustomPrompt="1"/>
          </p:nvPr>
        </p:nvSpPr>
        <p:spPr>
          <a:xfrm>
            <a:off x="727200" y="1339200"/>
            <a:ext cx="2607671" cy="3510000"/>
          </a:xfrm>
        </p:spPr>
        <p:txBody>
          <a:bodyPr anchor="t" anchorCtr="0"/>
          <a:lstStyle>
            <a:lvl1pPr algn="l">
              <a:defRPr sz="7200">
                <a:solidFill>
                  <a:schemeClr val="bg1"/>
                </a:solidFill>
              </a:defRPr>
            </a:lvl1pPr>
          </a:lstStyle>
          <a:p>
            <a:r>
              <a:rPr lang="en-GB" dirty="0" smtClean="0"/>
              <a:t>Title slide – singular image title bar</a:t>
            </a:r>
            <a:endParaRPr lang="en-US" dirty="0"/>
          </a:p>
        </p:txBody>
      </p:sp>
      <p:sp>
        <p:nvSpPr>
          <p:cNvPr id="9" name="Freeform 19"/>
          <p:cNvSpPr>
            <a:spLocks noEditPoints="1"/>
          </p:cNvSpPr>
          <p:nvPr userDrawn="1"/>
        </p:nvSpPr>
        <p:spPr bwMode="auto">
          <a:xfrm>
            <a:off x="7560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0" name="Text Placeholder 3"/>
          <p:cNvSpPr>
            <a:spLocks noGrp="1"/>
          </p:cNvSpPr>
          <p:nvPr>
            <p:ph type="body" sz="quarter" idx="11"/>
          </p:nvPr>
        </p:nvSpPr>
        <p:spPr>
          <a:xfrm>
            <a:off x="756000" y="5036400"/>
            <a:ext cx="2578871"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179446158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044800" y="1346400"/>
            <a:ext cx="6192000" cy="3510000"/>
          </a:xfrm>
        </p:spPr>
        <p:txBody>
          <a:bodyPr anchor="t" anchorCtr="0"/>
          <a:lstStyle>
            <a:lvl1pPr algn="l">
              <a:defRPr sz="11000">
                <a:solidFill>
                  <a:schemeClr val="bg1"/>
                </a:solidFill>
              </a:defRPr>
            </a:lvl1pPr>
          </a:lstStyle>
          <a:p>
            <a:r>
              <a:rPr lang="en-GB" dirty="0" smtClean="0"/>
              <a:t>Title slide – </a:t>
            </a:r>
            <a:br>
              <a:rPr lang="en-GB" dirty="0" smtClean="0"/>
            </a:br>
            <a:r>
              <a:rPr lang="en-GB" dirty="0" smtClean="0"/>
              <a:t>no image</a:t>
            </a:r>
            <a:endParaRPr lang="en-US" dirty="0"/>
          </a:p>
        </p:txBody>
      </p:sp>
      <p:sp>
        <p:nvSpPr>
          <p:cNvPr id="4"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6" name="Freeform 19"/>
          <p:cNvSpPr>
            <a:spLocks noEditPoints="1"/>
          </p:cNvSpPr>
          <p:nvPr userDrawn="1"/>
        </p:nvSpPr>
        <p:spPr bwMode="auto">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 name="Text Placeholder 3"/>
          <p:cNvSpPr>
            <a:spLocks noGrp="1"/>
          </p:cNvSpPr>
          <p:nvPr>
            <p:ph type="body" sz="quarter" idx="11"/>
          </p:nvPr>
        </p:nvSpPr>
        <p:spPr>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357730896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cxnSp>
        <p:nvCxnSpPr>
          <p:cNvPr id="3" name="Straight Connector 2"/>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70719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1_Title Only">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smtClean="0"/>
              <a:t>Click to edit Master title style</a:t>
            </a:r>
            <a:endParaRPr lang="en-US" dirty="0"/>
          </a:p>
        </p:txBody>
      </p:sp>
      <p:cxnSp>
        <p:nvCxnSpPr>
          <p:cNvPr id="9" name="Straight Connector 8"/>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25459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9" name="Text Placeholder 8"/>
          <p:cNvSpPr>
            <a:spLocks noGrp="1"/>
          </p:cNvSpPr>
          <p:nvPr>
            <p:ph type="body" sz="quarter" idx="10"/>
          </p:nvPr>
        </p:nvSpPr>
        <p:spPr>
          <a:xfrm>
            <a:off x="752400" y="1209600"/>
            <a:ext cx="7639200" cy="4594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cxnSp>
        <p:nvCxnSpPr>
          <p:cNvPr id="4" name="Straight Connector 3"/>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35851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9" name="Text Placeholder 8"/>
          <p:cNvSpPr>
            <a:spLocks noGrp="1"/>
          </p:cNvSpPr>
          <p:nvPr>
            <p:ph type="body" sz="quarter" idx="10"/>
          </p:nvPr>
        </p:nvSpPr>
        <p:spPr>
          <a:xfrm>
            <a:off x="752400" y="1209600"/>
            <a:ext cx="3726000" cy="459422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Text Placeholder 8"/>
          <p:cNvSpPr>
            <a:spLocks noGrp="1"/>
          </p:cNvSpPr>
          <p:nvPr>
            <p:ph type="body" sz="quarter" idx="11"/>
          </p:nvPr>
        </p:nvSpPr>
        <p:spPr>
          <a:xfrm>
            <a:off x="4665600" y="1209600"/>
            <a:ext cx="3726000" cy="45942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cxnSp>
        <p:nvCxnSpPr>
          <p:cNvPr id="5" name="Straight Connector 4"/>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9967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9" name="Text Placeholder 8"/>
          <p:cNvSpPr>
            <a:spLocks noGrp="1"/>
          </p:cNvSpPr>
          <p:nvPr>
            <p:ph type="body" sz="quarter" idx="10"/>
          </p:nvPr>
        </p:nvSpPr>
        <p:spPr>
          <a:xfrm>
            <a:off x="752400" y="1209600"/>
            <a:ext cx="3726000" cy="45942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hart Placeholder 4"/>
          <p:cNvSpPr>
            <a:spLocks noGrp="1"/>
          </p:cNvSpPr>
          <p:nvPr>
            <p:ph type="chart" sz="quarter" idx="13"/>
          </p:nvPr>
        </p:nvSpPr>
        <p:spPr>
          <a:xfrm>
            <a:off x="4665600" y="1209600"/>
            <a:ext cx="3726000" cy="4593600"/>
          </a:xfrm>
        </p:spPr>
        <p:txBody>
          <a:bodyPr anchor="ctr"/>
          <a:lstStyle>
            <a:lvl1pPr algn="ctr">
              <a:defRPr/>
            </a:lvl1pPr>
          </a:lstStyle>
          <a:p>
            <a:r>
              <a:rPr lang="en-US" smtClean="0"/>
              <a:t>Click icon to add chart</a:t>
            </a:r>
            <a:endParaRPr lang="en-GB" dirty="0" smtClean="0"/>
          </a:p>
        </p:txBody>
      </p:sp>
      <p:cxnSp>
        <p:nvCxnSpPr>
          <p:cNvPr id="6" name="Straight Connector 5"/>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8853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5" name="Chart Placeholder 4"/>
          <p:cNvSpPr>
            <a:spLocks noGrp="1"/>
          </p:cNvSpPr>
          <p:nvPr>
            <p:ph type="chart" sz="quarter" idx="11"/>
          </p:nvPr>
        </p:nvSpPr>
        <p:spPr>
          <a:xfrm>
            <a:off x="4665600" y="1209600"/>
            <a:ext cx="3726000" cy="4593600"/>
          </a:xfrm>
        </p:spPr>
        <p:txBody>
          <a:bodyPr anchor="ctr"/>
          <a:lstStyle>
            <a:lvl1pPr algn="ctr">
              <a:defRPr/>
            </a:lvl1pPr>
          </a:lstStyle>
          <a:p>
            <a:r>
              <a:rPr lang="en-US" smtClean="0"/>
              <a:t>Click icon to add chart</a:t>
            </a:r>
            <a:endParaRPr lang="en-GB" dirty="0" smtClean="0"/>
          </a:p>
        </p:txBody>
      </p:sp>
      <p:sp>
        <p:nvSpPr>
          <p:cNvPr id="6" name="Chart Placeholder 4"/>
          <p:cNvSpPr>
            <a:spLocks noGrp="1"/>
          </p:cNvSpPr>
          <p:nvPr>
            <p:ph type="chart" sz="quarter" idx="12"/>
          </p:nvPr>
        </p:nvSpPr>
        <p:spPr>
          <a:xfrm>
            <a:off x="752400" y="1209600"/>
            <a:ext cx="3726000" cy="4593600"/>
          </a:xfrm>
        </p:spPr>
        <p:txBody>
          <a:bodyPr anchor="ctr"/>
          <a:lstStyle>
            <a:lvl1pPr algn="ctr">
              <a:defRPr/>
            </a:lvl1pPr>
          </a:lstStyle>
          <a:p>
            <a:r>
              <a:rPr lang="en-US" smtClean="0"/>
              <a:t>Click icon to add chart</a:t>
            </a:r>
            <a:endParaRPr lang="en-GB" dirty="0" smtClean="0"/>
          </a:p>
        </p:txBody>
      </p:sp>
      <p:cxnSp>
        <p:nvCxnSpPr>
          <p:cNvPr id="7" name="Straight Connector 6"/>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82724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9" name="Text Placeholder 8"/>
          <p:cNvSpPr>
            <a:spLocks noGrp="1"/>
          </p:cNvSpPr>
          <p:nvPr>
            <p:ph type="body" sz="quarter" idx="10"/>
          </p:nvPr>
        </p:nvSpPr>
        <p:spPr>
          <a:xfrm>
            <a:off x="752400" y="3607200"/>
            <a:ext cx="7639200" cy="2196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Chart Placeholder 4"/>
          <p:cNvSpPr>
            <a:spLocks noGrp="1"/>
          </p:cNvSpPr>
          <p:nvPr>
            <p:ph type="chart" sz="quarter" idx="11"/>
          </p:nvPr>
        </p:nvSpPr>
        <p:spPr>
          <a:xfrm>
            <a:off x="752400" y="1209600"/>
            <a:ext cx="7639200" cy="2196000"/>
          </a:xfrm>
        </p:spPr>
        <p:txBody>
          <a:bodyPr anchor="ctr"/>
          <a:lstStyle>
            <a:lvl1pPr algn="ctr">
              <a:defRPr/>
            </a:lvl1pPr>
          </a:lstStyle>
          <a:p>
            <a:r>
              <a:rPr lang="en-US" smtClean="0"/>
              <a:t>Click icon to add chart</a:t>
            </a:r>
            <a:endParaRPr lang="en-GB" dirty="0" smtClean="0"/>
          </a:p>
        </p:txBody>
      </p:sp>
      <p:cxnSp>
        <p:nvCxnSpPr>
          <p:cNvPr id="6" name="Straight Connector 5"/>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66153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5" name="Chart Placeholder 4"/>
          <p:cNvSpPr>
            <a:spLocks noGrp="1"/>
          </p:cNvSpPr>
          <p:nvPr>
            <p:ph type="chart" sz="quarter" idx="11"/>
          </p:nvPr>
        </p:nvSpPr>
        <p:spPr>
          <a:xfrm>
            <a:off x="3412800" y="1209600"/>
            <a:ext cx="2354400" cy="2185200"/>
          </a:xfrm>
        </p:spPr>
        <p:txBody>
          <a:bodyPr anchor="ctr"/>
          <a:lstStyle>
            <a:lvl1pPr algn="ctr">
              <a:defRPr/>
            </a:lvl1pPr>
          </a:lstStyle>
          <a:p>
            <a:r>
              <a:rPr lang="en-US" smtClean="0"/>
              <a:t>Click icon to add chart</a:t>
            </a:r>
            <a:endParaRPr lang="en-GB" dirty="0" smtClean="0"/>
          </a:p>
        </p:txBody>
      </p:sp>
      <p:sp>
        <p:nvSpPr>
          <p:cNvPr id="6" name="Chart Placeholder 4"/>
          <p:cNvSpPr>
            <a:spLocks noGrp="1"/>
          </p:cNvSpPr>
          <p:nvPr>
            <p:ph type="chart" sz="quarter" idx="12"/>
          </p:nvPr>
        </p:nvSpPr>
        <p:spPr>
          <a:xfrm>
            <a:off x="752400" y="1209600"/>
            <a:ext cx="2390400" cy="2185200"/>
          </a:xfrm>
        </p:spPr>
        <p:txBody>
          <a:bodyPr anchor="ctr"/>
          <a:lstStyle>
            <a:lvl1pPr algn="ctr">
              <a:defRPr/>
            </a:lvl1pPr>
          </a:lstStyle>
          <a:p>
            <a:r>
              <a:rPr lang="en-US" smtClean="0"/>
              <a:t>Click icon to add chart</a:t>
            </a:r>
            <a:endParaRPr lang="en-GB" dirty="0" smtClean="0"/>
          </a:p>
        </p:txBody>
      </p:sp>
      <p:sp>
        <p:nvSpPr>
          <p:cNvPr id="7" name="Text Placeholder 8"/>
          <p:cNvSpPr>
            <a:spLocks noGrp="1"/>
          </p:cNvSpPr>
          <p:nvPr>
            <p:ph type="body" sz="quarter" idx="10"/>
          </p:nvPr>
        </p:nvSpPr>
        <p:spPr>
          <a:xfrm>
            <a:off x="752400" y="3607200"/>
            <a:ext cx="2390400" cy="21960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8" name="Chart Placeholder 4"/>
          <p:cNvSpPr>
            <a:spLocks noGrp="1"/>
          </p:cNvSpPr>
          <p:nvPr>
            <p:ph type="chart" sz="quarter" idx="13"/>
          </p:nvPr>
        </p:nvSpPr>
        <p:spPr>
          <a:xfrm>
            <a:off x="6037200" y="1209600"/>
            <a:ext cx="2354400" cy="2185200"/>
          </a:xfrm>
        </p:spPr>
        <p:txBody>
          <a:bodyPr anchor="ctr"/>
          <a:lstStyle>
            <a:lvl1pPr algn="ctr">
              <a:defRPr/>
            </a:lvl1pPr>
          </a:lstStyle>
          <a:p>
            <a:r>
              <a:rPr lang="en-US" smtClean="0"/>
              <a:t>Click icon to add chart</a:t>
            </a:r>
            <a:endParaRPr lang="en-GB" dirty="0" smtClean="0"/>
          </a:p>
        </p:txBody>
      </p:sp>
      <p:sp>
        <p:nvSpPr>
          <p:cNvPr id="9" name="Text Placeholder 8"/>
          <p:cNvSpPr>
            <a:spLocks noGrp="1"/>
          </p:cNvSpPr>
          <p:nvPr>
            <p:ph type="body" sz="quarter" idx="14"/>
          </p:nvPr>
        </p:nvSpPr>
        <p:spPr>
          <a:xfrm>
            <a:off x="3376800" y="3607200"/>
            <a:ext cx="2390400" cy="2196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0" name="Text Placeholder 8"/>
          <p:cNvSpPr>
            <a:spLocks noGrp="1"/>
          </p:cNvSpPr>
          <p:nvPr>
            <p:ph type="body" sz="quarter" idx="15"/>
          </p:nvPr>
        </p:nvSpPr>
        <p:spPr>
          <a:xfrm>
            <a:off x="6001200" y="3607200"/>
            <a:ext cx="2390400" cy="2196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344133697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4" name="Picture Placeholder 3"/>
          <p:cNvSpPr>
            <a:spLocks noGrp="1"/>
          </p:cNvSpPr>
          <p:nvPr>
            <p:ph type="pic" sz="quarter" idx="10"/>
          </p:nvPr>
        </p:nvSpPr>
        <p:spPr>
          <a:xfrm>
            <a:off x="752400" y="1209600"/>
            <a:ext cx="7639200" cy="4593600"/>
          </a:xfrm>
        </p:spPr>
        <p:txBody>
          <a:bodyPr anchor="ctr"/>
          <a:lstStyle>
            <a:lvl1pPr algn="ctr">
              <a:defRPr/>
            </a:lvl1pPr>
          </a:lstStyle>
          <a:p>
            <a:r>
              <a:rPr lang="en-US" smtClean="0"/>
              <a:t>Click icon to add picture</a:t>
            </a:r>
            <a:endParaRPr lang="en-GB" dirty="0"/>
          </a:p>
        </p:txBody>
      </p:sp>
      <p:cxnSp>
        <p:nvCxnSpPr>
          <p:cNvPr id="5" name="Straight Connector 4"/>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66858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144000" cy="6858000"/>
          </a:xfrm>
        </p:spPr>
        <p:txBody>
          <a:bodyPr anchor="ctr"/>
          <a:lstStyle>
            <a:lvl1pPr algn="ctr">
              <a:defRPr/>
            </a:lvl1pPr>
          </a:lstStyle>
          <a:p>
            <a:r>
              <a:rPr lang="en-US" smtClean="0"/>
              <a:t>Click icon to add picture</a:t>
            </a:r>
            <a:endParaRPr lang="en-GB" dirty="0"/>
          </a:p>
        </p:txBody>
      </p:sp>
    </p:spTree>
    <p:extLst>
      <p:ext uri="{BB962C8B-B14F-4D97-AF65-F5344CB8AC3E}">
        <p14:creationId xmlns:p14="http://schemas.microsoft.com/office/powerpoint/2010/main" val="2900613380"/>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9" name="Text Placeholder 8"/>
          <p:cNvSpPr>
            <a:spLocks noGrp="1"/>
          </p:cNvSpPr>
          <p:nvPr>
            <p:ph type="body" sz="quarter" idx="10"/>
          </p:nvPr>
        </p:nvSpPr>
        <p:spPr>
          <a:xfrm>
            <a:off x="752400" y="1209600"/>
            <a:ext cx="7639200" cy="45942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3814931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9" name="Text Placeholder 8"/>
          <p:cNvSpPr>
            <a:spLocks noGrp="1"/>
          </p:cNvSpPr>
          <p:nvPr>
            <p:ph type="body" sz="quarter" idx="10"/>
          </p:nvPr>
        </p:nvSpPr>
        <p:spPr>
          <a:xfrm>
            <a:off x="752400" y="2099425"/>
            <a:ext cx="1407600" cy="3704400"/>
          </a:xfrm>
        </p:spPr>
        <p:txBody>
          <a:bodyPr/>
          <a:lstStyle>
            <a:lvl1pPr>
              <a:defRPr sz="1400"/>
            </a:lvl1pPr>
            <a:lvl2pPr>
              <a:defRPr sz="1400"/>
            </a:lvl2pPr>
            <a:lvl3pPr>
              <a:defRPr sz="14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Text Placeholder 8"/>
          <p:cNvSpPr>
            <a:spLocks noGrp="1"/>
          </p:cNvSpPr>
          <p:nvPr>
            <p:ph type="body" sz="quarter" idx="11"/>
          </p:nvPr>
        </p:nvSpPr>
        <p:spPr>
          <a:xfrm>
            <a:off x="2310300" y="2099425"/>
            <a:ext cx="1407600" cy="3704400"/>
          </a:xfrm>
        </p:spPr>
        <p:txBody>
          <a:bodyPr/>
          <a:lstStyle>
            <a:lvl1pPr>
              <a:defRPr sz="1400"/>
            </a:lvl1pPr>
            <a:lvl2pPr>
              <a:defRPr sz="1400"/>
            </a:lvl2pPr>
            <a:lvl3pPr>
              <a:defRPr sz="14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Text Placeholder 8"/>
          <p:cNvSpPr>
            <a:spLocks noGrp="1"/>
          </p:cNvSpPr>
          <p:nvPr>
            <p:ph type="body" sz="quarter" idx="12"/>
          </p:nvPr>
        </p:nvSpPr>
        <p:spPr>
          <a:xfrm>
            <a:off x="3868200" y="2099425"/>
            <a:ext cx="1407600" cy="3704400"/>
          </a:xfrm>
        </p:spPr>
        <p:txBody>
          <a:bodyPr/>
          <a:lstStyle>
            <a:lvl1pPr>
              <a:defRPr sz="1400"/>
            </a:lvl1pPr>
            <a:lvl2pPr>
              <a:defRPr sz="1400"/>
            </a:lvl2pPr>
            <a:lvl3pPr>
              <a:defRPr sz="14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Text Placeholder 8"/>
          <p:cNvSpPr>
            <a:spLocks noGrp="1"/>
          </p:cNvSpPr>
          <p:nvPr>
            <p:ph type="body" sz="quarter" idx="13"/>
          </p:nvPr>
        </p:nvSpPr>
        <p:spPr>
          <a:xfrm>
            <a:off x="5426100" y="2099425"/>
            <a:ext cx="1407600" cy="3704400"/>
          </a:xfrm>
        </p:spPr>
        <p:txBody>
          <a:bodyPr/>
          <a:lstStyle>
            <a:lvl1pPr>
              <a:defRPr sz="1400"/>
            </a:lvl1pPr>
            <a:lvl2pPr>
              <a:defRPr sz="1400"/>
            </a:lvl2pPr>
            <a:lvl3pPr>
              <a:defRPr sz="14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3" name="Text Placeholder 12"/>
          <p:cNvSpPr>
            <a:spLocks noGrp="1"/>
          </p:cNvSpPr>
          <p:nvPr>
            <p:ph type="body" sz="quarter" idx="14" hasCustomPrompt="1"/>
          </p:nvPr>
        </p:nvSpPr>
        <p:spPr>
          <a:xfrm>
            <a:off x="746125" y="1222512"/>
            <a:ext cx="14076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add text</a:t>
            </a:r>
            <a:endParaRPr lang="en-GB" dirty="0"/>
          </a:p>
        </p:txBody>
      </p:sp>
      <p:sp>
        <p:nvSpPr>
          <p:cNvPr id="15" name="Text Placeholder 12"/>
          <p:cNvSpPr>
            <a:spLocks noGrp="1"/>
          </p:cNvSpPr>
          <p:nvPr>
            <p:ph type="body" sz="quarter" idx="15" hasCustomPrompt="1"/>
          </p:nvPr>
        </p:nvSpPr>
        <p:spPr>
          <a:xfrm>
            <a:off x="2305594" y="1222512"/>
            <a:ext cx="14076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add text</a:t>
            </a:r>
            <a:endParaRPr lang="en-GB" dirty="0"/>
          </a:p>
        </p:txBody>
      </p:sp>
      <p:sp>
        <p:nvSpPr>
          <p:cNvPr id="16" name="Text Placeholder 12"/>
          <p:cNvSpPr>
            <a:spLocks noGrp="1"/>
          </p:cNvSpPr>
          <p:nvPr>
            <p:ph type="body" sz="quarter" idx="16" hasCustomPrompt="1"/>
          </p:nvPr>
        </p:nvSpPr>
        <p:spPr>
          <a:xfrm>
            <a:off x="3865063" y="1222512"/>
            <a:ext cx="14076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add text</a:t>
            </a:r>
            <a:endParaRPr lang="en-GB" dirty="0"/>
          </a:p>
        </p:txBody>
      </p:sp>
      <p:sp>
        <p:nvSpPr>
          <p:cNvPr id="17" name="Text Placeholder 12"/>
          <p:cNvSpPr>
            <a:spLocks noGrp="1"/>
          </p:cNvSpPr>
          <p:nvPr>
            <p:ph type="body" sz="quarter" idx="17" hasCustomPrompt="1"/>
          </p:nvPr>
        </p:nvSpPr>
        <p:spPr>
          <a:xfrm>
            <a:off x="5424532" y="1222512"/>
            <a:ext cx="14076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add text</a:t>
            </a:r>
            <a:endParaRPr lang="en-GB" dirty="0"/>
          </a:p>
        </p:txBody>
      </p:sp>
      <p:sp>
        <p:nvSpPr>
          <p:cNvPr id="11" name="Text Placeholder 12"/>
          <p:cNvSpPr>
            <a:spLocks noGrp="1"/>
          </p:cNvSpPr>
          <p:nvPr>
            <p:ph type="body" sz="quarter" idx="18" hasCustomPrompt="1"/>
          </p:nvPr>
        </p:nvSpPr>
        <p:spPr>
          <a:xfrm>
            <a:off x="6984000" y="1222512"/>
            <a:ext cx="14076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add text</a:t>
            </a:r>
            <a:endParaRPr lang="en-GB" dirty="0"/>
          </a:p>
        </p:txBody>
      </p:sp>
      <p:sp>
        <p:nvSpPr>
          <p:cNvPr id="12" name="Text Placeholder 8"/>
          <p:cNvSpPr>
            <a:spLocks noGrp="1"/>
          </p:cNvSpPr>
          <p:nvPr>
            <p:ph type="body" sz="quarter" idx="19"/>
          </p:nvPr>
        </p:nvSpPr>
        <p:spPr>
          <a:xfrm>
            <a:off x="6984000" y="2099425"/>
            <a:ext cx="1407600" cy="3704400"/>
          </a:xfrm>
        </p:spPr>
        <p:txBody>
          <a:bodyPr/>
          <a:lstStyle>
            <a:lvl1pPr>
              <a:defRPr sz="1400"/>
            </a:lvl1pPr>
            <a:lvl2pPr>
              <a:defRPr sz="1400"/>
            </a:lvl2pPr>
            <a:lvl3pPr>
              <a:defRPr sz="14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cxnSp>
        <p:nvCxnSpPr>
          <p:cNvPr id="14" name="Straight Connector 13"/>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59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9" name="Text Placeholder 8"/>
          <p:cNvSpPr>
            <a:spLocks noGrp="1"/>
          </p:cNvSpPr>
          <p:nvPr>
            <p:ph type="body" sz="quarter" idx="10"/>
          </p:nvPr>
        </p:nvSpPr>
        <p:spPr>
          <a:xfrm>
            <a:off x="752400" y="2099425"/>
            <a:ext cx="1760400" cy="3704400"/>
          </a:xfrm>
        </p:spPr>
        <p:txBody>
          <a:bodyPr/>
          <a:lstStyle>
            <a:lvl1pPr>
              <a:defRPr sz="1400"/>
            </a:lvl1pPr>
            <a:lvl2pPr>
              <a:defRPr sz="1400"/>
            </a:lvl2pPr>
            <a:lvl3pPr>
              <a:defRPr sz="14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Text Placeholder 8"/>
          <p:cNvSpPr>
            <a:spLocks noGrp="1"/>
          </p:cNvSpPr>
          <p:nvPr>
            <p:ph type="body" sz="quarter" idx="11"/>
          </p:nvPr>
        </p:nvSpPr>
        <p:spPr>
          <a:xfrm>
            <a:off x="2712000" y="2099425"/>
            <a:ext cx="1760400" cy="3704400"/>
          </a:xfrm>
        </p:spPr>
        <p:txBody>
          <a:bodyPr/>
          <a:lstStyle>
            <a:lvl1pPr>
              <a:defRPr sz="1400"/>
            </a:lvl1pPr>
            <a:lvl2pPr>
              <a:defRPr sz="1400"/>
            </a:lvl2pPr>
            <a:lvl3pPr>
              <a:defRPr sz="14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5" name="Text Placeholder 8"/>
          <p:cNvSpPr>
            <a:spLocks noGrp="1"/>
          </p:cNvSpPr>
          <p:nvPr>
            <p:ph type="body" sz="quarter" idx="12"/>
          </p:nvPr>
        </p:nvSpPr>
        <p:spPr>
          <a:xfrm>
            <a:off x="4671600" y="2099425"/>
            <a:ext cx="1760400" cy="3704400"/>
          </a:xfrm>
        </p:spPr>
        <p:txBody>
          <a:bodyPr/>
          <a:lstStyle>
            <a:lvl1pPr>
              <a:defRPr sz="1400"/>
            </a:lvl1pPr>
            <a:lvl2pPr>
              <a:defRPr sz="1400"/>
            </a:lvl2pPr>
            <a:lvl3pPr>
              <a:defRPr sz="14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Text Placeholder 8"/>
          <p:cNvSpPr>
            <a:spLocks noGrp="1"/>
          </p:cNvSpPr>
          <p:nvPr>
            <p:ph type="body" sz="quarter" idx="13"/>
          </p:nvPr>
        </p:nvSpPr>
        <p:spPr>
          <a:xfrm>
            <a:off x="6631200" y="2099425"/>
            <a:ext cx="1760400" cy="3704400"/>
          </a:xfrm>
        </p:spPr>
        <p:txBody>
          <a:bodyPr/>
          <a:lstStyle>
            <a:lvl1pPr>
              <a:defRPr sz="1400"/>
            </a:lvl1pPr>
            <a:lvl2pPr>
              <a:defRPr sz="1400"/>
            </a:lvl2pPr>
            <a:lvl3pPr>
              <a:defRPr sz="14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3" name="Text Placeholder 12"/>
          <p:cNvSpPr>
            <a:spLocks noGrp="1"/>
          </p:cNvSpPr>
          <p:nvPr>
            <p:ph type="body" sz="quarter" idx="14" hasCustomPrompt="1"/>
          </p:nvPr>
        </p:nvSpPr>
        <p:spPr>
          <a:xfrm>
            <a:off x="746125" y="1222512"/>
            <a:ext cx="17604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add text</a:t>
            </a:r>
            <a:endParaRPr lang="en-GB" dirty="0"/>
          </a:p>
        </p:txBody>
      </p:sp>
      <p:sp>
        <p:nvSpPr>
          <p:cNvPr id="15" name="Text Placeholder 12"/>
          <p:cNvSpPr>
            <a:spLocks noGrp="1"/>
          </p:cNvSpPr>
          <p:nvPr>
            <p:ph type="body" sz="quarter" idx="15" hasCustomPrompt="1"/>
          </p:nvPr>
        </p:nvSpPr>
        <p:spPr>
          <a:xfrm>
            <a:off x="2707817" y="1222512"/>
            <a:ext cx="17604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add text</a:t>
            </a:r>
            <a:endParaRPr lang="en-GB" dirty="0"/>
          </a:p>
        </p:txBody>
      </p:sp>
      <p:sp>
        <p:nvSpPr>
          <p:cNvPr id="16" name="Text Placeholder 12"/>
          <p:cNvSpPr>
            <a:spLocks noGrp="1"/>
          </p:cNvSpPr>
          <p:nvPr>
            <p:ph type="body" sz="quarter" idx="16" hasCustomPrompt="1"/>
          </p:nvPr>
        </p:nvSpPr>
        <p:spPr>
          <a:xfrm>
            <a:off x="4669509" y="1222512"/>
            <a:ext cx="17604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add text</a:t>
            </a:r>
            <a:endParaRPr lang="en-GB" dirty="0"/>
          </a:p>
        </p:txBody>
      </p:sp>
      <p:sp>
        <p:nvSpPr>
          <p:cNvPr id="17" name="Text Placeholder 12"/>
          <p:cNvSpPr>
            <a:spLocks noGrp="1"/>
          </p:cNvSpPr>
          <p:nvPr>
            <p:ph type="body" sz="quarter" idx="17" hasCustomPrompt="1"/>
          </p:nvPr>
        </p:nvSpPr>
        <p:spPr>
          <a:xfrm>
            <a:off x="6631200" y="1222512"/>
            <a:ext cx="17604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smtClean="0"/>
              <a:t>Click to add text</a:t>
            </a:r>
            <a:endParaRPr lang="en-GB" dirty="0"/>
          </a:p>
        </p:txBody>
      </p:sp>
      <p:cxnSp>
        <p:nvCxnSpPr>
          <p:cNvPr id="11" name="Straight Connector 10"/>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3865940"/>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16" name="Text Placeholder 10"/>
          <p:cNvSpPr>
            <a:spLocks noGrp="1"/>
          </p:cNvSpPr>
          <p:nvPr>
            <p:ph type="body" sz="quarter" idx="21"/>
          </p:nvPr>
        </p:nvSpPr>
        <p:spPr bwMode="gray">
          <a:xfrm>
            <a:off x="3957564" y="2906130"/>
            <a:ext cx="1191600" cy="1192053"/>
          </a:xfrm>
          <a:prstGeom prst="ellipse">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en-US" smtClean="0"/>
              <a:t>Click to edit Master text styles</a:t>
            </a:r>
          </a:p>
        </p:txBody>
      </p:sp>
      <p:sp>
        <p:nvSpPr>
          <p:cNvPr id="17" name="Text Placeholder 20"/>
          <p:cNvSpPr>
            <a:spLocks noGrp="1"/>
          </p:cNvSpPr>
          <p:nvPr>
            <p:ph type="body" sz="quarter" idx="26"/>
          </p:nvPr>
        </p:nvSpPr>
        <p:spPr bwMode="gray">
          <a:xfrm>
            <a:off x="752510" y="1209600"/>
            <a:ext cx="2885771"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24" name="AutoShape 20"/>
          <p:cNvSpPr>
            <a:spLocks noChangeArrowheads="1"/>
          </p:cNvSpPr>
          <p:nvPr userDrawn="1"/>
        </p:nvSpPr>
        <p:spPr bwMode="gray">
          <a:xfrm rot="2700000" flipH="1" flipV="1">
            <a:off x="4963484" y="4009375"/>
            <a:ext cx="396053" cy="359847"/>
          </a:xfrm>
          <a:prstGeom prst="rightArrow">
            <a:avLst>
              <a:gd name="adj1" fmla="val 63333"/>
              <a:gd name="adj2" fmla="val 49582"/>
            </a:avLst>
          </a:prstGeom>
          <a:solidFill>
            <a:srgbClr val="00338D"/>
          </a:solidFill>
          <a:ln w="6350" algn="ctr">
            <a:noFill/>
            <a:miter lim="800000"/>
            <a:headEnd/>
            <a:tailEnd/>
          </a:ln>
          <a:effectLst/>
        </p:spPr>
        <p:txBody>
          <a:bodyPr rot="10800000" wrap="none" anchor="ctr">
            <a:noAutofit/>
          </a:bodyPr>
          <a:lstStyle/>
          <a:p>
            <a:endParaRPr lang="en-CA" sz="1400" dirty="0">
              <a:solidFill>
                <a:srgbClr val="483698"/>
              </a:solidFill>
              <a:latin typeface="+mn-lt"/>
            </a:endParaRPr>
          </a:p>
        </p:txBody>
      </p:sp>
      <p:sp>
        <p:nvSpPr>
          <p:cNvPr id="25" name="AutoShape 20"/>
          <p:cNvSpPr>
            <a:spLocks noChangeArrowheads="1"/>
          </p:cNvSpPr>
          <p:nvPr userDrawn="1"/>
        </p:nvSpPr>
        <p:spPr bwMode="gray">
          <a:xfrm rot="18900000" flipV="1">
            <a:off x="3749594" y="4014666"/>
            <a:ext cx="408055" cy="349264"/>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endParaRPr lang="en-CA" sz="1400" dirty="0">
              <a:solidFill>
                <a:srgbClr val="483698"/>
              </a:solidFill>
              <a:latin typeface="+mn-lt"/>
            </a:endParaRPr>
          </a:p>
        </p:txBody>
      </p:sp>
      <p:sp>
        <p:nvSpPr>
          <p:cNvPr id="26" name="Text Placeholder 20"/>
          <p:cNvSpPr>
            <a:spLocks noGrp="1"/>
          </p:cNvSpPr>
          <p:nvPr>
            <p:ph type="body" sz="quarter" idx="48"/>
          </p:nvPr>
        </p:nvSpPr>
        <p:spPr bwMode="gray">
          <a:xfrm>
            <a:off x="752510" y="3970800"/>
            <a:ext cx="2885771"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27" name="Text Placeholder 20"/>
          <p:cNvSpPr>
            <a:spLocks noGrp="1"/>
          </p:cNvSpPr>
          <p:nvPr>
            <p:ph type="body" sz="quarter" idx="50"/>
          </p:nvPr>
        </p:nvSpPr>
        <p:spPr bwMode="gray">
          <a:xfrm>
            <a:off x="5508000" y="1209600"/>
            <a:ext cx="2885771"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28" name="Text Placeholder 20"/>
          <p:cNvSpPr>
            <a:spLocks noGrp="1"/>
          </p:cNvSpPr>
          <p:nvPr>
            <p:ph type="body" sz="quarter" idx="52"/>
          </p:nvPr>
        </p:nvSpPr>
        <p:spPr bwMode="gray">
          <a:xfrm>
            <a:off x="5508000" y="3970800"/>
            <a:ext cx="2885771" cy="388800"/>
          </a:xfrm>
          <a:prstGeom prst="rect">
            <a:avLst/>
          </a:prstGeom>
          <a:solidFill>
            <a:srgbClr val="00338D"/>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en-US" smtClean="0"/>
              <a:t>Click to edit Master text styles</a:t>
            </a:r>
          </a:p>
        </p:txBody>
      </p:sp>
      <p:sp>
        <p:nvSpPr>
          <p:cNvPr id="29" name="AutoShape 20"/>
          <p:cNvSpPr>
            <a:spLocks noChangeArrowheads="1"/>
          </p:cNvSpPr>
          <p:nvPr userDrawn="1"/>
        </p:nvSpPr>
        <p:spPr bwMode="gray">
          <a:xfrm rot="2700000">
            <a:off x="3762968" y="2667998"/>
            <a:ext cx="382279" cy="377055"/>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endParaRPr lang="en-CA" sz="1400" dirty="0">
              <a:solidFill>
                <a:srgbClr val="483698"/>
              </a:solidFill>
              <a:latin typeface="+mn-lt"/>
            </a:endParaRPr>
          </a:p>
        </p:txBody>
      </p:sp>
      <p:sp>
        <p:nvSpPr>
          <p:cNvPr id="30" name="AutoShape 20"/>
          <p:cNvSpPr>
            <a:spLocks noChangeArrowheads="1"/>
          </p:cNvSpPr>
          <p:nvPr userDrawn="1"/>
        </p:nvSpPr>
        <p:spPr bwMode="gray">
          <a:xfrm rot="18900000" flipH="1">
            <a:off x="4964093" y="2673543"/>
            <a:ext cx="393864" cy="365965"/>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endParaRPr lang="en-CA" sz="1400" dirty="0">
              <a:solidFill>
                <a:srgbClr val="483698"/>
              </a:solidFill>
              <a:latin typeface="+mn-lt"/>
            </a:endParaRPr>
          </a:p>
        </p:txBody>
      </p:sp>
      <p:sp>
        <p:nvSpPr>
          <p:cNvPr id="31" name="Text Placeholder 3"/>
          <p:cNvSpPr>
            <a:spLocks noGrp="1"/>
          </p:cNvSpPr>
          <p:nvPr>
            <p:ph type="body" sz="quarter" idx="53"/>
          </p:nvPr>
        </p:nvSpPr>
        <p:spPr>
          <a:xfrm>
            <a:off x="752510" y="1598400"/>
            <a:ext cx="28872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2" name="Text Placeholder 3"/>
          <p:cNvSpPr>
            <a:spLocks noGrp="1"/>
          </p:cNvSpPr>
          <p:nvPr>
            <p:ph type="body" sz="quarter" idx="54"/>
          </p:nvPr>
        </p:nvSpPr>
        <p:spPr>
          <a:xfrm>
            <a:off x="752510" y="4355784"/>
            <a:ext cx="28872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3" name="Text Placeholder 3"/>
          <p:cNvSpPr>
            <a:spLocks noGrp="1"/>
          </p:cNvSpPr>
          <p:nvPr>
            <p:ph type="body" sz="quarter" idx="55"/>
          </p:nvPr>
        </p:nvSpPr>
        <p:spPr>
          <a:xfrm>
            <a:off x="5506571" y="1598400"/>
            <a:ext cx="28872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34" name="Text Placeholder 3"/>
          <p:cNvSpPr>
            <a:spLocks noGrp="1"/>
          </p:cNvSpPr>
          <p:nvPr>
            <p:ph type="body" sz="quarter" idx="56"/>
          </p:nvPr>
        </p:nvSpPr>
        <p:spPr>
          <a:xfrm>
            <a:off x="5506571" y="4355784"/>
            <a:ext cx="28872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cxnSp>
        <p:nvCxnSpPr>
          <p:cNvPr id="18" name="Straight Connector 17"/>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70724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19" name="Text Placeholder 8"/>
          <p:cNvSpPr>
            <a:spLocks noGrp="1"/>
          </p:cNvSpPr>
          <p:nvPr>
            <p:ph type="body" sz="quarter" idx="19"/>
          </p:nvPr>
        </p:nvSpPr>
        <p:spPr>
          <a:xfrm>
            <a:off x="752400" y="1609825"/>
            <a:ext cx="37260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0" name="Text Placeholder 8"/>
          <p:cNvSpPr>
            <a:spLocks noGrp="1"/>
          </p:cNvSpPr>
          <p:nvPr>
            <p:ph type="body" sz="quarter" idx="20"/>
          </p:nvPr>
        </p:nvSpPr>
        <p:spPr>
          <a:xfrm>
            <a:off x="752400" y="1218880"/>
            <a:ext cx="37260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en-US" smtClean="0"/>
              <a:t>Click to edit Master text styles</a:t>
            </a:r>
          </a:p>
        </p:txBody>
      </p:sp>
      <p:sp>
        <p:nvSpPr>
          <p:cNvPr id="16" name="Text Placeholder 8"/>
          <p:cNvSpPr>
            <a:spLocks noGrp="1"/>
          </p:cNvSpPr>
          <p:nvPr>
            <p:ph type="body" sz="quarter" idx="21"/>
          </p:nvPr>
        </p:nvSpPr>
        <p:spPr>
          <a:xfrm>
            <a:off x="4665600" y="1609825"/>
            <a:ext cx="37260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7" name="Text Placeholder 8"/>
          <p:cNvSpPr>
            <a:spLocks noGrp="1"/>
          </p:cNvSpPr>
          <p:nvPr>
            <p:ph type="body" sz="quarter" idx="22"/>
          </p:nvPr>
        </p:nvSpPr>
        <p:spPr>
          <a:xfrm>
            <a:off x="4665600" y="1218880"/>
            <a:ext cx="37260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en-US" smtClean="0"/>
              <a:t>Click to edit Master text styles</a:t>
            </a:r>
          </a:p>
        </p:txBody>
      </p:sp>
      <p:cxnSp>
        <p:nvCxnSpPr>
          <p:cNvPr id="7" name="Straight Connector 6"/>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5353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2" name="Title 1"/>
          <p:cNvSpPr>
            <a:spLocks noGrp="1"/>
          </p:cNvSpPr>
          <p:nvPr>
            <p:ph type="title"/>
          </p:nvPr>
        </p:nvSpPr>
        <p:spPr>
          <a:xfrm>
            <a:off x="752400" y="432000"/>
            <a:ext cx="7639200" cy="518400"/>
          </a:xfrm>
        </p:spPr>
        <p:txBody>
          <a:bodyPr/>
          <a:lstStyle/>
          <a:p>
            <a:r>
              <a:rPr lang="en-US" smtClean="0"/>
              <a:t>Click to edit Master title style</a:t>
            </a:r>
            <a:endParaRPr lang="en-US" dirty="0"/>
          </a:p>
        </p:txBody>
      </p:sp>
      <p:sp>
        <p:nvSpPr>
          <p:cNvPr id="19" name="Text Placeholder 8"/>
          <p:cNvSpPr>
            <a:spLocks noGrp="1"/>
          </p:cNvSpPr>
          <p:nvPr>
            <p:ph type="body" sz="quarter" idx="19"/>
          </p:nvPr>
        </p:nvSpPr>
        <p:spPr>
          <a:xfrm>
            <a:off x="752400" y="1609825"/>
            <a:ext cx="37260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20" name="Text Placeholder 8"/>
          <p:cNvSpPr>
            <a:spLocks noGrp="1"/>
          </p:cNvSpPr>
          <p:nvPr>
            <p:ph type="body" sz="quarter" idx="20"/>
          </p:nvPr>
        </p:nvSpPr>
        <p:spPr>
          <a:xfrm>
            <a:off x="752400" y="1218880"/>
            <a:ext cx="37260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en-US" smtClean="0"/>
              <a:t>Click to edit Master text styles</a:t>
            </a:r>
          </a:p>
        </p:txBody>
      </p:sp>
      <p:sp>
        <p:nvSpPr>
          <p:cNvPr id="16" name="Text Placeholder 8"/>
          <p:cNvSpPr>
            <a:spLocks noGrp="1"/>
          </p:cNvSpPr>
          <p:nvPr>
            <p:ph type="body" sz="quarter" idx="21"/>
          </p:nvPr>
        </p:nvSpPr>
        <p:spPr>
          <a:xfrm>
            <a:off x="4665600" y="1609825"/>
            <a:ext cx="37260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7" name="Text Placeholder 8"/>
          <p:cNvSpPr>
            <a:spLocks noGrp="1"/>
          </p:cNvSpPr>
          <p:nvPr>
            <p:ph type="body" sz="quarter" idx="22"/>
          </p:nvPr>
        </p:nvSpPr>
        <p:spPr>
          <a:xfrm>
            <a:off x="4665600" y="1218880"/>
            <a:ext cx="37260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en-US" smtClean="0"/>
              <a:t>Click to edit Master text styles</a:t>
            </a:r>
          </a:p>
        </p:txBody>
      </p:sp>
      <p:sp>
        <p:nvSpPr>
          <p:cNvPr id="7" name="Text Placeholder 8"/>
          <p:cNvSpPr>
            <a:spLocks noGrp="1"/>
          </p:cNvSpPr>
          <p:nvPr>
            <p:ph type="body" sz="quarter" idx="23"/>
          </p:nvPr>
        </p:nvSpPr>
        <p:spPr>
          <a:xfrm>
            <a:off x="752400" y="4019650"/>
            <a:ext cx="37260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Text Placeholder 8"/>
          <p:cNvSpPr>
            <a:spLocks noGrp="1"/>
          </p:cNvSpPr>
          <p:nvPr>
            <p:ph type="body" sz="quarter" idx="24"/>
          </p:nvPr>
        </p:nvSpPr>
        <p:spPr>
          <a:xfrm>
            <a:off x="752400" y="3628705"/>
            <a:ext cx="37260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en-US" smtClean="0"/>
              <a:t>Click to edit Master text styles</a:t>
            </a:r>
          </a:p>
        </p:txBody>
      </p:sp>
      <p:sp>
        <p:nvSpPr>
          <p:cNvPr id="9" name="Text Placeholder 8"/>
          <p:cNvSpPr>
            <a:spLocks noGrp="1"/>
          </p:cNvSpPr>
          <p:nvPr>
            <p:ph type="body" sz="quarter" idx="25"/>
          </p:nvPr>
        </p:nvSpPr>
        <p:spPr>
          <a:xfrm>
            <a:off x="4665600" y="4019650"/>
            <a:ext cx="37260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0" name="Text Placeholder 8"/>
          <p:cNvSpPr>
            <a:spLocks noGrp="1"/>
          </p:cNvSpPr>
          <p:nvPr>
            <p:ph type="body" sz="quarter" idx="26"/>
          </p:nvPr>
        </p:nvSpPr>
        <p:spPr>
          <a:xfrm>
            <a:off x="4665600" y="3628705"/>
            <a:ext cx="37260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en-US" smtClean="0"/>
              <a:t>Click to edit Master text styles</a:t>
            </a:r>
          </a:p>
        </p:txBody>
      </p:sp>
    </p:spTree>
    <p:extLst>
      <p:ext uri="{BB962C8B-B14F-4D97-AF65-F5344CB8AC3E}">
        <p14:creationId xmlns:p14="http://schemas.microsoft.com/office/powerpoint/2010/main" val="9556956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044800" y="1346400"/>
            <a:ext cx="6192000" cy="3510000"/>
          </a:xfrm>
        </p:spPr>
        <p:txBody>
          <a:bodyPr anchor="t" anchorCtr="0"/>
          <a:lstStyle>
            <a:lvl1pPr algn="l">
              <a:defRPr sz="11000">
                <a:solidFill>
                  <a:schemeClr val="bg1"/>
                </a:solidFill>
              </a:defRPr>
            </a:lvl1pPr>
          </a:lstStyle>
          <a:p>
            <a:r>
              <a:rPr lang="en-GB" dirty="0" smtClean="0"/>
              <a:t>Section divider one title style</a:t>
            </a:r>
            <a:endParaRPr lang="en-US" dirty="0"/>
          </a:p>
        </p:txBody>
      </p:sp>
      <p:sp>
        <p:nvSpPr>
          <p:cNvPr id="4"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Arial" panose="020B0604020202020204" pitchFamily="34" charset="0"/>
            </a:endParaRPr>
          </a:p>
        </p:txBody>
      </p:sp>
      <p:sp>
        <p:nvSpPr>
          <p:cNvPr id="6" name="Freeform 19"/>
          <p:cNvSpPr>
            <a:spLocks noEditPoints="1"/>
          </p:cNvSpPr>
          <p:nvPr userDrawn="1"/>
        </p:nvSpPr>
        <p:spPr bwMode="auto">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 name="Text Placeholder 3"/>
          <p:cNvSpPr>
            <a:spLocks noGrp="1"/>
          </p:cNvSpPr>
          <p:nvPr>
            <p:ph type="body" sz="quarter" idx="11"/>
          </p:nvPr>
        </p:nvSpPr>
        <p:spPr>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2386961120"/>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044800" y="1346400"/>
            <a:ext cx="6192000" cy="3510000"/>
          </a:xfrm>
        </p:spPr>
        <p:txBody>
          <a:bodyPr anchor="t" anchorCtr="0"/>
          <a:lstStyle>
            <a:lvl1pPr algn="l">
              <a:defRPr sz="11000">
                <a:solidFill>
                  <a:schemeClr val="bg1"/>
                </a:solidFill>
              </a:defRPr>
            </a:lvl1pPr>
          </a:lstStyle>
          <a:p>
            <a:r>
              <a:rPr lang="en-GB" dirty="0" smtClean="0"/>
              <a:t>Section divider two title style</a:t>
            </a:r>
            <a:endParaRPr lang="en-US" dirty="0"/>
          </a:p>
        </p:txBody>
      </p:sp>
      <p:sp>
        <p:nvSpPr>
          <p:cNvPr id="4"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endParaRPr sz="1800" dirty="0">
              <a:latin typeface="Arial" panose="020B0604020202020204" pitchFamily="34" charset="0"/>
            </a:endParaRPr>
          </a:p>
        </p:txBody>
      </p:sp>
      <p:sp>
        <p:nvSpPr>
          <p:cNvPr id="6" name="Freeform 19"/>
          <p:cNvSpPr>
            <a:spLocks noEditPoints="1"/>
          </p:cNvSpPr>
          <p:nvPr userDrawn="1"/>
        </p:nvSpPr>
        <p:spPr bwMode="auto">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 name="Text Placeholder 3"/>
          <p:cNvSpPr>
            <a:spLocks noGrp="1"/>
          </p:cNvSpPr>
          <p:nvPr>
            <p:ph type="body" sz="quarter" idx="11"/>
          </p:nvPr>
        </p:nvSpPr>
        <p:spPr>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2962771085"/>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grpSp>
        <p:nvGrpSpPr>
          <p:cNvPr id="8" name="Group 7"/>
          <p:cNvGrpSpPr/>
          <p:nvPr userDrawn="1"/>
        </p:nvGrpSpPr>
        <p:grpSpPr>
          <a:xfrm>
            <a:off x="4793376" y="0"/>
            <a:ext cx="4350624" cy="6858000"/>
            <a:chOff x="4793376" y="0"/>
            <a:chExt cx="4350624" cy="6858000"/>
          </a:xfrm>
        </p:grpSpPr>
        <p:sp>
          <p:nvSpPr>
            <p:cNvPr id="9" name="object 3"/>
            <p:cNvSpPr/>
            <p:nvPr userDrawn="1"/>
          </p:nvSpPr>
          <p:spPr>
            <a:xfrm>
              <a:off x="5961469" y="0"/>
              <a:ext cx="31825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alpha val="4000"/>
              </a:srgb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sp>
          <p:nvSpPr>
            <p:cNvPr id="10" name="object 3"/>
            <p:cNvSpPr/>
            <p:nvPr userDrawn="1"/>
          </p:nvSpPr>
          <p:spPr>
            <a:xfrm>
              <a:off x="4793376" y="0"/>
              <a:ext cx="2397234"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alpha val="9000"/>
              </a:scheme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sp>
          <p:nvSpPr>
            <p:cNvPr id="11" name="object 3"/>
            <p:cNvSpPr/>
            <p:nvPr userDrawn="1"/>
          </p:nvSpPr>
          <p:spPr>
            <a:xfrm>
              <a:off x="8166379" y="0"/>
              <a:ext cx="50674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alpha val="33000"/>
              </a:scheme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grpSp>
      <p:sp>
        <p:nvSpPr>
          <p:cNvPr id="2" name="Title 1"/>
          <p:cNvSpPr>
            <a:spLocks noGrp="1"/>
          </p:cNvSpPr>
          <p:nvPr>
            <p:ph type="ctrTitle" hasCustomPrompt="1"/>
          </p:nvPr>
        </p:nvSpPr>
        <p:spPr>
          <a:xfrm>
            <a:off x="2044800" y="1346400"/>
            <a:ext cx="6192000" cy="3510000"/>
          </a:xfrm>
        </p:spPr>
        <p:txBody>
          <a:bodyPr anchor="t" anchorCtr="0"/>
          <a:lstStyle>
            <a:lvl1pPr algn="l">
              <a:defRPr sz="11000">
                <a:solidFill>
                  <a:schemeClr val="bg1"/>
                </a:solidFill>
              </a:defRPr>
            </a:lvl1pPr>
          </a:lstStyle>
          <a:p>
            <a:r>
              <a:rPr lang="en-GB" dirty="0" smtClean="0"/>
              <a:t>Section divider three title style</a:t>
            </a:r>
            <a:endParaRPr lang="en-US" dirty="0"/>
          </a:p>
        </p:txBody>
      </p:sp>
      <p:sp>
        <p:nvSpPr>
          <p:cNvPr id="4"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dirty="0">
              <a:latin typeface="Arial" panose="020B0604020202020204" pitchFamily="34" charset="0"/>
            </a:endParaRPr>
          </a:p>
        </p:txBody>
      </p:sp>
      <p:sp>
        <p:nvSpPr>
          <p:cNvPr id="6" name="Freeform 19"/>
          <p:cNvSpPr>
            <a:spLocks noEditPoints="1"/>
          </p:cNvSpPr>
          <p:nvPr userDrawn="1"/>
        </p:nvSpPr>
        <p:spPr bwMode="auto">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 name="Text Placeholder 3"/>
          <p:cNvSpPr>
            <a:spLocks noGrp="1"/>
          </p:cNvSpPr>
          <p:nvPr>
            <p:ph type="body" sz="quarter" idx="11"/>
          </p:nvPr>
        </p:nvSpPr>
        <p:spPr>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18981440"/>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044800" y="1346400"/>
            <a:ext cx="6192000" cy="3510000"/>
          </a:xfrm>
        </p:spPr>
        <p:txBody>
          <a:bodyPr anchor="t" anchorCtr="0"/>
          <a:lstStyle>
            <a:lvl1pPr algn="l">
              <a:defRPr sz="11000">
                <a:solidFill>
                  <a:schemeClr val="bg1"/>
                </a:solidFill>
              </a:defRPr>
            </a:lvl1pPr>
          </a:lstStyle>
          <a:p>
            <a:r>
              <a:rPr lang="en-GB" dirty="0" smtClean="0"/>
              <a:t>Section divider four title style</a:t>
            </a:r>
            <a:endParaRPr lang="en-US" dirty="0"/>
          </a:p>
        </p:txBody>
      </p:sp>
      <p:sp>
        <p:nvSpPr>
          <p:cNvPr id="4" name="object 3"/>
          <p:cNvSpPr/>
          <p:nvPr userDrawn="1"/>
        </p:nvSpPr>
        <p:spPr>
          <a:xfrm>
            <a:off x="0" y="0"/>
            <a:ext cx="15877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endParaRPr sz="1800" dirty="0">
              <a:latin typeface="Arial" panose="020B0604020202020204" pitchFamily="34" charset="0"/>
            </a:endParaRPr>
          </a:p>
        </p:txBody>
      </p:sp>
      <p:sp>
        <p:nvSpPr>
          <p:cNvPr id="6" name="Freeform 19"/>
          <p:cNvSpPr>
            <a:spLocks noEditPoints="1"/>
          </p:cNvSpPr>
          <p:nvPr userDrawn="1"/>
        </p:nvSpPr>
        <p:spPr bwMode="auto">
          <a:xfrm>
            <a:off x="20641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7" name="Text Placeholder 3"/>
          <p:cNvSpPr>
            <a:spLocks noGrp="1"/>
          </p:cNvSpPr>
          <p:nvPr>
            <p:ph type="body" sz="quarter" idx="11"/>
          </p:nvPr>
        </p:nvSpPr>
        <p:spPr>
          <a:xfrm>
            <a:off x="2064100" y="5036400"/>
            <a:ext cx="61727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smtClean="0"/>
              <a:t>Click to edit Master text styles</a:t>
            </a:r>
          </a:p>
        </p:txBody>
      </p:sp>
    </p:spTree>
    <p:extLst>
      <p:ext uri="{BB962C8B-B14F-4D97-AF65-F5344CB8AC3E}">
        <p14:creationId xmlns:p14="http://schemas.microsoft.com/office/powerpoint/2010/main" val="29811532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2400" y="432000"/>
            <a:ext cx="7639200" cy="518400"/>
          </a:xfrm>
        </p:spPr>
        <p:txBody>
          <a:bodyPr/>
          <a:lstStyle>
            <a:lvl1pPr>
              <a:defRPr/>
            </a:lvl1pPr>
          </a:lstStyle>
          <a:p>
            <a:r>
              <a:rPr lang="en-US" dirty="0" smtClean="0"/>
              <a:t>Colors</a:t>
            </a:r>
            <a:endParaRPr lang="en-US" dirty="0"/>
          </a:p>
        </p:txBody>
      </p:sp>
      <p:grpSp>
        <p:nvGrpSpPr>
          <p:cNvPr id="52" name="Group 51"/>
          <p:cNvGrpSpPr/>
          <p:nvPr userDrawn="1"/>
        </p:nvGrpSpPr>
        <p:grpSpPr>
          <a:xfrm>
            <a:off x="752400" y="1430719"/>
            <a:ext cx="7639200" cy="4323905"/>
            <a:chOff x="752400" y="1211263"/>
            <a:chExt cx="7647063" cy="4594225"/>
          </a:xfrm>
        </p:grpSpPr>
        <p:sp>
          <p:nvSpPr>
            <p:cNvPr id="53" name="TextBox 52"/>
            <p:cNvSpPr txBox="1"/>
            <p:nvPr userDrawn="1"/>
          </p:nvSpPr>
          <p:spPr>
            <a:xfrm>
              <a:off x="752400" y="1211263"/>
              <a:ext cx="828675" cy="504825"/>
            </a:xfrm>
            <a:prstGeom prst="rect">
              <a:avLst/>
            </a:prstGeom>
            <a:noFill/>
          </p:spPr>
          <p:txBody>
            <a:bodyPr wrap="square" lIns="0" tIns="0" rIns="54007" bIns="0" rtlCol="0">
              <a:noAutofit/>
            </a:bodyPr>
            <a:lstStyle/>
            <a:p>
              <a:r>
                <a:rPr lang="en-GB" sz="1000" b="1" dirty="0" smtClean="0">
                  <a:solidFill>
                    <a:schemeClr val="tx2"/>
                  </a:solidFill>
                </a:rPr>
                <a:t>Primary</a:t>
              </a:r>
              <a:endParaRPr lang="en-GB" sz="1000" b="1" dirty="0">
                <a:solidFill>
                  <a:schemeClr val="tx2"/>
                </a:solidFill>
              </a:endParaRPr>
            </a:p>
          </p:txBody>
        </p:sp>
        <p:sp>
          <p:nvSpPr>
            <p:cNvPr id="54" name="TextBox 53"/>
            <p:cNvSpPr txBox="1"/>
            <p:nvPr userDrawn="1"/>
          </p:nvSpPr>
          <p:spPr>
            <a:xfrm>
              <a:off x="752400" y="2257893"/>
              <a:ext cx="898425" cy="504825"/>
            </a:xfrm>
            <a:prstGeom prst="rect">
              <a:avLst/>
            </a:prstGeom>
            <a:noFill/>
          </p:spPr>
          <p:txBody>
            <a:bodyPr wrap="square" lIns="0" tIns="0" rIns="54007" bIns="0" rtlCol="0">
              <a:noAutofit/>
            </a:bodyPr>
            <a:lstStyle/>
            <a:p>
              <a:r>
                <a:rPr lang="en-GB" sz="1000" b="1" dirty="0" smtClean="0">
                  <a:solidFill>
                    <a:schemeClr val="tx2"/>
                  </a:solidFill>
                </a:rPr>
                <a:t>Secondary</a:t>
              </a:r>
              <a:endParaRPr lang="en-GB" sz="1000" b="1" dirty="0">
                <a:solidFill>
                  <a:schemeClr val="tx2"/>
                </a:solidFill>
              </a:endParaRPr>
            </a:p>
          </p:txBody>
        </p:sp>
        <p:sp>
          <p:nvSpPr>
            <p:cNvPr id="55" name="TextBox 54"/>
            <p:cNvSpPr txBox="1"/>
            <p:nvPr userDrawn="1"/>
          </p:nvSpPr>
          <p:spPr>
            <a:xfrm>
              <a:off x="752400" y="3304523"/>
              <a:ext cx="898425" cy="504825"/>
            </a:xfrm>
            <a:prstGeom prst="rect">
              <a:avLst/>
            </a:prstGeom>
            <a:noFill/>
          </p:spPr>
          <p:txBody>
            <a:bodyPr wrap="square" lIns="0" tIns="0" rIns="54007" bIns="0" rtlCol="0">
              <a:noAutofit/>
            </a:bodyPr>
            <a:lstStyle/>
            <a:p>
              <a:r>
                <a:rPr lang="en-GB" sz="1000" b="1" dirty="0" smtClean="0">
                  <a:solidFill>
                    <a:schemeClr val="tx2"/>
                  </a:solidFill>
                </a:rPr>
                <a:t>Tertiary</a:t>
              </a:r>
              <a:endParaRPr lang="en-GB" sz="1000" b="1" dirty="0">
                <a:solidFill>
                  <a:schemeClr val="tx2"/>
                </a:solidFill>
              </a:endParaRPr>
            </a:p>
          </p:txBody>
        </p:sp>
        <p:sp>
          <p:nvSpPr>
            <p:cNvPr id="56" name="Rectangle 55"/>
            <p:cNvSpPr/>
            <p:nvPr userDrawn="1"/>
          </p:nvSpPr>
          <p:spPr>
            <a:xfrm>
              <a:off x="1566545" y="1211263"/>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KPMG Blue</a:t>
              </a:r>
            </a:p>
            <a:p>
              <a:pPr algn="ctr"/>
              <a:r>
                <a:rPr lang="en-GB" sz="900" smtClean="0">
                  <a:solidFill>
                    <a:schemeClr val="bg1"/>
                  </a:solidFill>
                </a:rPr>
                <a:t>0 / 51 / 141</a:t>
              </a:r>
              <a:endParaRPr lang="en-GB" sz="900" dirty="0">
                <a:solidFill>
                  <a:schemeClr val="bg1"/>
                </a:solidFill>
              </a:endParaRPr>
            </a:p>
          </p:txBody>
        </p:sp>
        <p:sp>
          <p:nvSpPr>
            <p:cNvPr id="57" name="Rectangle 56"/>
            <p:cNvSpPr/>
            <p:nvPr userDrawn="1"/>
          </p:nvSpPr>
          <p:spPr>
            <a:xfrm>
              <a:off x="2555365" y="1211263"/>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Medium Blue</a:t>
              </a:r>
            </a:p>
            <a:p>
              <a:pPr algn="ctr"/>
              <a:r>
                <a:rPr lang="en-GB" sz="900" dirty="0" smtClean="0">
                  <a:solidFill>
                    <a:schemeClr val="bg1"/>
                  </a:solidFill>
                </a:rPr>
                <a:t>0 / 94 / 184</a:t>
              </a:r>
              <a:endParaRPr lang="en-GB" sz="900" dirty="0">
                <a:solidFill>
                  <a:schemeClr val="bg1"/>
                </a:solidFill>
              </a:endParaRPr>
            </a:p>
          </p:txBody>
        </p:sp>
        <p:sp>
          <p:nvSpPr>
            <p:cNvPr id="58" name="Rectangle 57"/>
            <p:cNvSpPr/>
            <p:nvPr userDrawn="1"/>
          </p:nvSpPr>
          <p:spPr>
            <a:xfrm>
              <a:off x="3544185" y="1211263"/>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Light Blue</a:t>
              </a:r>
            </a:p>
            <a:p>
              <a:pPr algn="ctr"/>
              <a:r>
                <a:rPr lang="en-GB" sz="900" dirty="0" smtClean="0">
                  <a:solidFill>
                    <a:schemeClr val="bg1"/>
                  </a:solidFill>
                </a:rPr>
                <a:t>0 / 145 / 218</a:t>
              </a:r>
              <a:endParaRPr lang="en-GB" sz="900" dirty="0">
                <a:solidFill>
                  <a:schemeClr val="bg1"/>
                </a:solidFill>
              </a:endParaRPr>
            </a:p>
          </p:txBody>
        </p:sp>
        <p:sp>
          <p:nvSpPr>
            <p:cNvPr id="59" name="Rectangle 58"/>
            <p:cNvSpPr/>
            <p:nvPr userDrawn="1"/>
          </p:nvSpPr>
          <p:spPr>
            <a:xfrm>
              <a:off x="1566545" y="2257893"/>
              <a:ext cx="900000" cy="7200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Violet</a:t>
              </a:r>
            </a:p>
            <a:p>
              <a:pPr algn="ctr"/>
              <a:r>
                <a:rPr lang="en-GB" sz="900" smtClean="0">
                  <a:solidFill>
                    <a:schemeClr val="bg1"/>
                  </a:solidFill>
                </a:rPr>
                <a:t>72 / 54 / 152</a:t>
              </a:r>
              <a:endParaRPr lang="en-GB" sz="900" dirty="0">
                <a:solidFill>
                  <a:schemeClr val="bg1"/>
                </a:solidFill>
              </a:endParaRPr>
            </a:p>
          </p:txBody>
        </p:sp>
        <p:sp>
          <p:nvSpPr>
            <p:cNvPr id="60" name="Rectangle 59"/>
            <p:cNvSpPr/>
            <p:nvPr userDrawn="1"/>
          </p:nvSpPr>
          <p:spPr>
            <a:xfrm>
              <a:off x="2555365" y="2257893"/>
              <a:ext cx="900000" cy="720000"/>
            </a:xfrm>
            <a:prstGeom prst="rect">
              <a:avLst/>
            </a:prstGeom>
            <a:solidFill>
              <a:srgbClr val="470A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Purple</a:t>
              </a:r>
            </a:p>
            <a:p>
              <a:pPr algn="ctr"/>
              <a:r>
                <a:rPr lang="en-GB" sz="900" dirty="0" smtClean="0">
                  <a:solidFill>
                    <a:schemeClr val="bg1"/>
                  </a:solidFill>
                </a:rPr>
                <a:t>71 / 10 / 104</a:t>
              </a:r>
              <a:endParaRPr lang="en-GB" sz="900" dirty="0">
                <a:solidFill>
                  <a:schemeClr val="bg1"/>
                </a:solidFill>
              </a:endParaRPr>
            </a:p>
          </p:txBody>
        </p:sp>
        <p:sp>
          <p:nvSpPr>
            <p:cNvPr id="61" name="Rectangle 60"/>
            <p:cNvSpPr/>
            <p:nvPr userDrawn="1"/>
          </p:nvSpPr>
          <p:spPr>
            <a:xfrm>
              <a:off x="3544185" y="2257893"/>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Light Purple</a:t>
              </a:r>
            </a:p>
            <a:p>
              <a:pPr algn="ctr"/>
              <a:r>
                <a:rPr lang="en-GB" sz="900" smtClean="0">
                  <a:solidFill>
                    <a:schemeClr val="bg1"/>
                  </a:solidFill>
                </a:rPr>
                <a:t>109 / 32 / 119</a:t>
              </a:r>
              <a:endParaRPr lang="en-GB" sz="900" dirty="0">
                <a:solidFill>
                  <a:schemeClr val="bg1"/>
                </a:solidFill>
              </a:endParaRPr>
            </a:p>
          </p:txBody>
        </p:sp>
        <p:sp>
          <p:nvSpPr>
            <p:cNvPr id="62" name="Rectangle 61"/>
            <p:cNvSpPr/>
            <p:nvPr userDrawn="1"/>
          </p:nvSpPr>
          <p:spPr>
            <a:xfrm>
              <a:off x="4533005" y="2257893"/>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Green</a:t>
              </a:r>
            </a:p>
            <a:p>
              <a:pPr algn="ctr"/>
              <a:r>
                <a:rPr lang="en-GB" sz="900" smtClean="0">
                  <a:solidFill>
                    <a:schemeClr val="bg1"/>
                  </a:solidFill>
                </a:rPr>
                <a:t>0 / 163 / 161</a:t>
              </a:r>
              <a:endParaRPr lang="en-GB" sz="900" dirty="0">
                <a:solidFill>
                  <a:schemeClr val="bg1"/>
                </a:solidFill>
              </a:endParaRPr>
            </a:p>
          </p:txBody>
        </p:sp>
        <p:sp>
          <p:nvSpPr>
            <p:cNvPr id="63" name="Rectangle 62"/>
            <p:cNvSpPr/>
            <p:nvPr userDrawn="1"/>
          </p:nvSpPr>
          <p:spPr>
            <a:xfrm>
              <a:off x="1566545" y="3304523"/>
              <a:ext cx="900000" cy="720000"/>
            </a:xfrm>
            <a:prstGeom prst="rect">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Dark Green</a:t>
              </a:r>
            </a:p>
            <a:p>
              <a:pPr algn="ctr"/>
              <a:r>
                <a:rPr lang="en-GB" sz="900" dirty="0" smtClean="0">
                  <a:solidFill>
                    <a:schemeClr val="bg1"/>
                  </a:solidFill>
                </a:rPr>
                <a:t>0 / 154 / 68</a:t>
              </a:r>
              <a:endParaRPr lang="en-GB" sz="900" dirty="0">
                <a:solidFill>
                  <a:schemeClr val="bg1"/>
                </a:solidFill>
              </a:endParaRPr>
            </a:p>
          </p:txBody>
        </p:sp>
        <p:sp>
          <p:nvSpPr>
            <p:cNvPr id="64" name="Rectangle 63"/>
            <p:cNvSpPr/>
            <p:nvPr userDrawn="1"/>
          </p:nvSpPr>
          <p:spPr>
            <a:xfrm>
              <a:off x="2555365" y="3304523"/>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Light Green</a:t>
              </a:r>
            </a:p>
            <a:p>
              <a:pPr algn="ctr"/>
              <a:r>
                <a:rPr lang="en-GB" sz="900" smtClean="0">
                  <a:solidFill>
                    <a:schemeClr val="bg1"/>
                  </a:solidFill>
                </a:rPr>
                <a:t>67 / 176 / 42</a:t>
              </a:r>
              <a:endParaRPr lang="en-GB" sz="900" dirty="0">
                <a:solidFill>
                  <a:schemeClr val="bg1"/>
                </a:solidFill>
              </a:endParaRPr>
            </a:p>
          </p:txBody>
        </p:sp>
        <p:sp>
          <p:nvSpPr>
            <p:cNvPr id="65" name="Rectangle 64"/>
            <p:cNvSpPr/>
            <p:nvPr userDrawn="1"/>
          </p:nvSpPr>
          <p:spPr>
            <a:xfrm>
              <a:off x="3544185" y="3304523"/>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Yellow</a:t>
              </a:r>
            </a:p>
            <a:p>
              <a:pPr algn="ctr"/>
              <a:r>
                <a:rPr lang="en-GB" sz="900" smtClean="0">
                  <a:solidFill>
                    <a:schemeClr val="bg1"/>
                  </a:solidFill>
                </a:rPr>
                <a:t>234 / 170 / 0</a:t>
              </a:r>
              <a:endParaRPr lang="en-GB" sz="900" dirty="0">
                <a:solidFill>
                  <a:schemeClr val="bg1"/>
                </a:solidFill>
              </a:endParaRPr>
            </a:p>
          </p:txBody>
        </p:sp>
        <p:sp>
          <p:nvSpPr>
            <p:cNvPr id="66" name="Rectangle 65"/>
            <p:cNvSpPr/>
            <p:nvPr userDrawn="1"/>
          </p:nvSpPr>
          <p:spPr>
            <a:xfrm>
              <a:off x="4533005" y="3304523"/>
              <a:ext cx="900000" cy="720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Orange</a:t>
              </a:r>
            </a:p>
            <a:p>
              <a:pPr algn="ctr"/>
              <a:r>
                <a:rPr lang="en-GB" sz="900" dirty="0" smtClean="0">
                  <a:solidFill>
                    <a:schemeClr val="bg1"/>
                  </a:solidFill>
                </a:rPr>
                <a:t>246 / 141 / 46</a:t>
              </a:r>
              <a:endParaRPr lang="en-GB" sz="900" dirty="0">
                <a:solidFill>
                  <a:schemeClr val="bg1"/>
                </a:solidFill>
              </a:endParaRPr>
            </a:p>
          </p:txBody>
        </p:sp>
        <p:sp>
          <p:nvSpPr>
            <p:cNvPr id="67" name="Rectangle 66"/>
            <p:cNvSpPr/>
            <p:nvPr userDrawn="1"/>
          </p:nvSpPr>
          <p:spPr>
            <a:xfrm>
              <a:off x="5521825" y="3304523"/>
              <a:ext cx="900000" cy="720000"/>
            </a:xfrm>
            <a:prstGeom prst="rect">
              <a:avLst/>
            </a:prstGeom>
            <a:solidFill>
              <a:srgbClr val="BC20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Red</a:t>
              </a:r>
            </a:p>
            <a:p>
              <a:pPr algn="ctr"/>
              <a:r>
                <a:rPr lang="en-GB" sz="900" smtClean="0">
                  <a:solidFill>
                    <a:schemeClr val="bg1"/>
                  </a:solidFill>
                </a:rPr>
                <a:t>188 / 32 / 75</a:t>
              </a:r>
              <a:endParaRPr lang="en-GB" sz="900" dirty="0">
                <a:solidFill>
                  <a:schemeClr val="bg1"/>
                </a:solidFill>
              </a:endParaRPr>
            </a:p>
          </p:txBody>
        </p:sp>
        <p:sp>
          <p:nvSpPr>
            <p:cNvPr id="68" name="Rectangle 67"/>
            <p:cNvSpPr/>
            <p:nvPr userDrawn="1"/>
          </p:nvSpPr>
          <p:spPr>
            <a:xfrm>
              <a:off x="6510645" y="3304523"/>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Pink</a:t>
              </a:r>
            </a:p>
            <a:p>
              <a:pPr algn="ctr"/>
              <a:r>
                <a:rPr lang="en-GB" sz="900" dirty="0" smtClean="0">
                  <a:solidFill>
                    <a:schemeClr val="bg1"/>
                  </a:solidFill>
                </a:rPr>
                <a:t>198 / 0 / 126</a:t>
              </a:r>
              <a:endParaRPr lang="en-GB" sz="900" dirty="0">
                <a:solidFill>
                  <a:schemeClr val="bg1"/>
                </a:solidFill>
              </a:endParaRPr>
            </a:p>
          </p:txBody>
        </p:sp>
        <p:sp>
          <p:nvSpPr>
            <p:cNvPr id="69" name="Rectangle 68"/>
            <p:cNvSpPr/>
            <p:nvPr userDrawn="1"/>
          </p:nvSpPr>
          <p:spPr>
            <a:xfrm>
              <a:off x="1566545" y="4285386"/>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KPMG Blue</a:t>
              </a:r>
            </a:p>
            <a:p>
              <a:pPr algn="ctr"/>
              <a:r>
                <a:rPr lang="en-GB" sz="900" smtClean="0">
                  <a:solidFill>
                    <a:schemeClr val="bg1"/>
                  </a:solidFill>
                </a:rPr>
                <a:t>0 / 51 / 141</a:t>
              </a:r>
              <a:endParaRPr lang="en-GB" sz="900" dirty="0">
                <a:solidFill>
                  <a:schemeClr val="bg1"/>
                </a:solidFill>
              </a:endParaRPr>
            </a:p>
          </p:txBody>
        </p:sp>
        <p:sp>
          <p:nvSpPr>
            <p:cNvPr id="70" name="Rectangle 69"/>
            <p:cNvSpPr/>
            <p:nvPr userDrawn="1"/>
          </p:nvSpPr>
          <p:spPr>
            <a:xfrm>
              <a:off x="4533005" y="4285386"/>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Medium Blue</a:t>
              </a:r>
            </a:p>
            <a:p>
              <a:pPr algn="ctr"/>
              <a:r>
                <a:rPr lang="en-GB" sz="900" dirty="0" smtClean="0">
                  <a:solidFill>
                    <a:schemeClr val="bg1"/>
                  </a:solidFill>
                </a:rPr>
                <a:t>0 / 94 / 184</a:t>
              </a:r>
              <a:endParaRPr lang="en-GB" sz="900" dirty="0">
                <a:solidFill>
                  <a:schemeClr val="bg1"/>
                </a:solidFill>
              </a:endParaRPr>
            </a:p>
          </p:txBody>
        </p:sp>
        <p:sp>
          <p:nvSpPr>
            <p:cNvPr id="71" name="Rectangle 70"/>
            <p:cNvSpPr/>
            <p:nvPr userDrawn="1"/>
          </p:nvSpPr>
          <p:spPr>
            <a:xfrm>
              <a:off x="2555365" y="4285386"/>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Light Blue</a:t>
              </a:r>
            </a:p>
            <a:p>
              <a:pPr algn="ctr"/>
              <a:r>
                <a:rPr lang="en-GB" sz="900" smtClean="0">
                  <a:solidFill>
                    <a:schemeClr val="bg1"/>
                  </a:solidFill>
                </a:rPr>
                <a:t>0 / 145 / 218</a:t>
              </a:r>
              <a:endParaRPr lang="en-GB" sz="900" dirty="0">
                <a:solidFill>
                  <a:schemeClr val="bg1"/>
                </a:solidFill>
              </a:endParaRPr>
            </a:p>
          </p:txBody>
        </p:sp>
        <p:sp>
          <p:nvSpPr>
            <p:cNvPr id="72" name="Rectangle 71"/>
            <p:cNvSpPr/>
            <p:nvPr userDrawn="1"/>
          </p:nvSpPr>
          <p:spPr>
            <a:xfrm>
              <a:off x="3544185" y="4285386"/>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Light Purple</a:t>
              </a:r>
            </a:p>
            <a:p>
              <a:pPr algn="ctr"/>
              <a:r>
                <a:rPr lang="en-GB" sz="900" smtClean="0">
                  <a:solidFill>
                    <a:schemeClr val="bg1"/>
                  </a:solidFill>
                </a:rPr>
                <a:t>109 / 32 / 119</a:t>
              </a:r>
              <a:endParaRPr lang="en-GB" sz="900" dirty="0">
                <a:solidFill>
                  <a:schemeClr val="bg1"/>
                </a:solidFill>
              </a:endParaRPr>
            </a:p>
          </p:txBody>
        </p:sp>
        <p:sp>
          <p:nvSpPr>
            <p:cNvPr id="73" name="Rectangle 72"/>
            <p:cNvSpPr/>
            <p:nvPr userDrawn="1"/>
          </p:nvSpPr>
          <p:spPr>
            <a:xfrm>
              <a:off x="5521825" y="4285386"/>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Green</a:t>
              </a:r>
            </a:p>
            <a:p>
              <a:pPr algn="ctr"/>
              <a:r>
                <a:rPr lang="en-GB" sz="900" smtClean="0">
                  <a:solidFill>
                    <a:schemeClr val="bg1"/>
                  </a:solidFill>
                </a:rPr>
                <a:t>0 / 163 / 161</a:t>
              </a:r>
              <a:endParaRPr lang="en-GB" sz="900" dirty="0">
                <a:solidFill>
                  <a:schemeClr val="bg1"/>
                </a:solidFill>
              </a:endParaRPr>
            </a:p>
          </p:txBody>
        </p:sp>
        <p:sp>
          <p:nvSpPr>
            <p:cNvPr id="74" name="Rectangle 73"/>
            <p:cNvSpPr/>
            <p:nvPr userDrawn="1"/>
          </p:nvSpPr>
          <p:spPr>
            <a:xfrm>
              <a:off x="7499463" y="4285386"/>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Light Green</a:t>
              </a:r>
            </a:p>
            <a:p>
              <a:pPr algn="ctr"/>
              <a:r>
                <a:rPr lang="en-GB" sz="900" dirty="0" smtClean="0">
                  <a:solidFill>
                    <a:schemeClr val="bg1"/>
                  </a:solidFill>
                </a:rPr>
                <a:t>67 / 176 / 42</a:t>
              </a:r>
              <a:endParaRPr lang="en-GB" sz="900" dirty="0">
                <a:solidFill>
                  <a:schemeClr val="bg1"/>
                </a:solidFill>
              </a:endParaRPr>
            </a:p>
          </p:txBody>
        </p:sp>
        <p:sp>
          <p:nvSpPr>
            <p:cNvPr id="75" name="Rectangle 74"/>
            <p:cNvSpPr/>
            <p:nvPr userDrawn="1"/>
          </p:nvSpPr>
          <p:spPr>
            <a:xfrm>
              <a:off x="6510645" y="4285386"/>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smtClean="0">
                  <a:solidFill>
                    <a:schemeClr val="bg1"/>
                  </a:solidFill>
                </a:rPr>
                <a:t>Yellow</a:t>
              </a:r>
            </a:p>
            <a:p>
              <a:pPr algn="ctr"/>
              <a:r>
                <a:rPr lang="en-GB" sz="900" smtClean="0">
                  <a:solidFill>
                    <a:schemeClr val="bg1"/>
                  </a:solidFill>
                </a:rPr>
                <a:t>234 / 170 / 0</a:t>
              </a:r>
              <a:endParaRPr lang="en-GB" sz="900" dirty="0">
                <a:solidFill>
                  <a:schemeClr val="bg1"/>
                </a:solidFill>
              </a:endParaRPr>
            </a:p>
          </p:txBody>
        </p:sp>
        <p:sp>
          <p:nvSpPr>
            <p:cNvPr id="76" name="Rectangle 75"/>
            <p:cNvSpPr/>
            <p:nvPr userDrawn="1"/>
          </p:nvSpPr>
          <p:spPr>
            <a:xfrm>
              <a:off x="1566545" y="5085488"/>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Pink</a:t>
              </a:r>
            </a:p>
            <a:p>
              <a:pPr algn="ctr"/>
              <a:r>
                <a:rPr lang="en-GB" sz="900" dirty="0" smtClean="0">
                  <a:solidFill>
                    <a:schemeClr val="bg1"/>
                  </a:solidFill>
                </a:rPr>
                <a:t>198 / 0 / 126</a:t>
              </a:r>
              <a:endParaRPr lang="en-GB" sz="900" dirty="0">
                <a:solidFill>
                  <a:schemeClr val="bg1"/>
                </a:solidFill>
              </a:endParaRPr>
            </a:p>
          </p:txBody>
        </p:sp>
        <p:sp>
          <p:nvSpPr>
            <p:cNvPr id="77" name="Rectangle 76"/>
            <p:cNvSpPr/>
            <p:nvPr userDrawn="1"/>
          </p:nvSpPr>
          <p:spPr>
            <a:xfrm>
              <a:off x="2555365" y="5085488"/>
              <a:ext cx="900000" cy="720000"/>
            </a:xfrm>
            <a:prstGeom prst="rect">
              <a:avLst/>
            </a:prstGeom>
            <a:solidFill>
              <a:srgbClr val="753F1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Dark</a:t>
              </a:r>
              <a:r>
                <a:rPr lang="en-GB" sz="900" baseline="0" dirty="0" smtClean="0">
                  <a:solidFill>
                    <a:schemeClr val="bg1"/>
                  </a:solidFill>
                </a:rPr>
                <a:t> Brown</a:t>
              </a:r>
            </a:p>
            <a:p>
              <a:pPr algn="ctr"/>
              <a:r>
                <a:rPr lang="en-GB" sz="900" baseline="0" dirty="0" smtClean="0">
                  <a:solidFill>
                    <a:schemeClr val="bg1"/>
                  </a:solidFill>
                </a:rPr>
                <a:t>117 / 63 / 25</a:t>
              </a:r>
              <a:endParaRPr lang="en-GB" sz="900" dirty="0">
                <a:solidFill>
                  <a:schemeClr val="bg1"/>
                </a:solidFill>
              </a:endParaRPr>
            </a:p>
          </p:txBody>
        </p:sp>
        <p:sp>
          <p:nvSpPr>
            <p:cNvPr id="78" name="Rectangle 77"/>
            <p:cNvSpPr/>
            <p:nvPr userDrawn="1"/>
          </p:nvSpPr>
          <p:spPr>
            <a:xfrm>
              <a:off x="3544185" y="5085488"/>
              <a:ext cx="900000" cy="720000"/>
            </a:xfrm>
            <a:prstGeom prst="rect">
              <a:avLst/>
            </a:prstGeom>
            <a:solidFill>
              <a:srgbClr val="9B64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Light </a:t>
              </a:r>
              <a:r>
                <a:rPr lang="en-GB" sz="900" baseline="0" dirty="0" smtClean="0">
                  <a:solidFill>
                    <a:schemeClr val="bg1"/>
                  </a:solidFill>
                </a:rPr>
                <a:t>Brown</a:t>
              </a:r>
            </a:p>
            <a:p>
              <a:pPr algn="ctr"/>
              <a:r>
                <a:rPr lang="en-GB" sz="900" baseline="0" dirty="0" smtClean="0">
                  <a:solidFill>
                    <a:schemeClr val="bg1"/>
                  </a:solidFill>
                </a:rPr>
                <a:t>155 / 100 / 46</a:t>
              </a:r>
              <a:endParaRPr lang="en-GB" sz="900" dirty="0">
                <a:solidFill>
                  <a:schemeClr val="bg1"/>
                </a:solidFill>
              </a:endParaRPr>
            </a:p>
          </p:txBody>
        </p:sp>
        <p:sp>
          <p:nvSpPr>
            <p:cNvPr id="79" name="Rectangle 78"/>
            <p:cNvSpPr/>
            <p:nvPr userDrawn="1"/>
          </p:nvSpPr>
          <p:spPr>
            <a:xfrm>
              <a:off x="5521825" y="5085488"/>
              <a:ext cx="900000" cy="720000"/>
            </a:xfrm>
            <a:prstGeom prst="rect">
              <a:avLst/>
            </a:prstGeom>
            <a:solidFill>
              <a:srgbClr val="E3B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Beige</a:t>
              </a:r>
            </a:p>
            <a:p>
              <a:pPr algn="ctr"/>
              <a:r>
                <a:rPr lang="en-GB" sz="900" dirty="0" smtClean="0">
                  <a:solidFill>
                    <a:schemeClr val="bg1"/>
                  </a:solidFill>
                </a:rPr>
                <a:t>227 / 188 / 159</a:t>
              </a:r>
              <a:endParaRPr lang="en-GB" sz="900" dirty="0">
                <a:solidFill>
                  <a:schemeClr val="bg1"/>
                </a:solidFill>
              </a:endParaRPr>
            </a:p>
          </p:txBody>
        </p:sp>
        <p:sp>
          <p:nvSpPr>
            <p:cNvPr id="80" name="Rectangle 79"/>
            <p:cNvSpPr/>
            <p:nvPr userDrawn="1"/>
          </p:nvSpPr>
          <p:spPr>
            <a:xfrm>
              <a:off x="4533005" y="5085488"/>
              <a:ext cx="900000" cy="720000"/>
            </a:xfrm>
            <a:prstGeom prst="rect">
              <a:avLst/>
            </a:prstGeom>
            <a:solidFill>
              <a:srgbClr val="9D937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Olive</a:t>
              </a:r>
            </a:p>
            <a:p>
              <a:pPr algn="ctr"/>
              <a:r>
                <a:rPr lang="en-GB" sz="900" dirty="0" smtClean="0">
                  <a:solidFill>
                    <a:schemeClr val="bg1"/>
                  </a:solidFill>
                </a:rPr>
                <a:t>157 / 147 / 117</a:t>
              </a:r>
              <a:endParaRPr lang="en-GB" sz="900" dirty="0">
                <a:solidFill>
                  <a:schemeClr val="bg1"/>
                </a:solidFill>
              </a:endParaRPr>
            </a:p>
          </p:txBody>
        </p:sp>
        <p:sp>
          <p:nvSpPr>
            <p:cNvPr id="81" name="Rectangle 80"/>
            <p:cNvSpPr/>
            <p:nvPr userDrawn="1"/>
          </p:nvSpPr>
          <p:spPr>
            <a:xfrm>
              <a:off x="6510645" y="5085488"/>
              <a:ext cx="900000" cy="720000"/>
            </a:xfrm>
            <a:prstGeom prst="rect">
              <a:avLst/>
            </a:prstGeom>
            <a:solidFill>
              <a:srgbClr val="E36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r>
                <a:rPr lang="en-GB" sz="900" dirty="0" smtClean="0">
                  <a:solidFill>
                    <a:schemeClr val="bg1"/>
                  </a:solidFill>
                </a:rPr>
                <a:t>Light Pink</a:t>
              </a:r>
            </a:p>
            <a:p>
              <a:pPr algn="ctr"/>
              <a:r>
                <a:rPr lang="en-GB" sz="900" dirty="0" smtClean="0">
                  <a:solidFill>
                    <a:schemeClr val="bg1"/>
                  </a:solidFill>
                </a:rPr>
                <a:t>227 / 104 /</a:t>
              </a:r>
              <a:r>
                <a:rPr lang="en-GB" sz="900" baseline="0" dirty="0" smtClean="0">
                  <a:solidFill>
                    <a:schemeClr val="bg1"/>
                  </a:solidFill>
                </a:rPr>
                <a:t> 119</a:t>
              </a:r>
              <a:endParaRPr lang="en-GB" sz="900" dirty="0">
                <a:solidFill>
                  <a:schemeClr val="bg1"/>
                </a:solidFill>
              </a:endParaRPr>
            </a:p>
          </p:txBody>
        </p:sp>
        <p:sp>
          <p:nvSpPr>
            <p:cNvPr id="82" name="TextBox 81"/>
            <p:cNvSpPr txBox="1"/>
            <p:nvPr userDrawn="1"/>
          </p:nvSpPr>
          <p:spPr>
            <a:xfrm>
              <a:off x="752400" y="4285386"/>
              <a:ext cx="814145" cy="504825"/>
            </a:xfrm>
            <a:prstGeom prst="rect">
              <a:avLst/>
            </a:prstGeom>
            <a:noFill/>
          </p:spPr>
          <p:txBody>
            <a:bodyPr wrap="square" lIns="0" tIns="0" rIns="54007" bIns="0" rtlCol="0">
              <a:noAutofit/>
            </a:bodyPr>
            <a:lstStyle/>
            <a:p>
              <a:r>
                <a:rPr lang="en-GB" sz="1000" b="1" dirty="0" smtClean="0">
                  <a:solidFill>
                    <a:schemeClr val="tx2"/>
                  </a:solidFill>
                </a:rPr>
                <a:t>Colour</a:t>
              </a:r>
              <a:r>
                <a:rPr lang="en-GB" sz="1000" b="1" baseline="0" dirty="0" smtClean="0">
                  <a:solidFill>
                    <a:schemeClr val="tx2"/>
                  </a:solidFill>
                </a:rPr>
                <a:t> o</a:t>
              </a:r>
              <a:r>
                <a:rPr lang="en-GB" sz="1000" b="1" dirty="0" smtClean="0">
                  <a:solidFill>
                    <a:schemeClr val="tx2"/>
                  </a:solidFill>
                </a:rPr>
                <a:t>rder for graphs</a:t>
              </a:r>
              <a:endParaRPr lang="en-GB" sz="1000" b="1" dirty="0">
                <a:solidFill>
                  <a:schemeClr val="tx2"/>
                </a:solidFill>
              </a:endParaRPr>
            </a:p>
          </p:txBody>
        </p:sp>
      </p:grpSp>
      <p:cxnSp>
        <p:nvCxnSpPr>
          <p:cNvPr id="34" name="Straight Connector 33"/>
          <p:cNvCxnSpPr/>
          <p:nvPr userDrawn="1"/>
        </p:nvCxnSpPr>
        <p:spPr>
          <a:xfrm>
            <a:off x="746125" y="1066800"/>
            <a:ext cx="76454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8833368"/>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2" y="0"/>
            <a:ext cx="74771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400" dirty="0">
              <a:latin typeface="Arial" panose="020B0604020202020204" pitchFamily="34" charset="0"/>
              <a:sym typeface="Arial" panose="020B0604020202020204" pitchFamily="34" charset="0"/>
            </a:endParaRPr>
          </a:p>
        </p:txBody>
      </p:sp>
      <p:sp>
        <p:nvSpPr>
          <p:cNvPr id="11" name="Freeform 19"/>
          <p:cNvSpPr>
            <a:spLocks noEditPoints="1"/>
          </p:cNvSpPr>
          <p:nvPr userDrawn="1"/>
        </p:nvSpPr>
        <p:spPr bwMode="auto">
          <a:xfrm>
            <a:off x="1584000" y="784800"/>
            <a:ext cx="7776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2" name="Text Placeholder 2"/>
          <p:cNvSpPr>
            <a:spLocks noGrp="1"/>
          </p:cNvSpPr>
          <p:nvPr>
            <p:ph type="body" sz="quarter" idx="11"/>
          </p:nvPr>
        </p:nvSpPr>
        <p:spPr>
          <a:xfrm>
            <a:off x="1584000" y="4587244"/>
            <a:ext cx="6815463" cy="846000"/>
          </a:xfrm>
        </p:spPr>
        <p:txBody>
          <a:bodyPr/>
          <a:lstStyle>
            <a:lvl1pPr>
              <a:buFontTx/>
              <a:buNone/>
              <a:defRPr sz="1100" b="0">
                <a:solidFill>
                  <a:schemeClr val="bg1">
                    <a:lumMod val="65000"/>
                  </a:schemeClr>
                </a:solidFill>
              </a:defRPr>
            </a:lvl1pPr>
            <a:lvl2pPr>
              <a:buFontTx/>
              <a:buNone/>
              <a:defRPr sz="11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smtClean="0"/>
              <a:t>Click to edit Master text styles</a:t>
            </a:r>
          </a:p>
          <a:p>
            <a:pPr lvl="1"/>
            <a:r>
              <a:rPr lang="en-US" smtClean="0"/>
              <a:t>Second level</a:t>
            </a:r>
          </a:p>
        </p:txBody>
      </p:sp>
      <p:sp>
        <p:nvSpPr>
          <p:cNvPr id="13" name="Text Placeholder 2"/>
          <p:cNvSpPr>
            <a:spLocks noGrp="1"/>
          </p:cNvSpPr>
          <p:nvPr>
            <p:ph type="body" sz="quarter" idx="12"/>
          </p:nvPr>
        </p:nvSpPr>
        <p:spPr>
          <a:xfrm>
            <a:off x="1584000" y="5634830"/>
            <a:ext cx="6815463" cy="169277"/>
          </a:xfrm>
        </p:spPr>
        <p:txBody>
          <a:bodyPr>
            <a:noAutofit/>
          </a:bodyPr>
          <a:lstStyle>
            <a:lvl1pPr>
              <a:buFontTx/>
              <a:buNone/>
              <a:defRPr sz="11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smtClean="0"/>
              <a:t>Click to edit Master text styles</a:t>
            </a:r>
          </a:p>
        </p:txBody>
      </p:sp>
      <p:sp>
        <p:nvSpPr>
          <p:cNvPr id="14" name="Text Placeholder 2"/>
          <p:cNvSpPr>
            <a:spLocks noGrp="1"/>
          </p:cNvSpPr>
          <p:nvPr>
            <p:ph type="body" sz="quarter" idx="13"/>
          </p:nvPr>
        </p:nvSpPr>
        <p:spPr>
          <a:xfrm>
            <a:off x="1584000" y="3539658"/>
            <a:ext cx="6815463" cy="846000"/>
          </a:xfrm>
        </p:spPr>
        <p:txBody>
          <a:bodyPr/>
          <a:lstStyle>
            <a:lvl1pPr>
              <a:buFontTx/>
              <a:buNone/>
              <a:defRPr sz="1100" b="0">
                <a:solidFill>
                  <a:schemeClr val="bg1">
                    <a:lumMod val="65000"/>
                  </a:schemeClr>
                </a:solidFill>
              </a:defRPr>
            </a:lvl1pPr>
            <a:lvl2pPr>
              <a:buFontTx/>
              <a:buNone/>
              <a:defRPr sz="11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smtClean="0"/>
              <a:t>Click to edit Master text styles</a:t>
            </a:r>
          </a:p>
          <a:p>
            <a:pPr lvl="1"/>
            <a:r>
              <a:rPr lang="en-US" smtClean="0"/>
              <a:t>Second level</a:t>
            </a:r>
          </a:p>
        </p:txBody>
      </p:sp>
      <p:sp>
        <p:nvSpPr>
          <p:cNvPr id="15" name="Text Placeholder 2"/>
          <p:cNvSpPr>
            <a:spLocks noGrp="1"/>
          </p:cNvSpPr>
          <p:nvPr>
            <p:ph type="body" sz="quarter" idx="14"/>
          </p:nvPr>
        </p:nvSpPr>
        <p:spPr>
          <a:xfrm>
            <a:off x="1584000" y="3187907"/>
            <a:ext cx="2411738" cy="119064"/>
          </a:xfrm>
        </p:spPr>
        <p:txBody>
          <a:bodyPr/>
          <a:lstStyle>
            <a:lvl1pPr>
              <a:buFontTx/>
              <a:buNone/>
              <a:defRPr sz="12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dirty="0" smtClean="0"/>
              <a:t>Click to edit Master text styles</a:t>
            </a:r>
          </a:p>
        </p:txBody>
      </p:sp>
      <p:sp>
        <p:nvSpPr>
          <p:cNvPr id="22" name="Text Placeholder 2"/>
          <p:cNvSpPr>
            <a:spLocks noGrp="1"/>
          </p:cNvSpPr>
          <p:nvPr>
            <p:ph type="body" sz="quarter" idx="15"/>
          </p:nvPr>
        </p:nvSpPr>
        <p:spPr>
          <a:xfrm>
            <a:off x="4775338" y="3187907"/>
            <a:ext cx="2361268" cy="119064"/>
          </a:xfrm>
        </p:spPr>
        <p:txBody>
          <a:bodyPr/>
          <a:lstStyle>
            <a:lvl1pPr>
              <a:buFontTx/>
              <a:buNone/>
              <a:defRPr sz="12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dirty="0" smtClean="0"/>
              <a:t>Click to edit Master text styles</a:t>
            </a:r>
          </a:p>
        </p:txBody>
      </p:sp>
      <p:pic>
        <p:nvPicPr>
          <p:cNvPr id="24" name="Pictur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84000" y="2682350"/>
            <a:ext cx="2523749" cy="384049"/>
          </a:xfrm>
          <a:prstGeom prst="rect">
            <a:avLst/>
          </a:prstGeom>
        </p:spPr>
      </p:pic>
      <p:sp>
        <p:nvSpPr>
          <p:cNvPr id="16" name="TextBox 15"/>
          <p:cNvSpPr txBox="1"/>
          <p:nvPr userDrawn="1">
            <p:custDataLst>
              <p:tags r:id="rId1"/>
            </p:custDataLst>
          </p:nvPr>
        </p:nvSpPr>
        <p:spPr>
          <a:xfrm>
            <a:off x="1846217" y="6690918"/>
            <a:ext cx="5442857" cy="93059"/>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600" b="1" kern="1200" noProof="0" dirty="0" smtClean="0">
                <a:solidFill>
                  <a:schemeClr val="bg2"/>
                </a:solidFill>
                <a:latin typeface="+mn-lt"/>
                <a:ea typeface="+mn-ea"/>
                <a:cs typeface="+mn-cs"/>
              </a:rPr>
              <a:t>Document Classification: KPMG Public</a:t>
            </a:r>
          </a:p>
        </p:txBody>
      </p:sp>
    </p:spTree>
    <p:extLst>
      <p:ext uri="{BB962C8B-B14F-4D97-AF65-F5344CB8AC3E}">
        <p14:creationId xmlns:p14="http://schemas.microsoft.com/office/powerpoint/2010/main" val="3267273653"/>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0958" tIns="40958" rIns="40958" bIns="40958" rtlCol="0" anchor="ctr"/>
          <a:lstStyle/>
          <a:p>
            <a:pPr algn="l"/>
            <a:endParaRPr lang="en-US" sz="1125" dirty="0" err="1">
              <a:solidFill>
                <a:schemeClr val="bg1"/>
              </a:solidFill>
              <a:latin typeface="Arial" panose="020B0604020202020204" pitchFamily="34" charset="0"/>
            </a:endParaRPr>
          </a:p>
        </p:txBody>
      </p:sp>
      <p:sp>
        <p:nvSpPr>
          <p:cNvPr id="3" name="Title 2"/>
          <p:cNvSpPr>
            <a:spLocks noGrp="1"/>
          </p:cNvSpPr>
          <p:nvPr>
            <p:ph type="title"/>
          </p:nvPr>
        </p:nvSpPr>
        <p:spPr/>
        <p:txBody>
          <a:bodyPr/>
          <a:lstStyle/>
          <a:p>
            <a:r>
              <a:rPr lang="en-US"/>
              <a:t>Click to edit Master title style</a:t>
            </a:r>
            <a:endParaRPr lang="en-GB"/>
          </a:p>
        </p:txBody>
      </p:sp>
      <p:sp>
        <p:nvSpPr>
          <p:cNvPr id="4" name="Freeform 19"/>
          <p:cNvSpPr>
            <a:spLocks noEditPoints="1"/>
          </p:cNvSpPr>
          <p:nvPr userDrawn="1"/>
        </p:nvSpPr>
        <p:spPr bwMode="auto">
          <a:xfrm>
            <a:off x="752401" y="6266998"/>
            <a:ext cx="363022"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68580" tIns="34290" rIns="68580" bIns="34290" numCol="1" anchor="t" anchorCtr="0" compatLnSpc="1">
            <a:prstTxWarp prst="textNoShape">
              <a:avLst/>
            </a:prstTxWarp>
          </a:bodyPr>
          <a:lstStyle/>
          <a:p>
            <a:endParaRPr lang="en-GB" sz="1350" dirty="0">
              <a:latin typeface="Arial" panose="020B0604020202020204" pitchFamily="34" charset="0"/>
            </a:endParaRPr>
          </a:p>
        </p:txBody>
      </p:sp>
    </p:spTree>
    <p:extLst>
      <p:ext uri="{BB962C8B-B14F-4D97-AF65-F5344CB8AC3E}">
        <p14:creationId xmlns:p14="http://schemas.microsoft.com/office/powerpoint/2010/main" val="135933839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grpSp>
        <p:nvGrpSpPr>
          <p:cNvPr id="17" name="Group 16"/>
          <p:cNvGrpSpPr/>
          <p:nvPr userDrawn="1"/>
        </p:nvGrpSpPr>
        <p:grpSpPr>
          <a:xfrm>
            <a:off x="4793376" y="0"/>
            <a:ext cx="4350624" cy="6858000"/>
            <a:chOff x="4793376" y="0"/>
            <a:chExt cx="4350624" cy="6858000"/>
          </a:xfrm>
        </p:grpSpPr>
        <p:sp>
          <p:nvSpPr>
            <p:cNvPr id="18" name="object 3"/>
            <p:cNvSpPr/>
            <p:nvPr userDrawn="1"/>
          </p:nvSpPr>
          <p:spPr>
            <a:xfrm>
              <a:off x="5961469" y="0"/>
              <a:ext cx="3182531"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alpha val="4000"/>
              </a:srgb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sp>
          <p:nvSpPr>
            <p:cNvPr id="19" name="object 3"/>
            <p:cNvSpPr/>
            <p:nvPr userDrawn="1"/>
          </p:nvSpPr>
          <p:spPr>
            <a:xfrm>
              <a:off x="4793376" y="0"/>
              <a:ext cx="2397234"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alpha val="9000"/>
              </a:scheme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sp>
          <p:nvSpPr>
            <p:cNvPr id="20" name="object 3"/>
            <p:cNvSpPr/>
            <p:nvPr userDrawn="1"/>
          </p:nvSpPr>
          <p:spPr>
            <a:xfrm>
              <a:off x="8166379" y="0"/>
              <a:ext cx="506743"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alpha val="33000"/>
              </a:schemeClr>
            </a:solidFill>
          </p:spPr>
          <p:txBody>
            <a:bodyPr wrap="square" lIns="0" tIns="0" rIns="0" bIns="0" rtlCol="0">
              <a:noAutofit/>
            </a:bodyPr>
            <a:lstStyle/>
            <a:p>
              <a:endParaRPr sz="1800" dirty="0">
                <a:solidFill>
                  <a:schemeClr val="bg1">
                    <a:alpha val="32000"/>
                  </a:schemeClr>
                </a:solidFill>
                <a:latin typeface="Arial" panose="020B0604020202020204" pitchFamily="34" charset="0"/>
              </a:endParaRPr>
            </a:p>
          </p:txBody>
        </p:sp>
      </p:grpSp>
      <p:sp>
        <p:nvSpPr>
          <p:cNvPr id="2" name="Title Placeholder 1"/>
          <p:cNvSpPr>
            <a:spLocks noGrp="1"/>
          </p:cNvSpPr>
          <p:nvPr userDrawn="1">
            <p:ph type="title"/>
          </p:nvPr>
        </p:nvSpPr>
        <p:spPr>
          <a:xfrm>
            <a:off x="752400" y="432000"/>
            <a:ext cx="7639200" cy="5184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userDrawn="1">
            <p:ph type="body" idx="1"/>
          </p:nvPr>
        </p:nvSpPr>
        <p:spPr>
          <a:xfrm>
            <a:off x="752400" y="1209600"/>
            <a:ext cx="7639200" cy="4582800"/>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28" name="Freeform 19"/>
          <p:cNvSpPr>
            <a:spLocks noEditPoints="1"/>
          </p:cNvSpPr>
          <p:nvPr userDrawn="1"/>
        </p:nvSpPr>
        <p:spPr bwMode="auto">
          <a:xfrm>
            <a:off x="747238" y="6320118"/>
            <a:ext cx="424800"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solidFill>
                <a:schemeClr val="bg1"/>
              </a:solidFill>
            </a:endParaRPr>
          </a:p>
        </p:txBody>
      </p:sp>
      <p:sp>
        <p:nvSpPr>
          <p:cNvPr id="30" name="TextBox 29"/>
          <p:cNvSpPr txBox="1"/>
          <p:nvPr userDrawn="1"/>
        </p:nvSpPr>
        <p:spPr>
          <a:xfrm>
            <a:off x="1731600" y="6320118"/>
            <a:ext cx="58176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smtClean="0">
                <a:solidFill>
                  <a:schemeClr val="bg1">
                    <a:lumMod val="65000"/>
                  </a:schemeClr>
                </a:solidFill>
                <a:latin typeface="+mn-lt"/>
                <a:ea typeface="+mn-ea"/>
                <a:cs typeface="+mn-cs"/>
              </a:rPr>
              <a:t>© 2018 KPMG Limited, KPMG Tax and Advisory Limited, KPMG Legal Limited, all Vietnamese limited liability  companies and member firms of the KPMG network of independent member firms affiliated with KPMG International Cooperative (“KPMG International”), a Swiss entity. All rights reserved.</a:t>
            </a:r>
          </a:p>
        </p:txBody>
      </p:sp>
      <p:sp>
        <p:nvSpPr>
          <p:cNvPr id="25" name="TextBox 24"/>
          <p:cNvSpPr txBox="1"/>
          <p:nvPr userDrawn="1">
            <p:custDataLst>
              <p:tags r:id="rId34"/>
            </p:custDataLst>
          </p:nvPr>
        </p:nvSpPr>
        <p:spPr>
          <a:xfrm>
            <a:off x="1846217" y="6690918"/>
            <a:ext cx="5442857" cy="93059"/>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600" b="1" kern="1200" noProof="0" dirty="0" smtClean="0">
                <a:solidFill>
                  <a:schemeClr val="bg2"/>
                </a:solidFill>
                <a:latin typeface="+mn-lt"/>
                <a:ea typeface="+mn-ea"/>
                <a:cs typeface="+mn-cs"/>
              </a:rPr>
              <a:t>Document Classification: KPMG Public</a:t>
            </a:r>
          </a:p>
        </p:txBody>
      </p:sp>
      <p:sp>
        <p:nvSpPr>
          <p:cNvPr id="29" name="Shape 8"/>
          <p:cNvSpPr txBox="1">
            <a:spLocks/>
          </p:cNvSpPr>
          <p:nvPr userDrawn="1"/>
        </p:nvSpPr>
        <p:spPr>
          <a:xfrm>
            <a:off x="7257185" y="6320118"/>
            <a:ext cx="1201210"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kern="1200" smtClean="0">
                <a:solidFill>
                  <a:schemeClr val="bg1"/>
                </a:solidFill>
                <a:latin typeface="+mn-lt"/>
                <a:ea typeface="+mn-ea"/>
                <a:cs typeface="+mn-cs"/>
              </a:rPr>
              <a:pPr algn="r"/>
              <a:t>‹#›</a:t>
            </a:fld>
            <a:endParaRPr lang="en-US" sz="1000" kern="1200" dirty="0">
              <a:solidFill>
                <a:schemeClr val="bg1"/>
              </a:solidFill>
              <a:latin typeface="+mn-lt"/>
              <a:ea typeface="+mn-ea"/>
              <a:cs typeface="+mn-cs"/>
            </a:endParaRP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4" r:id="rId1"/>
    <p:sldLayoutId id="2147483717" r:id="rId2"/>
    <p:sldLayoutId id="2147483705" r:id="rId3"/>
    <p:sldLayoutId id="2147483706" r:id="rId4"/>
    <p:sldLayoutId id="2147483707" r:id="rId5"/>
    <p:sldLayoutId id="2147483708" r:id="rId6"/>
    <p:sldLayoutId id="2147483709" r:id="rId7"/>
    <p:sldLayoutId id="2147483710" r:id="rId8"/>
    <p:sldLayoutId id="2147483711" r:id="rId9"/>
    <p:sldLayoutId id="2147483666" r:id="rId10"/>
    <p:sldLayoutId id="2147483716" r:id="rId11"/>
    <p:sldLayoutId id="2147483664"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701" r:id="rId21"/>
    <p:sldLayoutId id="2147483697" r:id="rId22"/>
    <p:sldLayoutId id="2147483703" r:id="rId23"/>
    <p:sldLayoutId id="2147483699" r:id="rId24"/>
    <p:sldLayoutId id="2147483700" r:id="rId25"/>
    <p:sldLayoutId id="2147483682" r:id="rId26"/>
    <p:sldLayoutId id="2147483683" r:id="rId27"/>
    <p:sldLayoutId id="2147483684" r:id="rId28"/>
    <p:sldLayoutId id="2147483685" r:id="rId29"/>
    <p:sldLayoutId id="2147483702" r:id="rId30"/>
    <p:sldLayoutId id="2147483667" r:id="rId31"/>
    <p:sldLayoutId id="2147483718" r:id="rId32"/>
  </p:sldLayoutIdLst>
  <p:timing>
    <p:tnLst>
      <p:par>
        <p:cTn id="1" dur="indefinite" restart="never" nodeType="tmRoot"/>
      </p:par>
    </p:tnLst>
  </p:timing>
  <p:txStyles>
    <p:titleStyle>
      <a:lvl1pPr algn="l" defTabSz="914400" rtl="0" eaLnBrk="1" latinLnBrk="0" hangingPunct="1">
        <a:lnSpc>
          <a:spcPct val="70000"/>
        </a:lnSpc>
        <a:spcBef>
          <a:spcPct val="0"/>
        </a:spcBef>
        <a:buNone/>
        <a:defRPr sz="5400" kern="1200">
          <a:solidFill>
            <a:schemeClr val="bg1"/>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Clr>
          <a:schemeClr val="bg1"/>
        </a:buClr>
        <a:buFontTx/>
        <a:buNone/>
        <a:defRPr sz="15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Clr>
          <a:schemeClr val="bg1"/>
        </a:buClr>
        <a:buFontTx/>
        <a:buNone/>
        <a:defRPr sz="1500" kern="1200">
          <a:solidFill>
            <a:schemeClr val="bg1"/>
          </a:solidFill>
          <a:latin typeface="+mn-lt"/>
          <a:ea typeface="+mn-ea"/>
          <a:cs typeface="+mn-cs"/>
        </a:defRPr>
      </a:lvl2pPr>
      <a:lvl3pPr marL="288000" indent="-288000"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500" kern="1200">
          <a:solidFill>
            <a:schemeClr val="bg1"/>
          </a:solidFill>
          <a:latin typeface="+mn-lt"/>
          <a:ea typeface="+mn-ea"/>
          <a:cs typeface="+mn-cs"/>
        </a:defRPr>
      </a:lvl3pPr>
      <a:lvl4pPr marL="432000" indent="-144000"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500" kern="1200">
          <a:solidFill>
            <a:schemeClr val="bg1"/>
          </a:solidFill>
          <a:latin typeface="+mn-lt"/>
          <a:ea typeface="+mn-ea"/>
          <a:cs typeface="+mn-cs"/>
        </a:defRPr>
      </a:lvl4pPr>
      <a:lvl5pPr marL="720000" indent="-288000"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500" kern="1200" baseline="0">
          <a:solidFill>
            <a:schemeClr val="bg1"/>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672" userDrawn="1">
          <p15:clr>
            <a:srgbClr val="F26B43"/>
          </p15:clr>
        </p15:guide>
        <p15:guide id="2" pos="470" userDrawn="1">
          <p15:clr>
            <a:srgbClr val="F26B43"/>
          </p15:clr>
        </p15:guide>
        <p15:guide id="3" pos="5280" userDrawn="1">
          <p15:clr>
            <a:srgbClr val="F26B43"/>
          </p15:clr>
        </p15:guide>
        <p15:guide id="4" orient="horz" pos="763" userDrawn="1">
          <p15:clr>
            <a:srgbClr val="F26B43"/>
          </p15:clr>
        </p15:guide>
        <p15:guide id="5" orient="horz" pos="608"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85725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40958" tIns="40958" rIns="40958" bIns="40958" rtlCol="0" anchor="ctr"/>
          <a:lstStyle/>
          <a:p>
            <a:pPr algn="l"/>
            <a:endParaRPr lang="en-US" sz="1125" dirty="0">
              <a:solidFill>
                <a:schemeClr val="bg1"/>
              </a:solidFill>
              <a:latin typeface="Arial" panose="020B0604020202020204" pitchFamily="34" charset="0"/>
            </a:endParaRPr>
          </a:p>
        </p:txBody>
      </p:sp>
      <p:sp>
        <p:nvSpPr>
          <p:cNvPr id="10" name="Rectangle 9"/>
          <p:cNvSpPr/>
          <p:nvPr/>
        </p:nvSpPr>
        <p:spPr>
          <a:xfrm>
            <a:off x="0" y="857250"/>
            <a:ext cx="9144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40958" tIns="40958" rIns="40958" bIns="40958" rtlCol="0" anchor="ctr"/>
          <a:lstStyle/>
          <a:p>
            <a:pPr algn="l"/>
            <a:endParaRPr lang="en-US" sz="1125" dirty="0">
              <a:solidFill>
                <a:schemeClr val="bg1"/>
              </a:solidFill>
              <a:latin typeface="Arial" panose="020B0604020202020204" pitchFamily="34" charset="0"/>
            </a:endParaRPr>
          </a:p>
        </p:txBody>
      </p:sp>
      <p:sp>
        <p:nvSpPr>
          <p:cNvPr id="12" name="Rectangle 11"/>
          <p:cNvSpPr/>
          <p:nvPr/>
        </p:nvSpPr>
        <p:spPr>
          <a:xfrm>
            <a:off x="0" y="857250"/>
            <a:ext cx="9144000" cy="51435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lIns="40958" tIns="40958" rIns="40958" bIns="40958" rtlCol="0" anchor="ctr"/>
          <a:lstStyle/>
          <a:p>
            <a:pPr algn="l"/>
            <a:endParaRPr lang="en-US" sz="1125" dirty="0">
              <a:solidFill>
                <a:schemeClr val="bg1"/>
              </a:solidFill>
              <a:latin typeface="Arial" panose="020B0604020202020204" pitchFamily="34" charset="0"/>
            </a:endParaRPr>
          </a:p>
        </p:txBody>
      </p:sp>
      <p:sp>
        <p:nvSpPr>
          <p:cNvPr id="14" name="Rectangle 13"/>
          <p:cNvSpPr/>
          <p:nvPr/>
        </p:nvSpPr>
        <p:spPr>
          <a:xfrm>
            <a:off x="0" y="857250"/>
            <a:ext cx="9144000"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0958" tIns="40958" rIns="40958" bIns="40958" rtlCol="0" anchor="ctr"/>
          <a:lstStyle/>
          <a:p>
            <a:pPr algn="l"/>
            <a:endParaRPr lang="en-US" sz="1125" dirty="0">
              <a:solidFill>
                <a:schemeClr val="bg1"/>
              </a:solidFill>
              <a:latin typeface="Arial" panose="020B0604020202020204" pitchFamily="34" charset="0"/>
            </a:endParaRPr>
          </a:p>
        </p:txBody>
      </p:sp>
      <p:sp>
        <p:nvSpPr>
          <p:cNvPr id="17" name="Rectangle 16"/>
          <p:cNvSpPr/>
          <p:nvPr/>
        </p:nvSpPr>
        <p:spPr>
          <a:xfrm>
            <a:off x="0" y="857250"/>
            <a:ext cx="9144000" cy="51435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lIns="40958" tIns="40958" rIns="40958" bIns="40958" rtlCol="0" anchor="ctr"/>
          <a:lstStyle/>
          <a:p>
            <a:pPr algn="l"/>
            <a:endParaRPr lang="en-US" sz="1125" dirty="0">
              <a:solidFill>
                <a:schemeClr val="bg1"/>
              </a:solidFill>
              <a:latin typeface="Arial" panose="020B0604020202020204" pitchFamily="34" charset="0"/>
            </a:endParaRPr>
          </a:p>
        </p:txBody>
      </p:sp>
      <p:sp>
        <p:nvSpPr>
          <p:cNvPr id="20" name="Rectangle 19"/>
          <p:cNvSpPr/>
          <p:nvPr/>
        </p:nvSpPr>
        <p:spPr>
          <a:xfrm>
            <a:off x="0" y="857249"/>
            <a:ext cx="9144000"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0958" tIns="40958" rIns="40958" bIns="40958" rtlCol="0" anchor="ctr"/>
          <a:lstStyle/>
          <a:p>
            <a:pPr algn="l"/>
            <a:endParaRPr lang="en-US" sz="1125" dirty="0">
              <a:solidFill>
                <a:schemeClr val="bg1"/>
              </a:solidFill>
              <a:latin typeface="Arial" panose="020B0604020202020204" pitchFamily="34" charset="0"/>
            </a:endParaRPr>
          </a:p>
        </p:txBody>
      </p:sp>
      <p:grpSp>
        <p:nvGrpSpPr>
          <p:cNvPr id="29" name="Group 28"/>
          <p:cNvGrpSpPr/>
          <p:nvPr/>
        </p:nvGrpSpPr>
        <p:grpSpPr>
          <a:xfrm>
            <a:off x="0" y="857250"/>
            <a:ext cx="9220202" cy="5143500"/>
            <a:chOff x="0" y="0"/>
            <a:chExt cx="12293602" cy="6858000"/>
          </a:xfrm>
        </p:grpSpPr>
        <p:sp>
          <p:nvSpPr>
            <p:cNvPr id="21" name="Rectangle 20"/>
            <p:cNvSpPr/>
            <p:nvPr/>
          </p:nvSpPr>
          <p:spPr>
            <a:xfrm>
              <a:off x="1587731" y="0"/>
              <a:ext cx="10604269"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0958" tIns="40958" rIns="40958" bIns="40958" rtlCol="0" anchor="ctr"/>
            <a:lstStyle/>
            <a:p>
              <a:pPr algn="l"/>
              <a:endParaRPr lang="en-US" sz="1125" dirty="0">
                <a:solidFill>
                  <a:schemeClr val="bg1"/>
                </a:solidFill>
                <a:latin typeface="Arial" panose="020B0604020202020204" pitchFamily="34" charset="0"/>
              </a:endParaRPr>
            </a:p>
          </p:txBody>
        </p:sp>
        <p:sp>
          <p:nvSpPr>
            <p:cNvPr id="23" name="Title 1"/>
            <p:cNvSpPr txBox="1">
              <a:spLocks/>
            </p:cNvSpPr>
            <p:nvPr/>
          </p:nvSpPr>
          <p:spPr>
            <a:xfrm>
              <a:off x="0" y="876605"/>
              <a:ext cx="12293602" cy="5754914"/>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11000" kern="1200" baseline="0">
                  <a:solidFill>
                    <a:schemeClr val="bg1"/>
                  </a:solidFill>
                  <a:latin typeface="+mj-lt"/>
                  <a:ea typeface="+mj-ea"/>
                  <a:cs typeface="+mj-cs"/>
                </a:defRPr>
              </a:lvl1pPr>
            </a:lstStyle>
            <a:p>
              <a:pPr lvl="0" algn="ctr"/>
              <a:r>
                <a:rPr lang="en-US" sz="6600" dirty="0" smtClean="0"/>
                <a:t>U.S.-China Trade Dispute</a:t>
              </a:r>
              <a:endParaRPr lang="nl-NL" sz="3000" dirty="0"/>
            </a:p>
            <a:p>
              <a:pPr>
                <a:tabLst>
                  <a:tab pos="671513" algn="l"/>
                </a:tabLst>
              </a:pPr>
              <a:r>
                <a:rPr lang="en-US" sz="3000" dirty="0">
                  <a:latin typeface="VNI-KPMG-Extralight" panose="020B0303030202040204" pitchFamily="34" charset="0"/>
                </a:rPr>
                <a:t> </a:t>
              </a:r>
              <a:endParaRPr lang="en-US" sz="3000" dirty="0"/>
            </a:p>
          </p:txBody>
        </p:sp>
        <p:sp>
          <p:nvSpPr>
            <p:cNvPr id="24" name="Freeform 19"/>
            <p:cNvSpPr>
              <a:spLocks noChangeAspect="1" noEditPoints="1"/>
            </p:cNvSpPr>
            <p:nvPr/>
          </p:nvSpPr>
          <p:spPr bwMode="auto">
            <a:xfrm>
              <a:off x="160775" y="210472"/>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GB" sz="1350" dirty="0">
                <a:latin typeface="Arial" panose="020B0604020202020204" pitchFamily="34" charset="0"/>
              </a:endParaRPr>
            </a:p>
          </p:txBody>
        </p:sp>
      </p:grpSp>
    </p:spTree>
    <p:extLst>
      <p:ext uri="{BB962C8B-B14F-4D97-AF65-F5344CB8AC3E}">
        <p14:creationId xmlns:p14="http://schemas.microsoft.com/office/powerpoint/2010/main" val="1276539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par>
                                <p:cTn id="15" presetID="2" presetClass="entr" presetSubtype="2" fill="hold" grpId="0" nodeType="withEffect">
                                  <p:stCondLst>
                                    <p:cond delay="20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1+#ppt_w/2"/>
                                          </p:val>
                                        </p:tav>
                                        <p:tav tm="100000">
                                          <p:val>
                                            <p:strVal val="#ppt_x"/>
                                          </p:val>
                                        </p:tav>
                                      </p:tavLst>
                                    </p:anim>
                                    <p:anim calcmode="lin" valueType="num">
                                      <p:cBhvr additive="base">
                                        <p:cTn id="18" dur="500" fill="hold"/>
                                        <p:tgtEl>
                                          <p:spTgt spid="10"/>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30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1+#ppt_w/2"/>
                                          </p:val>
                                        </p:tav>
                                        <p:tav tm="100000">
                                          <p:val>
                                            <p:strVal val="#ppt_x"/>
                                          </p:val>
                                        </p:tav>
                                      </p:tavLst>
                                    </p:anim>
                                    <p:anim calcmode="lin" valueType="num">
                                      <p:cBhvr additive="base">
                                        <p:cTn id="22" dur="500" fill="hold"/>
                                        <p:tgtEl>
                                          <p:spTgt spid="12"/>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50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1+#ppt_w/2"/>
                                          </p:val>
                                        </p:tav>
                                        <p:tav tm="100000">
                                          <p:val>
                                            <p:strVal val="#ppt_x"/>
                                          </p:val>
                                        </p:tav>
                                      </p:tavLst>
                                    </p:anim>
                                    <p:anim calcmode="lin" valueType="num">
                                      <p:cBhvr additive="base">
                                        <p:cTn id="26" dur="500" fill="hold"/>
                                        <p:tgtEl>
                                          <p:spTgt spid="14"/>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60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1+#ppt_w/2"/>
                                          </p:val>
                                        </p:tav>
                                        <p:tav tm="100000">
                                          <p:val>
                                            <p:strVal val="#ppt_x"/>
                                          </p:val>
                                        </p:tav>
                                      </p:tavLst>
                                    </p:anim>
                                    <p:anim calcmode="lin" valueType="num">
                                      <p:cBhvr additive="base">
                                        <p:cTn id="30" dur="500" fill="hold"/>
                                        <p:tgtEl>
                                          <p:spTgt spid="17"/>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800"/>
                                  </p:stCondLst>
                                  <p:childTnLst>
                                    <p:set>
                                      <p:cBhvr>
                                        <p:cTn id="32" dur="1" fill="hold">
                                          <p:stCondLst>
                                            <p:cond delay="0"/>
                                          </p:stCondLst>
                                        </p:cTn>
                                        <p:tgtEl>
                                          <p:spTgt spid="20"/>
                                        </p:tgtEl>
                                        <p:attrNameLst>
                                          <p:attrName>style.visibility</p:attrName>
                                        </p:attrNameLst>
                                      </p:cBhvr>
                                      <p:to>
                                        <p:strVal val="visible"/>
                                      </p:to>
                                    </p:set>
                                    <p:anim calcmode="lin" valueType="num">
                                      <p:cBhvr additive="base">
                                        <p:cTn id="33" dur="500" fill="hold"/>
                                        <p:tgtEl>
                                          <p:spTgt spid="20"/>
                                        </p:tgtEl>
                                        <p:attrNameLst>
                                          <p:attrName>ppt_x</p:attrName>
                                        </p:attrNameLst>
                                      </p:cBhvr>
                                      <p:tavLst>
                                        <p:tav tm="0">
                                          <p:val>
                                            <p:strVal val="1+#ppt_w/2"/>
                                          </p:val>
                                        </p:tav>
                                        <p:tav tm="100000">
                                          <p:val>
                                            <p:strVal val="#ppt_x"/>
                                          </p:val>
                                        </p:tav>
                                      </p:tavLst>
                                    </p:anim>
                                    <p:anim calcmode="lin" valueType="num">
                                      <p:cBhvr additive="base">
                                        <p:cTn id="34"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7" grpId="0" animBg="1"/>
      <p:bldP spid="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U.S. – China Trade </a:t>
            </a:r>
            <a:r>
              <a:rPr lang="en-US" sz="4000" dirty="0" smtClean="0"/>
              <a:t>Dispute</a:t>
            </a:r>
            <a:endParaRPr lang="en-US" sz="4000" dirty="0"/>
          </a:p>
        </p:txBody>
      </p:sp>
      <p:sp>
        <p:nvSpPr>
          <p:cNvPr id="3" name="Text Placeholder 2"/>
          <p:cNvSpPr>
            <a:spLocks noGrp="1"/>
          </p:cNvSpPr>
          <p:nvPr>
            <p:ph type="body" sz="quarter" idx="10"/>
          </p:nvPr>
        </p:nvSpPr>
        <p:spPr>
          <a:xfrm>
            <a:off x="752400" y="1223047"/>
            <a:ext cx="7813376" cy="4895365"/>
          </a:xfrm>
        </p:spPr>
        <p:txBody>
          <a:bodyPr/>
          <a:lstStyle/>
          <a:p>
            <a:pPr marL="285750" indent="-285750">
              <a:buFont typeface="Arial" panose="020B0604020202020204" pitchFamily="34" charset="0"/>
              <a:buChar char="•"/>
            </a:pPr>
            <a:r>
              <a:rPr lang="en-US" dirty="0" smtClean="0"/>
              <a:t>Aggressive measures taken by the U.S. and Chinese administrations</a:t>
            </a:r>
          </a:p>
          <a:p>
            <a:pPr marL="285750" indent="-285750">
              <a:buFont typeface="Arial" panose="020B0604020202020204" pitchFamily="34" charset="0"/>
              <a:buChar char="•"/>
            </a:pPr>
            <a:r>
              <a:rPr lang="en-US" dirty="0" smtClean="0"/>
              <a:t>Started with U.S. imposing additional tariff on steel and aluminium (Chinese origin) in April 2018, expanding to other goods</a:t>
            </a:r>
          </a:p>
          <a:p>
            <a:pPr marL="285750" indent="-285750">
              <a:buFont typeface="Arial" panose="020B0604020202020204" pitchFamily="34" charset="0"/>
              <a:buChar char="•"/>
            </a:pPr>
            <a:r>
              <a:rPr lang="en-US" dirty="0" smtClean="0"/>
              <a:t>Different types of tariffs used by U.S.</a:t>
            </a:r>
          </a:p>
          <a:p>
            <a:pPr marL="285750" indent="-285750">
              <a:buFont typeface="Arial" panose="020B0604020202020204" pitchFamily="34" charset="0"/>
              <a:buChar char="•"/>
            </a:pPr>
            <a:r>
              <a:rPr lang="en-US" dirty="0" smtClean="0"/>
              <a:t> </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r>
              <a:rPr lang="en-US" dirty="0" smtClean="0"/>
              <a:t>Counter tariffs imposed by China on U.S. origin goods</a:t>
            </a:r>
          </a:p>
          <a:p>
            <a:pPr marL="573750" lvl="2" indent="-285750">
              <a:buFont typeface="Arial" panose="020B0604020202020204" pitchFamily="34" charset="0"/>
              <a:buChar char="•"/>
            </a:pPr>
            <a:r>
              <a:rPr lang="en-US" dirty="0" smtClean="0"/>
              <a:t>To counter section 301 – 25%</a:t>
            </a:r>
          </a:p>
          <a:p>
            <a:pPr marL="573750" lvl="2" indent="-285750">
              <a:buFont typeface="Arial" panose="020B0604020202020204" pitchFamily="34" charset="0"/>
              <a:buChar char="•"/>
            </a:pPr>
            <a:r>
              <a:rPr lang="en-US" dirty="0" smtClean="0"/>
              <a:t>To counter section 232 – 15% and 25% depending on the product</a:t>
            </a: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graphicFrame>
        <p:nvGraphicFramePr>
          <p:cNvPr id="4" name="Table 3"/>
          <p:cNvGraphicFramePr>
            <a:graphicFrameLocks noGrp="1"/>
          </p:cNvGraphicFramePr>
          <p:nvPr>
            <p:extLst/>
          </p:nvPr>
        </p:nvGraphicFramePr>
        <p:xfrm>
          <a:off x="1039905" y="2407639"/>
          <a:ext cx="7351695" cy="2519364"/>
        </p:xfrm>
        <a:graphic>
          <a:graphicData uri="http://schemas.openxmlformats.org/drawingml/2006/table">
            <a:tbl>
              <a:tblPr firstRow="1" bandRow="1">
                <a:tableStyleId>{5C22544A-7EE6-4342-B048-85BDC9FD1C3A}</a:tableStyleId>
              </a:tblPr>
              <a:tblGrid>
                <a:gridCol w="1178435"/>
                <a:gridCol w="4088332"/>
                <a:gridCol w="1221434"/>
                <a:gridCol w="863494"/>
              </a:tblGrid>
              <a:tr h="416244">
                <a:tc rowSpan="2">
                  <a:txBody>
                    <a:bodyPr/>
                    <a:lstStyle/>
                    <a:p>
                      <a:pPr algn="ctr"/>
                      <a:endParaRPr lang="en-US" sz="1200" b="0" dirty="0" smtClean="0"/>
                    </a:p>
                    <a:p>
                      <a:pPr algn="ctr"/>
                      <a:r>
                        <a:rPr lang="en-US" sz="1200" b="0" dirty="0" smtClean="0"/>
                        <a:t>Section 201</a:t>
                      </a:r>
                      <a:endParaRPr lang="en-US" sz="1200" b="0" dirty="0"/>
                    </a:p>
                  </a:txBody>
                  <a:tcPr/>
                </a:tc>
                <a:tc rowSpan="2">
                  <a:txBody>
                    <a:bodyPr/>
                    <a:lstStyle/>
                    <a:p>
                      <a:pPr algn="ctr"/>
                      <a:endParaRPr lang="en-US" sz="1200" b="0" dirty="0" smtClean="0"/>
                    </a:p>
                    <a:p>
                      <a:pPr algn="ctr"/>
                      <a:r>
                        <a:rPr lang="en-US" sz="1200" b="0" dirty="0" smtClean="0"/>
                        <a:t>Harming U.S. Industries</a:t>
                      </a:r>
                      <a:endParaRPr lang="en-US" sz="1200" b="0" dirty="0"/>
                    </a:p>
                  </a:txBody>
                  <a:tcPr/>
                </a:tc>
                <a:tc>
                  <a:txBody>
                    <a:bodyPr/>
                    <a:lstStyle/>
                    <a:p>
                      <a:r>
                        <a:rPr lang="en-US" sz="1200" b="0" dirty="0" smtClean="0"/>
                        <a:t>Solar Panels</a:t>
                      </a:r>
                      <a:endParaRPr lang="en-US" sz="1200" b="0" dirty="0"/>
                    </a:p>
                  </a:txBody>
                  <a:tcPr/>
                </a:tc>
                <a:tc>
                  <a:txBody>
                    <a:bodyPr/>
                    <a:lstStyle/>
                    <a:p>
                      <a:r>
                        <a:rPr lang="en-US" sz="1200" b="0" dirty="0" smtClean="0"/>
                        <a:t>20%</a:t>
                      </a:r>
                      <a:endParaRPr lang="en-US" sz="1200" b="0" dirty="0"/>
                    </a:p>
                  </a:txBody>
                  <a:tcPr/>
                </a:tc>
              </a:tr>
              <a:tr h="0">
                <a:tc vMerge="1">
                  <a:txBody>
                    <a:bodyPr/>
                    <a:lstStyle/>
                    <a:p>
                      <a:endParaRPr lang="en-US"/>
                    </a:p>
                  </a:txBody>
                  <a:tcPr/>
                </a:tc>
                <a:tc vMerge="1">
                  <a:txBody>
                    <a:bodyPr/>
                    <a:lstStyle/>
                    <a:p>
                      <a:endParaRPr lang="en-US"/>
                    </a:p>
                  </a:txBody>
                  <a:tcPr/>
                </a:tc>
                <a:tc>
                  <a:txBody>
                    <a:bodyPr/>
                    <a:lstStyle/>
                    <a:p>
                      <a:r>
                        <a:rPr lang="en-US" sz="1200" dirty="0" smtClean="0"/>
                        <a:t>Washing machines</a:t>
                      </a:r>
                      <a:endParaRPr lang="en-US" sz="1200" dirty="0"/>
                    </a:p>
                  </a:txBody>
                  <a:tcPr/>
                </a:tc>
                <a:tc>
                  <a:txBody>
                    <a:bodyPr/>
                    <a:lstStyle/>
                    <a:p>
                      <a:r>
                        <a:rPr lang="en-US" sz="1200" dirty="0" smtClean="0"/>
                        <a:t>30%</a:t>
                      </a:r>
                      <a:endParaRPr lang="en-US" sz="1200" dirty="0"/>
                    </a:p>
                  </a:txBody>
                  <a:tcPr/>
                </a:tc>
              </a:tr>
              <a:tr h="123613">
                <a:tc rowSpan="3">
                  <a:txBody>
                    <a:bodyPr/>
                    <a:lstStyle/>
                    <a:p>
                      <a:pPr algn="ctr"/>
                      <a:endParaRPr lang="en-US" sz="1200" dirty="0" smtClean="0"/>
                    </a:p>
                    <a:p>
                      <a:pPr algn="ctr"/>
                      <a:r>
                        <a:rPr lang="en-US" sz="1200" dirty="0" smtClean="0"/>
                        <a:t>Section 301</a:t>
                      </a:r>
                      <a:endParaRPr lang="en-US" sz="1200" dirty="0"/>
                    </a:p>
                  </a:txBody>
                  <a:tcPr/>
                </a:tc>
                <a:tc rowSpan="3">
                  <a:txBody>
                    <a:bodyPr/>
                    <a:lstStyle/>
                    <a:p>
                      <a:pPr algn="ctr"/>
                      <a:endParaRPr lang="en-US" sz="1200" dirty="0" smtClean="0"/>
                    </a:p>
                    <a:p>
                      <a:pPr algn="ctr"/>
                      <a:r>
                        <a:rPr lang="en-US" sz="1200" dirty="0" smtClean="0"/>
                        <a:t>Unfair Trade Practices</a:t>
                      </a:r>
                    </a:p>
                    <a:p>
                      <a:pPr algn="ctr"/>
                      <a:r>
                        <a:rPr lang="en-US" sz="1200" dirty="0" smtClean="0"/>
                        <a:t>(Intellectual Property, Technology Transfer,</a:t>
                      </a:r>
                      <a:r>
                        <a:rPr lang="en-US" sz="1200" baseline="0" dirty="0" smtClean="0"/>
                        <a:t> Innovation)</a:t>
                      </a:r>
                      <a:endParaRPr lang="en-US" sz="1200" dirty="0"/>
                    </a:p>
                  </a:txBody>
                  <a:tcPr/>
                </a:tc>
                <a:tc>
                  <a:txBody>
                    <a:bodyPr/>
                    <a:lstStyle/>
                    <a:p>
                      <a:r>
                        <a:rPr lang="en-US" sz="1200" dirty="0" smtClean="0"/>
                        <a:t>List 1</a:t>
                      </a:r>
                      <a:endParaRPr lang="en-US" sz="1200" dirty="0"/>
                    </a:p>
                  </a:txBody>
                  <a:tcPr/>
                </a:tc>
                <a:tc>
                  <a:txBody>
                    <a:bodyPr/>
                    <a:lstStyle/>
                    <a:p>
                      <a:r>
                        <a:rPr lang="en-US" sz="1200" dirty="0" smtClean="0"/>
                        <a:t>25%</a:t>
                      </a:r>
                      <a:endParaRPr lang="en-US" sz="1200" dirty="0"/>
                    </a:p>
                  </a:txBody>
                  <a:tcPr/>
                </a:tc>
              </a:tr>
              <a:tr h="135467">
                <a:tc vMerge="1">
                  <a:txBody>
                    <a:bodyPr/>
                    <a:lstStyle/>
                    <a:p>
                      <a:endParaRPr lang="en-US"/>
                    </a:p>
                  </a:txBody>
                  <a:tcPr/>
                </a:tc>
                <a:tc vMerge="1">
                  <a:txBody>
                    <a:bodyPr/>
                    <a:lstStyle/>
                    <a:p>
                      <a:endParaRPr lang="en-US"/>
                    </a:p>
                  </a:txBody>
                  <a:tcPr/>
                </a:tc>
                <a:tc>
                  <a:txBody>
                    <a:bodyPr/>
                    <a:lstStyle/>
                    <a:p>
                      <a:r>
                        <a:rPr lang="en-US" sz="1200" dirty="0" smtClean="0"/>
                        <a:t>List 2</a:t>
                      </a:r>
                      <a:endParaRPr lang="en-US" sz="1200" dirty="0"/>
                    </a:p>
                  </a:txBody>
                  <a:tcPr/>
                </a:tc>
                <a:tc>
                  <a:txBody>
                    <a:bodyPr/>
                    <a:lstStyle/>
                    <a:p>
                      <a:r>
                        <a:rPr lang="en-US" sz="1200" dirty="0" smtClean="0"/>
                        <a:t>25%</a:t>
                      </a:r>
                      <a:endParaRPr lang="en-US" sz="1200" dirty="0"/>
                    </a:p>
                  </a:txBody>
                  <a:tcPr/>
                </a:tc>
              </a:tr>
              <a:tr h="123613">
                <a:tc vMerge="1">
                  <a:txBody>
                    <a:bodyPr/>
                    <a:lstStyle/>
                    <a:p>
                      <a:endParaRPr lang="en-US"/>
                    </a:p>
                  </a:txBody>
                  <a:tcPr/>
                </a:tc>
                <a:tc vMerge="1">
                  <a:txBody>
                    <a:bodyPr/>
                    <a:lstStyle/>
                    <a:p>
                      <a:endParaRPr lang="en-US"/>
                    </a:p>
                  </a:txBody>
                  <a:tcPr/>
                </a:tc>
                <a:tc>
                  <a:txBody>
                    <a:bodyPr/>
                    <a:lstStyle/>
                    <a:p>
                      <a:r>
                        <a:rPr lang="en-US" sz="1200" dirty="0" smtClean="0"/>
                        <a:t>List 3</a:t>
                      </a:r>
                      <a:endParaRPr lang="en-US" sz="1200" dirty="0"/>
                    </a:p>
                  </a:txBody>
                  <a:tcPr/>
                </a:tc>
                <a:tc>
                  <a:txBody>
                    <a:bodyPr/>
                    <a:lstStyle/>
                    <a:p>
                      <a:r>
                        <a:rPr lang="en-US" sz="1200" dirty="0" smtClean="0"/>
                        <a:t>10%</a:t>
                      </a:r>
                      <a:endParaRPr lang="en-US" sz="1200" dirty="0"/>
                    </a:p>
                  </a:txBody>
                  <a:tcPr/>
                </a:tc>
              </a:tr>
              <a:tr h="123613">
                <a:tc rowSpan="3">
                  <a:txBody>
                    <a:bodyPr/>
                    <a:lstStyle/>
                    <a:p>
                      <a:pPr algn="ctr"/>
                      <a:endParaRPr lang="en-US" sz="1200" dirty="0" smtClean="0"/>
                    </a:p>
                    <a:p>
                      <a:pPr algn="ctr"/>
                      <a:r>
                        <a:rPr lang="en-US" sz="1200" dirty="0" smtClean="0"/>
                        <a:t>Section 232</a:t>
                      </a:r>
                      <a:endParaRPr lang="en-US" sz="1200" dirty="0"/>
                    </a:p>
                  </a:txBody>
                  <a:tcPr/>
                </a:tc>
                <a:tc rowSpan="3">
                  <a:txBody>
                    <a:bodyPr/>
                    <a:lstStyle/>
                    <a:p>
                      <a:pPr algn="ctr"/>
                      <a:endParaRPr lang="en-US" sz="1200" dirty="0" smtClean="0"/>
                    </a:p>
                    <a:p>
                      <a:pPr algn="ctr"/>
                      <a:r>
                        <a:rPr lang="en-US" sz="1200" dirty="0" smtClean="0"/>
                        <a:t>National Security Threat</a:t>
                      </a:r>
                      <a:endParaRPr lang="en-US" sz="1200" dirty="0"/>
                    </a:p>
                  </a:txBody>
                  <a:tcPr/>
                </a:tc>
                <a:tc>
                  <a:txBody>
                    <a:bodyPr/>
                    <a:lstStyle/>
                    <a:p>
                      <a:r>
                        <a:rPr lang="en-US" sz="1200" dirty="0" smtClean="0"/>
                        <a:t>Steel</a:t>
                      </a:r>
                      <a:endParaRPr lang="en-US" sz="1200" dirty="0"/>
                    </a:p>
                  </a:txBody>
                  <a:tcPr/>
                </a:tc>
                <a:tc>
                  <a:txBody>
                    <a:bodyPr/>
                    <a:lstStyle/>
                    <a:p>
                      <a:r>
                        <a:rPr lang="en-US" sz="1200" dirty="0" smtClean="0"/>
                        <a:t>25%</a:t>
                      </a:r>
                      <a:endParaRPr lang="en-US" sz="1200" dirty="0"/>
                    </a:p>
                  </a:txBody>
                  <a:tcPr/>
                </a:tc>
              </a:tr>
              <a:tr h="135467">
                <a:tc vMerge="1">
                  <a:txBody>
                    <a:bodyPr/>
                    <a:lstStyle/>
                    <a:p>
                      <a:endParaRPr lang="en-US"/>
                    </a:p>
                  </a:txBody>
                  <a:tcPr/>
                </a:tc>
                <a:tc vMerge="1">
                  <a:txBody>
                    <a:bodyPr/>
                    <a:lstStyle/>
                    <a:p>
                      <a:endParaRPr lang="en-US"/>
                    </a:p>
                  </a:txBody>
                  <a:tcPr/>
                </a:tc>
                <a:tc>
                  <a:txBody>
                    <a:bodyPr/>
                    <a:lstStyle/>
                    <a:p>
                      <a:r>
                        <a:rPr lang="en-US" sz="1200" dirty="0" smtClean="0"/>
                        <a:t>Aluminium</a:t>
                      </a:r>
                      <a:endParaRPr lang="en-US" sz="1200" dirty="0"/>
                    </a:p>
                  </a:txBody>
                  <a:tcPr/>
                </a:tc>
                <a:tc>
                  <a:txBody>
                    <a:bodyPr/>
                    <a:lstStyle/>
                    <a:p>
                      <a:r>
                        <a:rPr lang="en-US" sz="1200" dirty="0" smtClean="0"/>
                        <a:t>10%</a:t>
                      </a:r>
                      <a:endParaRPr lang="en-US" sz="1200" dirty="0"/>
                    </a:p>
                  </a:txBody>
                  <a:tcPr/>
                </a:tc>
              </a:tr>
              <a:tr h="123613">
                <a:tc vMerge="1">
                  <a:txBody>
                    <a:bodyPr/>
                    <a:lstStyle/>
                    <a:p>
                      <a:endParaRPr lang="en-US"/>
                    </a:p>
                  </a:txBody>
                  <a:tcPr/>
                </a:tc>
                <a:tc vMerge="1">
                  <a:txBody>
                    <a:bodyPr/>
                    <a:lstStyle/>
                    <a:p>
                      <a:endParaRPr lang="en-US"/>
                    </a:p>
                  </a:txBody>
                  <a:tcPr/>
                </a:tc>
                <a:tc>
                  <a:txBody>
                    <a:bodyPr/>
                    <a:lstStyle/>
                    <a:p>
                      <a:r>
                        <a:rPr lang="en-US" sz="1200" dirty="0" smtClean="0"/>
                        <a:t>Automobile</a:t>
                      </a:r>
                      <a:endParaRPr lang="en-US" sz="1200" dirty="0"/>
                    </a:p>
                  </a:txBody>
                  <a:tcPr/>
                </a:tc>
                <a:tc>
                  <a:txBody>
                    <a:bodyPr/>
                    <a:lstStyle/>
                    <a:p>
                      <a:r>
                        <a:rPr lang="en-US" sz="1200" dirty="0" smtClean="0"/>
                        <a:t>25%</a:t>
                      </a:r>
                      <a:endParaRPr lang="en-US" sz="1200" dirty="0"/>
                    </a:p>
                  </a:txBody>
                  <a:tcPr/>
                </a:tc>
              </a:tr>
            </a:tbl>
          </a:graphicData>
        </a:graphic>
      </p:graphicFrame>
    </p:spTree>
    <p:extLst>
      <p:ext uri="{BB962C8B-B14F-4D97-AF65-F5344CB8AC3E}">
        <p14:creationId xmlns:p14="http://schemas.microsoft.com/office/powerpoint/2010/main" val="33701333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U.S. – China Trade </a:t>
            </a:r>
            <a:r>
              <a:rPr lang="en-US" sz="4000" dirty="0" smtClean="0"/>
              <a:t>Dispute</a:t>
            </a:r>
            <a:endParaRPr lang="en-US" sz="4000" dirty="0"/>
          </a:p>
        </p:txBody>
      </p:sp>
      <p:sp>
        <p:nvSpPr>
          <p:cNvPr id="3" name="Text Placeholder 2"/>
          <p:cNvSpPr>
            <a:spLocks noGrp="1"/>
          </p:cNvSpPr>
          <p:nvPr>
            <p:ph type="body" sz="quarter" idx="10"/>
          </p:nvPr>
        </p:nvSpPr>
        <p:spPr/>
        <p:txBody>
          <a:bodyPr/>
          <a:lstStyle/>
          <a:p>
            <a:pPr marL="285750" indent="-285750">
              <a:buFont typeface="Arial" panose="020B0604020202020204" pitchFamily="34" charset="0"/>
              <a:buChar char="•"/>
            </a:pPr>
            <a:r>
              <a:rPr lang="en-US" dirty="0" smtClean="0"/>
              <a:t>More uncertainty ahead, as U.S. intends to impose tariffs on more goods from China</a:t>
            </a:r>
          </a:p>
          <a:p>
            <a:pPr marL="285750" indent="-285750">
              <a:buFont typeface="Arial" panose="020B0604020202020204" pitchFamily="34" charset="0"/>
              <a:buChar char="•"/>
            </a:pPr>
            <a:r>
              <a:rPr lang="en-US" dirty="0" smtClean="0"/>
              <a:t>China running out of room for counter tariffs</a:t>
            </a:r>
          </a:p>
          <a:p>
            <a:pPr marL="573750" lvl="2" indent="-285750">
              <a:buFont typeface="Arial" panose="020B0604020202020204" pitchFamily="34" charset="0"/>
              <a:buChar char="•"/>
            </a:pPr>
            <a:r>
              <a:rPr lang="en-US" dirty="0" smtClean="0"/>
              <a:t>U.S. imports from China  - US$500 billion</a:t>
            </a:r>
          </a:p>
          <a:p>
            <a:pPr marL="573750" lvl="2" indent="-285750">
              <a:buFont typeface="Arial" panose="020B0604020202020204" pitchFamily="34" charset="0"/>
              <a:buChar char="•"/>
            </a:pPr>
            <a:r>
              <a:rPr lang="en-US" dirty="0" smtClean="0"/>
              <a:t>China imports from the U.S. – US$200 billion</a:t>
            </a:r>
          </a:p>
          <a:p>
            <a:pPr marL="285750" indent="-285750">
              <a:buFont typeface="Arial" panose="020B0604020202020204" pitchFamily="34" charset="0"/>
              <a:buChar char="•"/>
            </a:pPr>
            <a:r>
              <a:rPr lang="en-US" dirty="0" smtClean="0"/>
              <a:t>High risk of discriminatory treatment of U.S. goods by China once it reaches the value limit</a:t>
            </a:r>
          </a:p>
          <a:p>
            <a:pPr marL="285750" indent="-285750">
              <a:buFont typeface="Arial" panose="020B0604020202020204" pitchFamily="34" charset="0"/>
              <a:buChar char="•"/>
            </a:pPr>
            <a:r>
              <a:rPr lang="en-US" dirty="0" smtClean="0"/>
              <a:t>U.S.  - China trade dispute is mostly about technology, and not </a:t>
            </a:r>
            <a:r>
              <a:rPr lang="en-US" i="1" dirty="0" smtClean="0"/>
              <a:t>cheap</a:t>
            </a:r>
            <a:r>
              <a:rPr lang="en-US" dirty="0" smtClean="0"/>
              <a:t> goods</a:t>
            </a:r>
            <a:endParaRPr lang="en-US" dirty="0"/>
          </a:p>
        </p:txBody>
      </p:sp>
    </p:spTree>
    <p:extLst>
      <p:ext uri="{BB962C8B-B14F-4D97-AF65-F5344CB8AC3E}">
        <p14:creationId xmlns:p14="http://schemas.microsoft.com/office/powerpoint/2010/main" val="13049861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2400" y="179337"/>
            <a:ext cx="7639200" cy="518400"/>
          </a:xfrm>
        </p:spPr>
        <p:txBody>
          <a:bodyPr/>
          <a:lstStyle/>
          <a:p>
            <a:r>
              <a:rPr lang="en-US" sz="4000" dirty="0"/>
              <a:t>U.S. – China Trade </a:t>
            </a:r>
            <a:r>
              <a:rPr lang="en-US" sz="4000" dirty="0" smtClean="0"/>
              <a:t>Dispute</a:t>
            </a:r>
            <a:r>
              <a:rPr lang="en-US" sz="4000" dirty="0" smtClean="0"/>
              <a:t/>
            </a:r>
            <a:br>
              <a:rPr lang="en-US" sz="4000" dirty="0" smtClean="0"/>
            </a:br>
            <a:r>
              <a:rPr lang="en-US" sz="4000" i="1" dirty="0" smtClean="0"/>
              <a:t>Origin of goods and its importance</a:t>
            </a:r>
            <a:endParaRPr lang="en-US" sz="4000" i="1" dirty="0"/>
          </a:p>
        </p:txBody>
      </p:sp>
      <p:sp>
        <p:nvSpPr>
          <p:cNvPr id="3" name="Text Placeholder 2"/>
          <p:cNvSpPr>
            <a:spLocks noGrp="1"/>
          </p:cNvSpPr>
          <p:nvPr>
            <p:ph type="body" sz="quarter" idx="10"/>
          </p:nvPr>
        </p:nvSpPr>
        <p:spPr/>
        <p:txBody>
          <a:bodyPr/>
          <a:lstStyle/>
          <a:p>
            <a:pPr marL="285750" indent="-285750">
              <a:buFont typeface="Arial" panose="020B0604020202020204" pitchFamily="34" charset="0"/>
              <a:buChar char="•"/>
            </a:pPr>
            <a:r>
              <a:rPr lang="en-US" dirty="0" smtClean="0"/>
              <a:t>Origin means the country where the goods are manufactured or produced</a:t>
            </a:r>
          </a:p>
          <a:p>
            <a:pPr marL="573750" lvl="2" indent="-285750">
              <a:buFont typeface="Arial" panose="020B0604020202020204" pitchFamily="34" charset="0"/>
              <a:buChar char="•"/>
            </a:pPr>
            <a:r>
              <a:rPr lang="en-US" dirty="0" smtClean="0"/>
              <a:t>Wholly obtained or produced  - Agricultural products, Minerals etc.</a:t>
            </a:r>
          </a:p>
          <a:p>
            <a:pPr marL="573750" lvl="2" indent="-285750">
              <a:buFont typeface="Arial" panose="020B0604020202020204" pitchFamily="34" charset="0"/>
              <a:buChar char="•"/>
            </a:pPr>
            <a:r>
              <a:rPr lang="en-US" dirty="0" smtClean="0"/>
              <a:t>Partially obtained – Different functions/value add performed in different countries, with the last country taken as the “country of origin” if it meets certain criteria</a:t>
            </a:r>
          </a:p>
          <a:p>
            <a:pPr marL="285750" lvl="1" indent="-285750">
              <a:buFont typeface="Arial" panose="020B0604020202020204" pitchFamily="34" charset="0"/>
              <a:buChar char="•"/>
            </a:pPr>
            <a:r>
              <a:rPr lang="en-US" b="1" dirty="0" smtClean="0"/>
              <a:t>Harley Davidson Thailand – “ Made in Thailand” or “Made in the USA”?</a:t>
            </a:r>
          </a:p>
          <a:p>
            <a:pPr marL="573750" lvl="2" indent="-285750">
              <a:buFont typeface="Arial" panose="020B0604020202020204" pitchFamily="34" charset="0"/>
              <a:buChar char="•"/>
            </a:pPr>
            <a:r>
              <a:rPr lang="en-US" dirty="0" smtClean="0"/>
              <a:t>Some initial value-add functions performed in the U.S.</a:t>
            </a:r>
          </a:p>
          <a:p>
            <a:pPr marL="573750" lvl="2" indent="-285750">
              <a:buFont typeface="Arial" panose="020B0604020202020204" pitchFamily="34" charset="0"/>
              <a:buChar char="•"/>
            </a:pPr>
            <a:r>
              <a:rPr lang="en-US" dirty="0" smtClean="0"/>
              <a:t>Final assembly and value-add functions performed in Thailand, enough to meet the origin criteria as per Thai laws (in accordance with WTO principles) to qualify as “Made in Thailand”</a:t>
            </a:r>
          </a:p>
          <a:p>
            <a:pPr marL="573750" lvl="2" indent="-285750">
              <a:buFont typeface="Arial" panose="020B0604020202020204" pitchFamily="34" charset="0"/>
              <a:buChar char="•"/>
            </a:pPr>
            <a:r>
              <a:rPr lang="en-US" dirty="0" smtClean="0"/>
              <a:t>Export of such motorbikes in China or in the U.S. would not be subject to additional tariff</a:t>
            </a:r>
          </a:p>
          <a:p>
            <a:pPr marL="285750" lvl="1" indent="-285750">
              <a:buFont typeface="Arial" panose="020B0604020202020204" pitchFamily="34" charset="0"/>
              <a:buChar char="•"/>
            </a:pPr>
            <a:r>
              <a:rPr lang="en-US" b="1" dirty="0" smtClean="0"/>
              <a:t>Origin of goods plays important role in U.S. – China trade war</a:t>
            </a:r>
          </a:p>
          <a:p>
            <a:pPr marL="573750" lvl="2" indent="-285750">
              <a:buFont typeface="Arial" panose="020B0604020202020204" pitchFamily="34" charset="0"/>
              <a:buChar char="•"/>
            </a:pPr>
            <a:r>
              <a:rPr lang="en-US" dirty="0" smtClean="0"/>
              <a:t>HTS classification of goods + country of origin = Duty rate</a:t>
            </a:r>
            <a:endParaRPr lang="en-US" dirty="0"/>
          </a:p>
        </p:txBody>
      </p:sp>
    </p:spTree>
    <p:extLst>
      <p:ext uri="{BB962C8B-B14F-4D97-AF65-F5344CB8AC3E}">
        <p14:creationId xmlns:p14="http://schemas.microsoft.com/office/powerpoint/2010/main" val="3565387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635" y="227463"/>
            <a:ext cx="7639200" cy="518400"/>
          </a:xfrm>
        </p:spPr>
        <p:txBody>
          <a:bodyPr/>
          <a:lstStyle/>
          <a:p>
            <a:r>
              <a:rPr lang="en-US" sz="4000" dirty="0"/>
              <a:t>U.S. – China Trade </a:t>
            </a:r>
            <a:r>
              <a:rPr lang="en-US" sz="4000" dirty="0" smtClean="0"/>
              <a:t>Dispute</a:t>
            </a:r>
            <a:r>
              <a:rPr lang="en-US" sz="4000" dirty="0" smtClean="0"/>
              <a:t/>
            </a:r>
            <a:br>
              <a:rPr lang="en-US" sz="4000" dirty="0" smtClean="0"/>
            </a:br>
            <a:r>
              <a:rPr lang="en-US" sz="4000" i="1" dirty="0" smtClean="0"/>
              <a:t>How MNCs can address the issue</a:t>
            </a:r>
            <a:endParaRPr lang="en-US" sz="4000" i="1" dirty="0"/>
          </a:p>
        </p:txBody>
      </p:sp>
      <p:sp>
        <p:nvSpPr>
          <p:cNvPr id="5" name="Rounded Rectangle 4"/>
          <p:cNvSpPr/>
          <p:nvPr/>
        </p:nvSpPr>
        <p:spPr>
          <a:xfrm>
            <a:off x="658270" y="1465729"/>
            <a:ext cx="3980965" cy="3859306"/>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500" b="1" dirty="0" smtClean="0">
                <a:solidFill>
                  <a:schemeClr val="bg1"/>
                </a:solidFill>
              </a:rPr>
              <a:t>HTS Tariff Classification</a:t>
            </a:r>
          </a:p>
          <a:p>
            <a:pPr algn="l"/>
            <a:endParaRPr lang="en-US" sz="1500" dirty="0" smtClean="0">
              <a:solidFill>
                <a:schemeClr val="bg1"/>
              </a:solidFill>
            </a:endParaRPr>
          </a:p>
          <a:p>
            <a:pPr marL="285750" indent="-285750" algn="l">
              <a:buFont typeface="Arial" panose="020B0604020202020204" pitchFamily="34" charset="0"/>
              <a:buChar char="•"/>
            </a:pPr>
            <a:r>
              <a:rPr lang="en-US" sz="1500" dirty="0" smtClean="0">
                <a:solidFill>
                  <a:schemeClr val="bg1"/>
                </a:solidFill>
              </a:rPr>
              <a:t>Ensure accuracy of existing classification codes used</a:t>
            </a:r>
          </a:p>
          <a:p>
            <a:pPr marL="285750" indent="-285750" algn="l">
              <a:buFont typeface="Arial" panose="020B0604020202020204" pitchFamily="34" charset="0"/>
              <a:buChar char="•"/>
            </a:pPr>
            <a:endParaRPr lang="en-US" sz="1500" dirty="0" smtClean="0">
              <a:solidFill>
                <a:schemeClr val="bg1"/>
              </a:solidFill>
            </a:endParaRPr>
          </a:p>
          <a:p>
            <a:pPr marL="285750" indent="-285750" algn="l">
              <a:buFont typeface="Arial" panose="020B0604020202020204" pitchFamily="34" charset="0"/>
              <a:buChar char="•"/>
            </a:pPr>
            <a:r>
              <a:rPr lang="en-US" sz="1500" dirty="0" smtClean="0">
                <a:solidFill>
                  <a:schemeClr val="bg1"/>
                </a:solidFill>
              </a:rPr>
              <a:t>Important for industries not previously subject to high duties (IT, telecom etc.)</a:t>
            </a:r>
          </a:p>
          <a:p>
            <a:pPr algn="l"/>
            <a:endParaRPr lang="en-US" sz="1500" dirty="0" err="1" smtClean="0">
              <a:solidFill>
                <a:schemeClr val="bg1"/>
              </a:solidFill>
            </a:endParaRPr>
          </a:p>
        </p:txBody>
      </p:sp>
      <p:sp>
        <p:nvSpPr>
          <p:cNvPr id="6" name="Rounded Rectangle 5"/>
          <p:cNvSpPr/>
          <p:nvPr/>
        </p:nvSpPr>
        <p:spPr>
          <a:xfrm>
            <a:off x="4733364" y="1465729"/>
            <a:ext cx="3980965" cy="3859306"/>
          </a:xfrm>
          <a:prstGeom prst="round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500" b="1" dirty="0" smtClean="0">
                <a:solidFill>
                  <a:schemeClr val="bg1"/>
                </a:solidFill>
              </a:rPr>
              <a:t>Country of Origin review</a:t>
            </a:r>
          </a:p>
          <a:p>
            <a:pPr algn="l"/>
            <a:endParaRPr lang="en-US" sz="1500" b="1" dirty="0">
              <a:solidFill>
                <a:schemeClr val="bg1"/>
              </a:solidFill>
            </a:endParaRPr>
          </a:p>
          <a:p>
            <a:pPr marL="285750" indent="-285750" algn="l">
              <a:buFont typeface="Arial" panose="020B0604020202020204" pitchFamily="34" charset="0"/>
              <a:buChar char="•"/>
            </a:pPr>
            <a:r>
              <a:rPr lang="en-US" sz="1500" dirty="0" smtClean="0">
                <a:solidFill>
                  <a:schemeClr val="bg1"/>
                </a:solidFill>
              </a:rPr>
              <a:t>Move part of manufacturing process out of China to claim “non-China country of origin”</a:t>
            </a:r>
          </a:p>
          <a:p>
            <a:pPr algn="l"/>
            <a:endParaRPr lang="en-US" sz="1500" dirty="0">
              <a:solidFill>
                <a:schemeClr val="bg1"/>
              </a:solidFill>
            </a:endParaRPr>
          </a:p>
          <a:p>
            <a:pPr marL="285750" indent="-285750">
              <a:buFont typeface="Arial" panose="020B0604020202020204" pitchFamily="34" charset="0"/>
              <a:buChar char="•"/>
            </a:pPr>
            <a:r>
              <a:rPr lang="en-US" sz="1500" dirty="0" smtClean="0">
                <a:solidFill>
                  <a:schemeClr val="bg1"/>
                </a:solidFill>
              </a:rPr>
              <a:t>Substantial </a:t>
            </a:r>
            <a:r>
              <a:rPr lang="en-US" sz="1500" dirty="0">
                <a:solidFill>
                  <a:schemeClr val="bg1"/>
                </a:solidFill>
              </a:rPr>
              <a:t>transformation rule, i.e. the last country where an article emerged from a manufacturing process with a new name, character or </a:t>
            </a:r>
            <a:r>
              <a:rPr lang="en-US" sz="1500" dirty="0" smtClean="0">
                <a:solidFill>
                  <a:schemeClr val="bg1"/>
                </a:solidFill>
              </a:rPr>
              <a:t>use (Harley Davidson)</a:t>
            </a:r>
          </a:p>
          <a:p>
            <a:pPr marL="285750" indent="-285750">
              <a:buFont typeface="Arial" panose="020B0604020202020204" pitchFamily="34" charset="0"/>
              <a:buChar char="•"/>
            </a:pPr>
            <a:endParaRPr lang="en-US" sz="1500" dirty="0" smtClean="0">
              <a:solidFill>
                <a:schemeClr val="bg1"/>
              </a:solidFill>
            </a:endParaRPr>
          </a:p>
          <a:p>
            <a:pPr marL="285750" indent="-285750">
              <a:buFont typeface="Arial" panose="020B0604020202020204" pitchFamily="34" charset="0"/>
              <a:buChar char="•"/>
            </a:pPr>
            <a:r>
              <a:rPr lang="en-US" sz="1500" dirty="0" smtClean="0">
                <a:solidFill>
                  <a:schemeClr val="bg1"/>
                </a:solidFill>
              </a:rPr>
              <a:t>Global standards but local country interpretations</a:t>
            </a:r>
          </a:p>
        </p:txBody>
      </p:sp>
    </p:spTree>
    <p:extLst>
      <p:ext uri="{BB962C8B-B14F-4D97-AF65-F5344CB8AC3E}">
        <p14:creationId xmlns:p14="http://schemas.microsoft.com/office/powerpoint/2010/main" val="1423872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noProof="0" smtClean="0"/>
              <a:t>Thank you</a:t>
            </a:r>
            <a:endParaRPr lang="en-US" noProof="0" dirty="0"/>
          </a:p>
        </p:txBody>
      </p:sp>
    </p:spTree>
    <p:extLst>
      <p:ext uri="{BB962C8B-B14F-4D97-AF65-F5344CB8AC3E}">
        <p14:creationId xmlns:p14="http://schemas.microsoft.com/office/powerpoint/2010/main" val="1820156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1"/>
  <p:tag name="TYPE" val="Screen"/>
  <p:tag name="KEYWORD" val="SCREEN"/>
  <p:tag name="TEMPLATEVERSION" val="16/01/2018 11:10:58"/>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heme/theme1.xml><?xml version="1.0" encoding="utf-8"?>
<a:theme xmlns:a="http://schemas.openxmlformats.org/drawingml/2006/main" name="KPMG_Standard_4x3_0922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Screen Standard Template.potx" id="{550B27CF-6865-4286-891D-672A70CC0EEA}" vid="{3CD32BF3-F7AB-485E-93EB-2C558A3C17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6070EC7B8CDA46B67D0AB247BB0995" ma:contentTypeVersion="17" ma:contentTypeDescription="Create a new document." ma:contentTypeScope="" ma:versionID="6208f6ef4f99ac4220cc73d428f7a3be">
  <xsd:schema xmlns:xsd="http://www.w3.org/2001/XMLSchema" xmlns:xs="http://www.w3.org/2001/XMLSchema" xmlns:p="http://schemas.microsoft.com/office/2006/metadata/properties" xmlns:ns2="3841c666-fd63-40bc-beef-ced2745222d3" xmlns:ns3="097e1a6a-fc06-45b2-8873-15e0270064ac" xmlns:ns4="4243d5be-521d-4052-81ca-f0f31ea6f2da" targetNamespace="http://schemas.microsoft.com/office/2006/metadata/properties" ma:root="true" ma:fieldsID="811c77fad17e661c7daf78d2eb917f1e" ns2:_="" ns3:_="" ns4:_="">
    <xsd:import namespace="3841c666-fd63-40bc-beef-ced2745222d3"/>
    <xsd:import namespace="097e1a6a-fc06-45b2-8873-15e0270064ac"/>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41c666-fd63-40bc-beef-ced2745222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97e1a6a-fc06-45b2-8873-15e0270064ac"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735b32c-89d7-4def-8826-2e55c195f91e}" ma:internalName="TaxCatchAll" ma:showField="CatchAllData" ma:web="097e1a6a-fc06-45b2-8873-15e0270064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841c666-fd63-40bc-beef-ced2745222d3">
      <Terms xmlns="http://schemas.microsoft.com/office/infopath/2007/PartnerControls"/>
    </lcf76f155ced4ddcb4097134ff3c332f>
    <TaxCatchAll xmlns="4243d5be-521d-4052-81ca-f0f31ea6f2da" xsi:nil="true"/>
  </documentManagement>
</p:properties>
</file>

<file path=customXml/itemProps1.xml><?xml version="1.0" encoding="utf-8"?>
<ds:datastoreItem xmlns:ds="http://schemas.openxmlformats.org/officeDocument/2006/customXml" ds:itemID="{87901A46-8E6B-4E0F-A47C-B1FD355B1737}"/>
</file>

<file path=customXml/itemProps2.xml><?xml version="1.0" encoding="utf-8"?>
<ds:datastoreItem xmlns:ds="http://schemas.openxmlformats.org/officeDocument/2006/customXml" ds:itemID="{9F092479-8C9E-4B5F-A7B0-E037D8E41BFC}"/>
</file>

<file path=customXml/itemProps3.xml><?xml version="1.0" encoding="utf-8"?>
<ds:datastoreItem xmlns:ds="http://schemas.openxmlformats.org/officeDocument/2006/customXml" ds:itemID="{F76D1050-0310-4C3C-BDEB-926CC690D967}"/>
</file>

<file path=docProps/app.xml><?xml version="1.0" encoding="utf-8"?>
<Properties xmlns="http://schemas.openxmlformats.org/officeDocument/2006/extended-properties" xmlns:vt="http://schemas.openxmlformats.org/officeDocument/2006/docPropsVTypes">
  <Template>KPMG Screen Standard Template</Template>
  <TotalTime>2343</TotalTime>
  <Words>463</Words>
  <Application>Microsoft Office PowerPoint</Application>
  <PresentationFormat>On-screen Show (4:3)</PresentationFormat>
  <Paragraphs>79</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KPMG Extralight</vt:lpstr>
      <vt:lpstr>VNI-KPMG-Extralight</vt:lpstr>
      <vt:lpstr>KPMG_Standard_4x3_0922_2015</vt:lpstr>
      <vt:lpstr>PowerPoint Presentation</vt:lpstr>
      <vt:lpstr>U.S. – China Trade Dispute</vt:lpstr>
      <vt:lpstr>U.S. – China Trade Dispute</vt:lpstr>
      <vt:lpstr>U.S. – China Trade Dispute Origin of goods and its importance</vt:lpstr>
      <vt:lpstr>U.S. – China Trade Dispute How MNCs can address the issue</vt:lpstr>
      <vt:lpstr>Thank you</vt:lpstr>
    </vt:vector>
  </TitlesOfParts>
  <Company>KPMG</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Screen template</dc:title>
  <dc:creator>Ly, Van</dc:creator>
  <cp:lastModifiedBy>Sinha, Rohit</cp:lastModifiedBy>
  <cp:revision>257</cp:revision>
  <cp:lastPrinted>2018-07-16T02:45:06Z</cp:lastPrinted>
  <dcterms:created xsi:type="dcterms:W3CDTF">2018-07-09T07:46:52Z</dcterms:created>
  <dcterms:modified xsi:type="dcterms:W3CDTF">2018-09-05T10:35:47Z</dcterms:modified>
  <cp:category>KPMG Public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0x0101008E6070EC7B8CDA46B67D0AB247BB0995</vt:lpwstr>
  </property>
</Properties>
</file>