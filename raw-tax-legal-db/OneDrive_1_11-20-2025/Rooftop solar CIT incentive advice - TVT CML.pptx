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0" r:id="rId4"/>
    <p:sldMasterId id="2147483733" r:id="rId5"/>
  </p:sldMasterIdLst>
  <p:notesMasterIdLst>
    <p:notesMasterId r:id="rId21"/>
  </p:notesMasterIdLst>
  <p:handoutMasterIdLst>
    <p:handoutMasterId r:id="rId22"/>
  </p:handoutMasterIdLst>
  <p:sldIdLst>
    <p:sldId id="4178" r:id="rId6"/>
    <p:sldId id="4181" r:id="rId7"/>
    <p:sldId id="4194" r:id="rId8"/>
    <p:sldId id="4183" r:id="rId9"/>
    <p:sldId id="4170" r:id="rId10"/>
    <p:sldId id="4199" r:id="rId11"/>
    <p:sldId id="4179" r:id="rId12"/>
    <p:sldId id="967" r:id="rId13"/>
    <p:sldId id="4198" r:id="rId14"/>
    <p:sldId id="4197" r:id="rId15"/>
    <p:sldId id="4169" r:id="rId16"/>
    <p:sldId id="4176" r:id="rId17"/>
    <p:sldId id="4172" r:id="rId18"/>
    <p:sldId id="4171" r:id="rId19"/>
    <p:sldId id="4195" r:id="rId20"/>
  </p:sldIdLst>
  <p:sldSz cx="9906000" cy="6858000" type="A4"/>
  <p:notesSz cx="7099300" cy="10234613"/>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Gill, Dalvinder (SG/Tax)" initials="GD(" lastIdx="4" clrIdx="6">
    <p:extLst>
      <p:ext uri="{19B8F6BF-5375-455C-9EA6-DF929625EA0E}">
        <p15:presenceInfo xmlns:p15="http://schemas.microsoft.com/office/powerpoint/2012/main" userId="S::dalvindergill@kpmg.com.sg::c0666fc9-5b72-4688-ad83-eec2b7caabf4" providerId="AD"/>
      </p:ext>
    </p:extLst>
  </p:cmAuthor>
  <p:cmAuthor id="1" name="Lo, Agnes (SG/PTR)" initials="LA(" lastIdx="3" clrIdx="0">
    <p:extLst>
      <p:ext uri="{19B8F6BF-5375-455C-9EA6-DF929625EA0E}">
        <p15:presenceInfo xmlns:p15="http://schemas.microsoft.com/office/powerpoint/2012/main" userId="S-1-5-21-1071022022-424245146-5522801-32548" providerId="AD"/>
      </p:ext>
    </p:extLst>
  </p:cmAuthor>
  <p:cmAuthor id="8" name="Tran, Van Trung" initials="TVT" lastIdx="24" clrIdx="7">
    <p:extLst>
      <p:ext uri="{19B8F6BF-5375-455C-9EA6-DF929625EA0E}">
        <p15:presenceInfo xmlns:p15="http://schemas.microsoft.com/office/powerpoint/2012/main" userId="S::tvtran@kpmg.com.vn::4d69f105-ce37-40ee-af89-b6d020fcbc3b" providerId="AD"/>
      </p:ext>
    </p:extLst>
  </p:cmAuthor>
  <p:cmAuthor id="2" name="Yu, Bernard TG (SG/Tax)" initials="KPMG" lastIdx="1" clrIdx="1">
    <p:extLst>
      <p:ext uri="{19B8F6BF-5375-455C-9EA6-DF929625EA0E}">
        <p15:presenceInfo xmlns:p15="http://schemas.microsoft.com/office/powerpoint/2012/main" userId="Yu, Bernard TG (SG/Tax)" providerId="None"/>
      </p:ext>
    </p:extLst>
  </p:cmAuthor>
  <p:cmAuthor id="9" name="Chu, Minh Long" initials="CML" lastIdx="25" clrIdx="8">
    <p:extLst>
      <p:ext uri="{19B8F6BF-5375-455C-9EA6-DF929625EA0E}">
        <p15:presenceInfo xmlns:p15="http://schemas.microsoft.com/office/powerpoint/2012/main" userId="S::lmchu@kpmg.com.vn::c42fd0cf-339f-4bdd-a260-41f109f2c137" providerId="AD"/>
      </p:ext>
    </p:extLst>
  </p:cmAuthor>
  <p:cmAuthor id="3" name="KPMG" initials="KPMG" lastIdx="9" clrIdx="2">
    <p:extLst>
      <p:ext uri="{19B8F6BF-5375-455C-9EA6-DF929625EA0E}">
        <p15:presenceInfo xmlns:p15="http://schemas.microsoft.com/office/powerpoint/2012/main" userId="KPMG" providerId="None"/>
      </p:ext>
    </p:extLst>
  </p:cmAuthor>
  <p:cmAuthor id="4" name="Saengchote, Malyn (SG/Tax)" initials="SM(" lastIdx="1" clrIdx="3">
    <p:extLst>
      <p:ext uri="{19B8F6BF-5375-455C-9EA6-DF929625EA0E}">
        <p15:presenceInfo xmlns:p15="http://schemas.microsoft.com/office/powerpoint/2012/main" userId="S-1-5-21-1071022022-424245146-5522801-67582" providerId="AD"/>
      </p:ext>
    </p:extLst>
  </p:cmAuthor>
  <p:cmAuthor id="5" name="Firth, Milly" initials="FM" lastIdx="4" clrIdx="4">
    <p:extLst>
      <p:ext uri="{19B8F6BF-5375-455C-9EA6-DF929625EA0E}">
        <p15:presenceInfo xmlns:p15="http://schemas.microsoft.com/office/powerpoint/2012/main" userId="S-1-5-21-1402365013-1417547700-1905203885-229803" providerId="AD"/>
      </p:ext>
    </p:extLst>
  </p:cmAuthor>
  <p:cmAuthor id="6" name="Chew, Pearlyn (SG/Tax)" initials="CP(" lastIdx="17" clrIdx="5">
    <p:extLst>
      <p:ext uri="{19B8F6BF-5375-455C-9EA6-DF929625EA0E}">
        <p15:presenceInfo xmlns:p15="http://schemas.microsoft.com/office/powerpoint/2012/main" userId="S::pchew@kpmg.com.sg::aa1d6e41-4341-4ef1-8b72-93b3b10a59f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A44"/>
    <a:srgbClr val="43B02A"/>
    <a:srgbClr val="EAAA00"/>
    <a:srgbClr val="F68D2E"/>
    <a:srgbClr val="1D4A9A"/>
    <a:srgbClr val="BC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2FDE8-A8A4-4355-B83F-0128404BF4D5}" v="149" dt="2021-08-09T09:24:09.543"/>
    <p1510:client id="{741B6ACE-EE62-4156-A452-D6C352261B87}" v="29" dt="2021-08-09T09:02:59.707"/>
    <p1510:client id="{DCB10B2B-B611-4245-B731-D187E1C76DDE}" v="681" dt="2021-08-09T09:19:13.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346" y="81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 Minh Long" userId="c42fd0cf-339f-4bdd-a260-41f109f2c137" providerId="ADAL" clId="{264B0583-A7A3-4ACA-81F7-DB067CE1E6E7}"/>
    <pc:docChg chg="undo custSel addSld delSld modSld sldOrd modMainMaster">
      <pc:chgData name="Chu, Minh Long" userId="c42fd0cf-339f-4bdd-a260-41f109f2c137" providerId="ADAL" clId="{264B0583-A7A3-4ACA-81F7-DB067CE1E6E7}" dt="2021-05-04T11:49:24.759" v="11334" actId="20577"/>
      <pc:docMkLst>
        <pc:docMk/>
      </pc:docMkLst>
      <pc:sldChg chg="modSp">
        <pc:chgData name="Chu, Minh Long" userId="c42fd0cf-339f-4bdd-a260-41f109f2c137" providerId="ADAL" clId="{264B0583-A7A3-4ACA-81F7-DB067CE1E6E7}" dt="2021-05-04T10:06:53.122" v="8168" actId="20577"/>
        <pc:sldMkLst>
          <pc:docMk/>
          <pc:sldMk cId="3781214673" sldId="318"/>
        </pc:sldMkLst>
        <pc:spChg chg="mod">
          <ac:chgData name="Chu, Minh Long" userId="c42fd0cf-339f-4bdd-a260-41f109f2c137" providerId="ADAL" clId="{264B0583-A7A3-4ACA-81F7-DB067CE1E6E7}" dt="2021-05-04T10:06:53.122" v="8168" actId="20577"/>
          <ac:spMkLst>
            <pc:docMk/>
            <pc:sldMk cId="3781214673" sldId="318"/>
            <ac:spMk id="2" creationId="{C042CF80-D3F9-4E8D-AB9B-0ED63A500309}"/>
          </ac:spMkLst>
        </pc:spChg>
      </pc:sldChg>
      <pc:sldChg chg="modSp">
        <pc:chgData name="Chu, Minh Long" userId="c42fd0cf-339f-4bdd-a260-41f109f2c137" providerId="ADAL" clId="{264B0583-A7A3-4ACA-81F7-DB067CE1E6E7}" dt="2021-05-04T10:06:48.668" v="8165" actId="20577"/>
        <pc:sldMkLst>
          <pc:docMk/>
          <pc:sldMk cId="2126594308" sldId="388"/>
        </pc:sldMkLst>
        <pc:spChg chg="mod">
          <ac:chgData name="Chu, Minh Long" userId="c42fd0cf-339f-4bdd-a260-41f109f2c137" providerId="ADAL" clId="{264B0583-A7A3-4ACA-81F7-DB067CE1E6E7}" dt="2021-05-04T10:06:48.668" v="8165" actId="20577"/>
          <ac:spMkLst>
            <pc:docMk/>
            <pc:sldMk cId="2126594308" sldId="388"/>
            <ac:spMk id="3" creationId="{00000000-0000-0000-0000-000000000000}"/>
          </ac:spMkLst>
        </pc:spChg>
      </pc:sldChg>
      <pc:sldChg chg="delSp">
        <pc:chgData name="Chu, Minh Long" userId="c42fd0cf-339f-4bdd-a260-41f109f2c137" providerId="ADAL" clId="{264B0583-A7A3-4ACA-81F7-DB067CE1E6E7}" dt="2021-04-28T06:07:58.699" v="2363" actId="478"/>
        <pc:sldMkLst>
          <pc:docMk/>
          <pc:sldMk cId="990356834" sldId="676"/>
        </pc:sldMkLst>
        <pc:picChg chg="del">
          <ac:chgData name="Chu, Minh Long" userId="c42fd0cf-339f-4bdd-a260-41f109f2c137" providerId="ADAL" clId="{264B0583-A7A3-4ACA-81F7-DB067CE1E6E7}" dt="2021-04-28T06:07:58.699" v="2363" actId="478"/>
          <ac:picMkLst>
            <pc:docMk/>
            <pc:sldMk cId="990356834" sldId="676"/>
            <ac:picMk id="9" creationId="{0359FA63-7C62-43A6-AF90-BB8C4F645890}"/>
          </ac:picMkLst>
        </pc:picChg>
        <pc:picChg chg="del">
          <ac:chgData name="Chu, Minh Long" userId="c42fd0cf-339f-4bdd-a260-41f109f2c137" providerId="ADAL" clId="{264B0583-A7A3-4ACA-81F7-DB067CE1E6E7}" dt="2021-04-28T06:07:58.699" v="2363" actId="478"/>
          <ac:picMkLst>
            <pc:docMk/>
            <pc:sldMk cId="990356834" sldId="676"/>
            <ac:picMk id="13" creationId="{2A8E981F-5126-4BC9-89C3-A5E49C1BB09E}"/>
          </ac:picMkLst>
        </pc:picChg>
        <pc:picChg chg="del">
          <ac:chgData name="Chu, Minh Long" userId="c42fd0cf-339f-4bdd-a260-41f109f2c137" providerId="ADAL" clId="{264B0583-A7A3-4ACA-81F7-DB067CE1E6E7}" dt="2021-04-28T06:07:58.699" v="2363" actId="478"/>
          <ac:picMkLst>
            <pc:docMk/>
            <pc:sldMk cId="990356834" sldId="676"/>
            <ac:picMk id="19" creationId="{5B912C56-DFB0-4783-8333-E05281BD5863}"/>
          </ac:picMkLst>
        </pc:picChg>
        <pc:picChg chg="del">
          <ac:chgData name="Chu, Minh Long" userId="c42fd0cf-339f-4bdd-a260-41f109f2c137" providerId="ADAL" clId="{264B0583-A7A3-4ACA-81F7-DB067CE1E6E7}" dt="2021-04-28T06:07:58.699" v="2363" actId="478"/>
          <ac:picMkLst>
            <pc:docMk/>
            <pc:sldMk cId="990356834" sldId="676"/>
            <ac:picMk id="22" creationId="{7EA24949-5626-44E8-822E-B847F811BD58}"/>
          </ac:picMkLst>
        </pc:picChg>
      </pc:sldChg>
      <pc:sldChg chg="del">
        <pc:chgData name="Chu, Minh Long" userId="c42fd0cf-339f-4bdd-a260-41f109f2c137" providerId="ADAL" clId="{264B0583-A7A3-4ACA-81F7-DB067CE1E6E7}" dt="2021-04-28T11:09:04.362" v="3413" actId="2696"/>
        <pc:sldMkLst>
          <pc:docMk/>
          <pc:sldMk cId="3409067382" sldId="679"/>
        </pc:sldMkLst>
      </pc:sldChg>
      <pc:sldChg chg="modSp del">
        <pc:chgData name="Chu, Minh Long" userId="c42fd0cf-339f-4bdd-a260-41f109f2c137" providerId="ADAL" clId="{264B0583-A7A3-4ACA-81F7-DB067CE1E6E7}" dt="2021-05-04T06:30:26.443" v="3943" actId="2696"/>
        <pc:sldMkLst>
          <pc:docMk/>
          <pc:sldMk cId="135281948" sldId="689"/>
        </pc:sldMkLst>
        <pc:spChg chg="mod">
          <ac:chgData name="Chu, Minh Long" userId="c42fd0cf-339f-4bdd-a260-41f109f2c137" providerId="ADAL" clId="{264B0583-A7A3-4ACA-81F7-DB067CE1E6E7}" dt="2021-04-28T09:14:43.043" v="3104" actId="20577"/>
          <ac:spMkLst>
            <pc:docMk/>
            <pc:sldMk cId="135281948" sldId="689"/>
            <ac:spMk id="3" creationId="{BDB6CC34-370D-48D3-9922-A119492BD8F5}"/>
          </ac:spMkLst>
        </pc:spChg>
        <pc:spChg chg="mod">
          <ac:chgData name="Chu, Minh Long" userId="c42fd0cf-339f-4bdd-a260-41f109f2c137" providerId="ADAL" clId="{264B0583-A7A3-4ACA-81F7-DB067CE1E6E7}" dt="2021-04-28T04:00:13.360" v="1" actId="20577"/>
          <ac:spMkLst>
            <pc:docMk/>
            <pc:sldMk cId="135281948" sldId="689"/>
            <ac:spMk id="4" creationId="{00000000-0000-0000-0000-000000000000}"/>
          </ac:spMkLst>
        </pc:spChg>
      </pc:sldChg>
      <pc:sldChg chg="del">
        <pc:chgData name="Chu, Minh Long" userId="c42fd0cf-339f-4bdd-a260-41f109f2c137" providerId="ADAL" clId="{264B0583-A7A3-4ACA-81F7-DB067CE1E6E7}" dt="2021-05-04T10:25:24.178" v="9265" actId="2696"/>
        <pc:sldMkLst>
          <pc:docMk/>
          <pc:sldMk cId="1355124117" sldId="733"/>
        </pc:sldMkLst>
      </pc:sldChg>
      <pc:sldChg chg="del">
        <pc:chgData name="Chu, Minh Long" userId="c42fd0cf-339f-4bdd-a260-41f109f2c137" providerId="ADAL" clId="{264B0583-A7A3-4ACA-81F7-DB067CE1E6E7}" dt="2021-05-04T10:27:07.462" v="9281" actId="2696"/>
        <pc:sldMkLst>
          <pc:docMk/>
          <pc:sldMk cId="3799518029" sldId="734"/>
        </pc:sldMkLst>
      </pc:sldChg>
      <pc:sldChg chg="del">
        <pc:chgData name="Chu, Minh Long" userId="c42fd0cf-339f-4bdd-a260-41f109f2c137" providerId="ADAL" clId="{264B0583-A7A3-4ACA-81F7-DB067CE1E6E7}" dt="2021-05-04T10:32:58.617" v="9588" actId="2696"/>
        <pc:sldMkLst>
          <pc:docMk/>
          <pc:sldMk cId="303394102" sldId="735"/>
        </pc:sldMkLst>
      </pc:sldChg>
      <pc:sldChg chg="del">
        <pc:chgData name="Chu, Minh Long" userId="c42fd0cf-339f-4bdd-a260-41f109f2c137" providerId="ADAL" clId="{264B0583-A7A3-4ACA-81F7-DB067CE1E6E7}" dt="2021-05-04T10:33:32.504" v="9618" actId="2696"/>
        <pc:sldMkLst>
          <pc:docMk/>
          <pc:sldMk cId="620739217" sldId="736"/>
        </pc:sldMkLst>
      </pc:sldChg>
      <pc:sldChg chg="del">
        <pc:chgData name="Chu, Minh Long" userId="c42fd0cf-339f-4bdd-a260-41f109f2c137" providerId="ADAL" clId="{264B0583-A7A3-4ACA-81F7-DB067CE1E6E7}" dt="2021-05-04T10:35:00.193" v="9707" actId="2696"/>
        <pc:sldMkLst>
          <pc:docMk/>
          <pc:sldMk cId="3068942256" sldId="737"/>
        </pc:sldMkLst>
      </pc:sldChg>
      <pc:sldChg chg="del">
        <pc:chgData name="Chu, Minh Long" userId="c42fd0cf-339f-4bdd-a260-41f109f2c137" providerId="ADAL" clId="{264B0583-A7A3-4ACA-81F7-DB067CE1E6E7}" dt="2021-04-28T11:07:22.321" v="3408" actId="2696"/>
        <pc:sldMkLst>
          <pc:docMk/>
          <pc:sldMk cId="4178033108" sldId="738"/>
        </pc:sldMkLst>
      </pc:sldChg>
      <pc:sldChg chg="delSp del">
        <pc:chgData name="Chu, Minh Long" userId="c42fd0cf-339f-4bdd-a260-41f109f2c137" providerId="ADAL" clId="{264B0583-A7A3-4ACA-81F7-DB067CE1E6E7}" dt="2021-05-04T10:35:34.754" v="9718" actId="2696"/>
        <pc:sldMkLst>
          <pc:docMk/>
          <pc:sldMk cId="4032535977" sldId="739"/>
        </pc:sldMkLst>
        <pc:graphicFrameChg chg="del">
          <ac:chgData name="Chu, Minh Long" userId="c42fd0cf-339f-4bdd-a260-41f109f2c137" providerId="ADAL" clId="{264B0583-A7A3-4ACA-81F7-DB067CE1E6E7}" dt="2021-04-28T11:06:53.825" v="3405" actId="478"/>
          <ac:graphicFrameMkLst>
            <pc:docMk/>
            <pc:sldMk cId="4032535977" sldId="739"/>
            <ac:graphicFrameMk id="2" creationId="{00000000-0000-0000-0000-000000000000}"/>
          </ac:graphicFrameMkLst>
        </pc:graphicFrameChg>
      </pc:sldChg>
      <pc:sldChg chg="del">
        <pc:chgData name="Chu, Minh Long" userId="c42fd0cf-339f-4bdd-a260-41f109f2c137" providerId="ADAL" clId="{264B0583-A7A3-4ACA-81F7-DB067CE1E6E7}" dt="2021-04-28T11:06:21.341" v="3400" actId="2696"/>
        <pc:sldMkLst>
          <pc:docMk/>
          <pc:sldMk cId="762921071" sldId="741"/>
        </pc:sldMkLst>
      </pc:sldChg>
      <pc:sldChg chg="del">
        <pc:chgData name="Chu, Minh Long" userId="c42fd0cf-339f-4bdd-a260-41f109f2c137" providerId="ADAL" clId="{264B0583-A7A3-4ACA-81F7-DB067CE1E6E7}" dt="2021-04-28T11:06:22.968" v="3401" actId="2696"/>
        <pc:sldMkLst>
          <pc:docMk/>
          <pc:sldMk cId="534263765" sldId="742"/>
        </pc:sldMkLst>
      </pc:sldChg>
      <pc:sldChg chg="del">
        <pc:chgData name="Chu, Minh Long" userId="c42fd0cf-339f-4bdd-a260-41f109f2c137" providerId="ADAL" clId="{264B0583-A7A3-4ACA-81F7-DB067CE1E6E7}" dt="2021-04-28T11:06:24.017" v="3402" actId="2696"/>
        <pc:sldMkLst>
          <pc:docMk/>
          <pc:sldMk cId="2520469646" sldId="743"/>
        </pc:sldMkLst>
      </pc:sldChg>
      <pc:sldChg chg="del">
        <pc:chgData name="Chu, Minh Long" userId="c42fd0cf-339f-4bdd-a260-41f109f2c137" providerId="ADAL" clId="{264B0583-A7A3-4ACA-81F7-DB067CE1E6E7}" dt="2021-04-28T11:06:26.512" v="3404" actId="2696"/>
        <pc:sldMkLst>
          <pc:docMk/>
          <pc:sldMk cId="1988504315" sldId="744"/>
        </pc:sldMkLst>
      </pc:sldChg>
      <pc:sldChg chg="del">
        <pc:chgData name="Chu, Minh Long" userId="c42fd0cf-339f-4bdd-a260-41f109f2c137" providerId="ADAL" clId="{264B0583-A7A3-4ACA-81F7-DB067CE1E6E7}" dt="2021-04-28T06:08:13.117" v="2364" actId="2696"/>
        <pc:sldMkLst>
          <pc:docMk/>
          <pc:sldMk cId="1055720555" sldId="746"/>
        </pc:sldMkLst>
      </pc:sldChg>
      <pc:sldChg chg="del">
        <pc:chgData name="Chu, Minh Long" userId="c42fd0cf-339f-4bdd-a260-41f109f2c137" providerId="ADAL" clId="{264B0583-A7A3-4ACA-81F7-DB067CE1E6E7}" dt="2021-04-28T06:07:31.056" v="2362" actId="2696"/>
        <pc:sldMkLst>
          <pc:docMk/>
          <pc:sldMk cId="1329125115" sldId="809"/>
        </pc:sldMkLst>
      </pc:sldChg>
      <pc:sldChg chg="modSp">
        <pc:chgData name="Chu, Minh Long" userId="c42fd0cf-339f-4bdd-a260-41f109f2c137" providerId="ADAL" clId="{264B0583-A7A3-4ACA-81F7-DB067CE1E6E7}" dt="2021-05-04T10:06:10.067" v="8162" actId="20577"/>
        <pc:sldMkLst>
          <pc:docMk/>
          <pc:sldMk cId="4233825813" sldId="898"/>
        </pc:sldMkLst>
        <pc:spChg chg="mod">
          <ac:chgData name="Chu, Minh Long" userId="c42fd0cf-339f-4bdd-a260-41f109f2c137" providerId="ADAL" clId="{264B0583-A7A3-4ACA-81F7-DB067CE1E6E7}" dt="2021-05-04T10:06:10.067" v="8162" actId="20577"/>
          <ac:spMkLst>
            <pc:docMk/>
            <pc:sldMk cId="4233825813" sldId="898"/>
            <ac:spMk id="4" creationId="{00000000-0000-0000-0000-000000000000}"/>
          </ac:spMkLst>
        </pc:spChg>
      </pc:sldChg>
      <pc:sldChg chg="modSp">
        <pc:chgData name="Chu, Minh Long" userId="c42fd0cf-339f-4bdd-a260-41f109f2c137" providerId="ADAL" clId="{264B0583-A7A3-4ACA-81F7-DB067CE1E6E7}" dt="2021-05-04T11:25:39.887" v="10909" actId="20577"/>
        <pc:sldMkLst>
          <pc:docMk/>
          <pc:sldMk cId="2051314948" sldId="967"/>
        </pc:sldMkLst>
        <pc:spChg chg="mod">
          <ac:chgData name="Chu, Minh Long" userId="c42fd0cf-339f-4bdd-a260-41f109f2c137" providerId="ADAL" clId="{264B0583-A7A3-4ACA-81F7-DB067CE1E6E7}" dt="2021-04-28T06:09:54.583" v="2383" actId="20577"/>
          <ac:spMkLst>
            <pc:docMk/>
            <pc:sldMk cId="2051314948" sldId="967"/>
            <ac:spMk id="4" creationId="{00000000-0000-0000-0000-000000000000}"/>
          </ac:spMkLst>
        </pc:spChg>
        <pc:spChg chg="mod">
          <ac:chgData name="Chu, Minh Long" userId="c42fd0cf-339f-4bdd-a260-41f109f2c137" providerId="ADAL" clId="{264B0583-A7A3-4ACA-81F7-DB067CE1E6E7}" dt="2021-05-04T11:25:39.887" v="10909" actId="20577"/>
          <ac:spMkLst>
            <pc:docMk/>
            <pc:sldMk cId="2051314948" sldId="967"/>
            <ac:spMk id="5" creationId="{89A24A22-93AF-4DBA-B801-F2093810DC34}"/>
          </ac:spMkLst>
        </pc:spChg>
        <pc:graphicFrameChg chg="mod modGraphic">
          <ac:chgData name="Chu, Minh Long" userId="c42fd0cf-339f-4bdd-a260-41f109f2c137" providerId="ADAL" clId="{264B0583-A7A3-4ACA-81F7-DB067CE1E6E7}" dt="2021-05-04T10:11:42.645" v="8588" actId="33524"/>
          <ac:graphicFrameMkLst>
            <pc:docMk/>
            <pc:sldMk cId="2051314948" sldId="967"/>
            <ac:graphicFrameMk id="6" creationId="{6E169B33-C7C6-41FF-AEFA-410732CECDD5}"/>
          </ac:graphicFrameMkLst>
        </pc:graphicFrameChg>
      </pc:sldChg>
      <pc:sldChg chg="del ord">
        <pc:chgData name="Chu, Minh Long" userId="c42fd0cf-339f-4bdd-a260-41f109f2c137" providerId="ADAL" clId="{264B0583-A7A3-4ACA-81F7-DB067CE1E6E7}" dt="2021-05-04T10:40:37.714" v="9868" actId="2696"/>
        <pc:sldMkLst>
          <pc:docMk/>
          <pc:sldMk cId="3342983540" sldId="2413"/>
        </pc:sldMkLst>
      </pc:sldChg>
      <pc:sldChg chg="del ord">
        <pc:chgData name="Chu, Minh Long" userId="c42fd0cf-339f-4bdd-a260-41f109f2c137" providerId="ADAL" clId="{264B0583-A7A3-4ACA-81F7-DB067CE1E6E7}" dt="2021-04-28T06:15:27.461" v="2485" actId="2696"/>
        <pc:sldMkLst>
          <pc:docMk/>
          <pc:sldMk cId="750331503" sldId="2418"/>
        </pc:sldMkLst>
      </pc:sldChg>
      <pc:sldChg chg="del">
        <pc:chgData name="Chu, Minh Long" userId="c42fd0cf-339f-4bdd-a260-41f109f2c137" providerId="ADAL" clId="{264B0583-A7A3-4ACA-81F7-DB067CE1E6E7}" dt="2021-05-04T10:27:02.737" v="9280" actId="2696"/>
        <pc:sldMkLst>
          <pc:docMk/>
          <pc:sldMk cId="1193441103" sldId="2425"/>
        </pc:sldMkLst>
      </pc:sldChg>
      <pc:sldChg chg="del">
        <pc:chgData name="Chu, Minh Long" userId="c42fd0cf-339f-4bdd-a260-41f109f2c137" providerId="ADAL" clId="{264B0583-A7A3-4ACA-81F7-DB067CE1E6E7}" dt="2021-04-28T05:39:18.804" v="2153" actId="2696"/>
        <pc:sldMkLst>
          <pc:docMk/>
          <pc:sldMk cId="1762408513" sldId="2433"/>
        </pc:sldMkLst>
      </pc:sldChg>
      <pc:sldChg chg="del">
        <pc:chgData name="Chu, Minh Long" userId="c42fd0cf-339f-4bdd-a260-41f109f2c137" providerId="ADAL" clId="{264B0583-A7A3-4ACA-81F7-DB067CE1E6E7}" dt="2021-04-28T11:08:26.841" v="3410" actId="2696"/>
        <pc:sldMkLst>
          <pc:docMk/>
          <pc:sldMk cId="1904392432" sldId="2451"/>
        </pc:sldMkLst>
      </pc:sldChg>
      <pc:sldChg chg="del">
        <pc:chgData name="Chu, Minh Long" userId="c42fd0cf-339f-4bdd-a260-41f109f2c137" providerId="ADAL" clId="{264B0583-A7A3-4ACA-81F7-DB067CE1E6E7}" dt="2021-04-28T11:08:22.345" v="3409" actId="2696"/>
        <pc:sldMkLst>
          <pc:docMk/>
          <pc:sldMk cId="1414517404" sldId="2467"/>
        </pc:sldMkLst>
      </pc:sldChg>
      <pc:sldChg chg="del ord">
        <pc:chgData name="Chu, Minh Long" userId="c42fd0cf-339f-4bdd-a260-41f109f2c137" providerId="ADAL" clId="{264B0583-A7A3-4ACA-81F7-DB067CE1E6E7}" dt="2021-05-04T09:52:26.122" v="7417" actId="2696"/>
        <pc:sldMkLst>
          <pc:docMk/>
          <pc:sldMk cId="2769496177" sldId="2468"/>
        </pc:sldMkLst>
      </pc:sldChg>
      <pc:sldChg chg="del">
        <pc:chgData name="Chu, Minh Long" userId="c42fd0cf-339f-4bdd-a260-41f109f2c137" providerId="ADAL" clId="{264B0583-A7A3-4ACA-81F7-DB067CE1E6E7}" dt="2021-04-28T11:09:02.210" v="3412" actId="2696"/>
        <pc:sldMkLst>
          <pc:docMk/>
          <pc:sldMk cId="1302586620" sldId="2471"/>
        </pc:sldMkLst>
      </pc:sldChg>
      <pc:sldChg chg="del">
        <pc:chgData name="Chu, Minh Long" userId="c42fd0cf-339f-4bdd-a260-41f109f2c137" providerId="ADAL" clId="{264B0583-A7A3-4ACA-81F7-DB067CE1E6E7}" dt="2021-05-04T10:35:40.136" v="9719" actId="2696"/>
        <pc:sldMkLst>
          <pc:docMk/>
          <pc:sldMk cId="1090725933" sldId="2472"/>
        </pc:sldMkLst>
      </pc:sldChg>
      <pc:sldChg chg="modSp del">
        <pc:chgData name="Chu, Minh Long" userId="c42fd0cf-339f-4bdd-a260-41f109f2c137" providerId="ADAL" clId="{264B0583-A7A3-4ACA-81F7-DB067CE1E6E7}" dt="2021-04-28T11:07:10.439" v="3407" actId="2696"/>
        <pc:sldMkLst>
          <pc:docMk/>
          <pc:sldMk cId="336095872" sldId="2473"/>
        </pc:sldMkLst>
        <pc:graphicFrameChg chg="modGraphic">
          <ac:chgData name="Chu, Minh Long" userId="c42fd0cf-339f-4bdd-a260-41f109f2c137" providerId="ADAL" clId="{264B0583-A7A3-4ACA-81F7-DB067CE1E6E7}" dt="2021-04-28T11:07:04.925" v="3406" actId="2165"/>
          <ac:graphicFrameMkLst>
            <pc:docMk/>
            <pc:sldMk cId="336095872" sldId="2473"/>
            <ac:graphicFrameMk id="16" creationId="{00000000-0000-0000-0000-000000000000}"/>
          </ac:graphicFrameMkLst>
        </pc:graphicFrameChg>
      </pc:sldChg>
      <pc:sldChg chg="del">
        <pc:chgData name="Chu, Minh Long" userId="c42fd0cf-339f-4bdd-a260-41f109f2c137" providerId="ADAL" clId="{264B0583-A7A3-4ACA-81F7-DB067CE1E6E7}" dt="2021-04-28T11:06:24.706" v="3403" actId="2696"/>
        <pc:sldMkLst>
          <pc:docMk/>
          <pc:sldMk cId="2752039545" sldId="2474"/>
        </pc:sldMkLst>
      </pc:sldChg>
      <pc:sldChg chg="modSp">
        <pc:chgData name="Chu, Minh Long" userId="c42fd0cf-339f-4bdd-a260-41f109f2c137" providerId="ADAL" clId="{264B0583-A7A3-4ACA-81F7-DB067CE1E6E7}" dt="2021-05-04T11:25:46.977" v="10913" actId="20577"/>
        <pc:sldMkLst>
          <pc:docMk/>
          <pc:sldMk cId="1418421982" sldId="4169"/>
        </pc:sldMkLst>
        <pc:spChg chg="mod">
          <ac:chgData name="Chu, Minh Long" userId="c42fd0cf-339f-4bdd-a260-41f109f2c137" providerId="ADAL" clId="{264B0583-A7A3-4ACA-81F7-DB067CE1E6E7}" dt="2021-05-04T09:13:42.038" v="5953" actId="255"/>
          <ac:spMkLst>
            <pc:docMk/>
            <pc:sldMk cId="1418421982" sldId="4169"/>
            <ac:spMk id="2" creationId="{69F15991-FF08-47B6-A7D8-CEF2488853AB}"/>
          </ac:spMkLst>
        </pc:spChg>
        <pc:spChg chg="mod">
          <ac:chgData name="Chu, Minh Long" userId="c42fd0cf-339f-4bdd-a260-41f109f2c137" providerId="ADAL" clId="{264B0583-A7A3-4ACA-81F7-DB067CE1E6E7}" dt="2021-05-04T11:25:46.977" v="10913" actId="20577"/>
          <ac:spMkLst>
            <pc:docMk/>
            <pc:sldMk cId="1418421982" sldId="4169"/>
            <ac:spMk id="34" creationId="{8ED39286-103B-4CDA-B433-BB855E77AB67}"/>
          </ac:spMkLst>
        </pc:spChg>
        <pc:graphicFrameChg chg="mod modGraphic">
          <ac:chgData name="Chu, Minh Long" userId="c42fd0cf-339f-4bdd-a260-41f109f2c137" providerId="ADAL" clId="{264B0583-A7A3-4ACA-81F7-DB067CE1E6E7}" dt="2021-05-04T11:24:00.278" v="10896" actId="20577"/>
          <ac:graphicFrameMkLst>
            <pc:docMk/>
            <pc:sldMk cId="1418421982" sldId="4169"/>
            <ac:graphicFrameMk id="4" creationId="{E49568F6-D85A-41DB-930C-78975A9CAAF5}"/>
          </ac:graphicFrameMkLst>
        </pc:graphicFrameChg>
      </pc:sldChg>
      <pc:sldChg chg="addSp delSp modSp ord">
        <pc:chgData name="Chu, Minh Long" userId="c42fd0cf-339f-4bdd-a260-41f109f2c137" providerId="ADAL" clId="{264B0583-A7A3-4ACA-81F7-DB067CE1E6E7}" dt="2021-05-04T11:11:57.502" v="10695" actId="20577"/>
        <pc:sldMkLst>
          <pc:docMk/>
          <pc:sldMk cId="350550462" sldId="4170"/>
        </pc:sldMkLst>
        <pc:spChg chg="mod">
          <ac:chgData name="Chu, Minh Long" userId="c42fd0cf-339f-4bdd-a260-41f109f2c137" providerId="ADAL" clId="{264B0583-A7A3-4ACA-81F7-DB067CE1E6E7}" dt="2021-05-04T06:34:08.453" v="4064"/>
          <ac:spMkLst>
            <pc:docMk/>
            <pc:sldMk cId="350550462" sldId="4170"/>
            <ac:spMk id="2" creationId="{69F15991-FF08-47B6-A7D8-CEF2488853AB}"/>
          </ac:spMkLst>
        </pc:spChg>
        <pc:spChg chg="mod">
          <ac:chgData name="Chu, Minh Long" userId="c42fd0cf-339f-4bdd-a260-41f109f2c137" providerId="ADAL" clId="{264B0583-A7A3-4ACA-81F7-DB067CE1E6E7}" dt="2021-05-04T06:33:41.781" v="4036"/>
          <ac:spMkLst>
            <pc:docMk/>
            <pc:sldMk cId="350550462" sldId="4170"/>
            <ac:spMk id="34" creationId="{8ED39286-103B-4CDA-B433-BB855E77AB67}"/>
          </ac:spMkLst>
        </pc:spChg>
        <pc:graphicFrameChg chg="del mod modGraphic">
          <ac:chgData name="Chu, Minh Long" userId="c42fd0cf-339f-4bdd-a260-41f109f2c137" providerId="ADAL" clId="{264B0583-A7A3-4ACA-81F7-DB067CE1E6E7}" dt="2021-04-28T05:53:57.993" v="2303" actId="478"/>
          <ac:graphicFrameMkLst>
            <pc:docMk/>
            <pc:sldMk cId="350550462" sldId="4170"/>
            <ac:graphicFrameMk id="4" creationId="{E49568F6-D85A-41DB-930C-78975A9CAAF5}"/>
          </ac:graphicFrameMkLst>
        </pc:graphicFrameChg>
        <pc:graphicFrameChg chg="add mod modGraphic">
          <ac:chgData name="Chu, Minh Long" userId="c42fd0cf-339f-4bdd-a260-41f109f2c137" providerId="ADAL" clId="{264B0583-A7A3-4ACA-81F7-DB067CE1E6E7}" dt="2021-05-04T11:11:57.502" v="10695" actId="20577"/>
          <ac:graphicFrameMkLst>
            <pc:docMk/>
            <pc:sldMk cId="350550462" sldId="4170"/>
            <ac:graphicFrameMk id="5" creationId="{5B4B9062-7FDA-4A16-945A-904E93A7CA6B}"/>
          </ac:graphicFrameMkLst>
        </pc:graphicFrameChg>
      </pc:sldChg>
      <pc:sldChg chg="delSp modSp">
        <pc:chgData name="Chu, Minh Long" userId="c42fd0cf-339f-4bdd-a260-41f109f2c137" providerId="ADAL" clId="{264B0583-A7A3-4ACA-81F7-DB067CE1E6E7}" dt="2021-05-04T11:25:44.158" v="10911" actId="20577"/>
        <pc:sldMkLst>
          <pc:docMk/>
          <pc:sldMk cId="167432393" sldId="4173"/>
        </pc:sldMkLst>
        <pc:spChg chg="mod">
          <ac:chgData name="Chu, Minh Long" userId="c42fd0cf-339f-4bdd-a260-41f109f2c137" providerId="ADAL" clId="{264B0583-A7A3-4ACA-81F7-DB067CE1E6E7}" dt="2021-04-28T06:10:00.193" v="2384"/>
          <ac:spMkLst>
            <pc:docMk/>
            <pc:sldMk cId="167432393" sldId="4173"/>
            <ac:spMk id="4" creationId="{00000000-0000-0000-0000-000000000000}"/>
          </ac:spMkLst>
        </pc:spChg>
        <pc:spChg chg="mod">
          <ac:chgData name="Chu, Minh Long" userId="c42fd0cf-339f-4bdd-a260-41f109f2c137" providerId="ADAL" clId="{264B0583-A7A3-4ACA-81F7-DB067CE1E6E7}" dt="2021-05-04T11:25:44.158" v="10911" actId="20577"/>
          <ac:spMkLst>
            <pc:docMk/>
            <pc:sldMk cId="167432393" sldId="4173"/>
            <ac:spMk id="5" creationId="{89A24A22-93AF-4DBA-B801-F2093810DC34}"/>
          </ac:spMkLst>
        </pc:spChg>
        <pc:graphicFrameChg chg="mod modGraphic">
          <ac:chgData name="Chu, Minh Long" userId="c42fd0cf-339f-4bdd-a260-41f109f2c137" providerId="ADAL" clId="{264B0583-A7A3-4ACA-81F7-DB067CE1E6E7}" dt="2021-05-04T09:04:51.367" v="5566" actId="14100"/>
          <ac:graphicFrameMkLst>
            <pc:docMk/>
            <pc:sldMk cId="167432393" sldId="4173"/>
            <ac:graphicFrameMk id="6" creationId="{6E169B33-C7C6-41FF-AEFA-410732CECDD5}"/>
          </ac:graphicFrameMkLst>
        </pc:graphicFrameChg>
        <pc:graphicFrameChg chg="del">
          <ac:chgData name="Chu, Minh Long" userId="c42fd0cf-339f-4bdd-a260-41f109f2c137" providerId="ADAL" clId="{264B0583-A7A3-4ACA-81F7-DB067CE1E6E7}" dt="2021-04-28T04:15:33.835" v="341"/>
          <ac:graphicFrameMkLst>
            <pc:docMk/>
            <pc:sldMk cId="167432393" sldId="4173"/>
            <ac:graphicFrameMk id="7" creationId="{23CAA7CB-CCE0-4C45-B9F0-7D23924D830E}"/>
          </ac:graphicFrameMkLst>
        </pc:graphicFrameChg>
      </pc:sldChg>
      <pc:sldChg chg="modSp ord">
        <pc:chgData name="Chu, Minh Long" userId="c42fd0cf-339f-4bdd-a260-41f109f2c137" providerId="ADAL" clId="{264B0583-A7A3-4ACA-81F7-DB067CE1E6E7}" dt="2021-05-04T11:49:24.759" v="11334" actId="20577"/>
        <pc:sldMkLst>
          <pc:docMk/>
          <pc:sldMk cId="3564280583" sldId="4174"/>
        </pc:sldMkLst>
        <pc:spChg chg="mod">
          <ac:chgData name="Chu, Minh Long" userId="c42fd0cf-339f-4bdd-a260-41f109f2c137" providerId="ADAL" clId="{264B0583-A7A3-4ACA-81F7-DB067CE1E6E7}" dt="2021-05-04T06:33:55.776" v="4063" actId="20577"/>
          <ac:spMkLst>
            <pc:docMk/>
            <pc:sldMk cId="3564280583" sldId="4174"/>
            <ac:spMk id="2" creationId="{69F15991-FF08-47B6-A7D8-CEF2488853AB}"/>
          </ac:spMkLst>
        </pc:spChg>
        <pc:spChg chg="mod">
          <ac:chgData name="Chu, Minh Long" userId="c42fd0cf-339f-4bdd-a260-41f109f2c137" providerId="ADAL" clId="{264B0583-A7A3-4ACA-81F7-DB067CE1E6E7}" dt="2021-05-04T06:33:38.447" v="4035" actId="20577"/>
          <ac:spMkLst>
            <pc:docMk/>
            <pc:sldMk cId="3564280583" sldId="4174"/>
            <ac:spMk id="34" creationId="{8ED39286-103B-4CDA-B433-BB855E77AB67}"/>
          </ac:spMkLst>
        </pc:spChg>
        <pc:graphicFrameChg chg="mod modGraphic">
          <ac:chgData name="Chu, Minh Long" userId="c42fd0cf-339f-4bdd-a260-41f109f2c137" providerId="ADAL" clId="{264B0583-A7A3-4ACA-81F7-DB067CE1E6E7}" dt="2021-05-04T11:49:24.759" v="11334" actId="20577"/>
          <ac:graphicFrameMkLst>
            <pc:docMk/>
            <pc:sldMk cId="3564280583" sldId="4174"/>
            <ac:graphicFrameMk id="4" creationId="{E49568F6-D85A-41DB-930C-78975A9CAAF5}"/>
          </ac:graphicFrameMkLst>
        </pc:graphicFrameChg>
      </pc:sldChg>
      <pc:sldChg chg="modSp">
        <pc:chgData name="Chu, Minh Long" userId="c42fd0cf-339f-4bdd-a260-41f109f2c137" providerId="ADAL" clId="{264B0583-A7A3-4ACA-81F7-DB067CE1E6E7}" dt="2021-05-04T11:45:15.960" v="11266" actId="20577"/>
        <pc:sldMkLst>
          <pc:docMk/>
          <pc:sldMk cId="1089345563" sldId="4176"/>
        </pc:sldMkLst>
        <pc:spChg chg="mod">
          <ac:chgData name="Chu, Minh Long" userId="c42fd0cf-339f-4bdd-a260-41f109f2c137" providerId="ADAL" clId="{264B0583-A7A3-4ACA-81F7-DB067CE1E6E7}" dt="2021-05-04T09:13:47.298" v="5954" actId="255"/>
          <ac:spMkLst>
            <pc:docMk/>
            <pc:sldMk cId="1089345563" sldId="4176"/>
            <ac:spMk id="2" creationId="{69F15991-FF08-47B6-A7D8-CEF2488853AB}"/>
          </ac:spMkLst>
        </pc:spChg>
        <pc:spChg chg="mod">
          <ac:chgData name="Chu, Minh Long" userId="c42fd0cf-339f-4bdd-a260-41f109f2c137" providerId="ADAL" clId="{264B0583-A7A3-4ACA-81F7-DB067CE1E6E7}" dt="2021-05-04T11:25:49.626" v="10915" actId="20577"/>
          <ac:spMkLst>
            <pc:docMk/>
            <pc:sldMk cId="1089345563" sldId="4176"/>
            <ac:spMk id="34" creationId="{8ED39286-103B-4CDA-B433-BB855E77AB67}"/>
          </ac:spMkLst>
        </pc:spChg>
        <pc:graphicFrameChg chg="mod modGraphic">
          <ac:chgData name="Chu, Minh Long" userId="c42fd0cf-339f-4bdd-a260-41f109f2c137" providerId="ADAL" clId="{264B0583-A7A3-4ACA-81F7-DB067CE1E6E7}" dt="2021-05-04T11:45:15.960" v="11266" actId="20577"/>
          <ac:graphicFrameMkLst>
            <pc:docMk/>
            <pc:sldMk cId="1089345563" sldId="4176"/>
            <ac:graphicFrameMk id="4" creationId="{E49568F6-D85A-41DB-930C-78975A9CAAF5}"/>
          </ac:graphicFrameMkLst>
        </pc:graphicFrameChg>
      </pc:sldChg>
      <pc:sldChg chg="modSp">
        <pc:chgData name="Chu, Minh Long" userId="c42fd0cf-339f-4bdd-a260-41f109f2c137" providerId="ADAL" clId="{264B0583-A7A3-4ACA-81F7-DB067CE1E6E7}" dt="2021-05-04T11:45:54.505" v="11268" actId="20577"/>
        <pc:sldMkLst>
          <pc:docMk/>
          <pc:sldMk cId="3876707684" sldId="4179"/>
        </pc:sldMkLst>
        <pc:spChg chg="mod">
          <ac:chgData name="Chu, Minh Long" userId="c42fd0cf-339f-4bdd-a260-41f109f2c137" providerId="ADAL" clId="{264B0583-A7A3-4ACA-81F7-DB067CE1E6E7}" dt="2021-05-04T11:45:54.505" v="11268" actId="20577"/>
          <ac:spMkLst>
            <pc:docMk/>
            <pc:sldMk cId="3876707684" sldId="4179"/>
            <ac:spMk id="4" creationId="{00000000-0000-0000-0000-000000000000}"/>
          </ac:spMkLst>
        </pc:spChg>
      </pc:sldChg>
      <pc:sldChg chg="del">
        <pc:chgData name="Chu, Minh Long" userId="c42fd0cf-339f-4bdd-a260-41f109f2c137" providerId="ADAL" clId="{264B0583-A7A3-4ACA-81F7-DB067CE1E6E7}" dt="2021-04-28T05:57:38.590" v="2360" actId="2696"/>
        <pc:sldMkLst>
          <pc:docMk/>
          <pc:sldMk cId="398782137" sldId="4180"/>
        </pc:sldMkLst>
      </pc:sldChg>
      <pc:sldChg chg="addSp delSp modSp">
        <pc:chgData name="Chu, Minh Long" userId="c42fd0cf-339f-4bdd-a260-41f109f2c137" providerId="ADAL" clId="{264B0583-A7A3-4ACA-81F7-DB067CE1E6E7}" dt="2021-05-04T10:55:23.750" v="10360" actId="20577"/>
        <pc:sldMkLst>
          <pc:docMk/>
          <pc:sldMk cId="107667419" sldId="4181"/>
        </pc:sldMkLst>
        <pc:spChg chg="mod">
          <ac:chgData name="Chu, Minh Long" userId="c42fd0cf-339f-4bdd-a260-41f109f2c137" providerId="ADAL" clId="{264B0583-A7A3-4ACA-81F7-DB067CE1E6E7}" dt="2021-05-04T10:51:22.077" v="10320" actId="113"/>
          <ac:spMkLst>
            <pc:docMk/>
            <pc:sldMk cId="107667419" sldId="4181"/>
            <ac:spMk id="3" creationId="{BDB6CC34-370D-48D3-9922-A119492BD8F5}"/>
          </ac:spMkLst>
        </pc:spChg>
        <pc:spChg chg="mod">
          <ac:chgData name="Chu, Minh Long" userId="c42fd0cf-339f-4bdd-a260-41f109f2c137" providerId="ADAL" clId="{264B0583-A7A3-4ACA-81F7-DB067CE1E6E7}" dt="2021-05-04T06:33:30.847" v="4018" actId="20577"/>
          <ac:spMkLst>
            <pc:docMk/>
            <pc:sldMk cId="107667419" sldId="4181"/>
            <ac:spMk id="4" creationId="{00000000-0000-0000-0000-000000000000}"/>
          </ac:spMkLst>
        </pc:spChg>
        <pc:spChg chg="mod">
          <ac:chgData name="Chu, Minh Long" userId="c42fd0cf-339f-4bdd-a260-41f109f2c137" providerId="ADAL" clId="{264B0583-A7A3-4ACA-81F7-DB067CE1E6E7}" dt="2021-05-04T06:33:28.412" v="4017" actId="20577"/>
          <ac:spMkLst>
            <pc:docMk/>
            <pc:sldMk cId="107667419" sldId="4181"/>
            <ac:spMk id="7" creationId="{00000000-0000-0000-0000-000000000000}"/>
          </ac:spMkLst>
        </pc:spChg>
        <pc:spChg chg="add mod">
          <ac:chgData name="Chu, Minh Long" userId="c42fd0cf-339f-4bdd-a260-41f109f2c137" providerId="ADAL" clId="{264B0583-A7A3-4ACA-81F7-DB067CE1E6E7}" dt="2021-05-04T10:55:13.612" v="10355" actId="1076"/>
          <ac:spMkLst>
            <pc:docMk/>
            <pc:sldMk cId="107667419" sldId="4181"/>
            <ac:spMk id="25" creationId="{AF901823-2C56-4A8C-8B31-0B84DC1746BB}"/>
          </ac:spMkLst>
        </pc:spChg>
        <pc:spChg chg="add mod">
          <ac:chgData name="Chu, Minh Long" userId="c42fd0cf-339f-4bdd-a260-41f109f2c137" providerId="ADAL" clId="{264B0583-A7A3-4ACA-81F7-DB067CE1E6E7}" dt="2021-05-04T10:55:23.750" v="10360" actId="20577"/>
          <ac:spMkLst>
            <pc:docMk/>
            <pc:sldMk cId="107667419" sldId="4181"/>
            <ac:spMk id="28" creationId="{FED9AC64-7F02-4553-BA92-1B0D57B518AC}"/>
          </ac:spMkLst>
        </pc:spChg>
        <pc:spChg chg="mod">
          <ac:chgData name="Chu, Minh Long" userId="c42fd0cf-339f-4bdd-a260-41f109f2c137" providerId="ADAL" clId="{264B0583-A7A3-4ACA-81F7-DB067CE1E6E7}" dt="2021-05-04T10:54:58.670" v="10338" actId="1076"/>
          <ac:spMkLst>
            <pc:docMk/>
            <pc:sldMk cId="107667419" sldId="4181"/>
            <ac:spMk id="43" creationId="{EF8A5784-3EA8-43AA-BD04-2AA14B9C514E}"/>
          </ac:spMkLst>
        </pc:spChg>
        <pc:spChg chg="del">
          <ac:chgData name="Chu, Minh Long" userId="c42fd0cf-339f-4bdd-a260-41f109f2c137" providerId="ADAL" clId="{264B0583-A7A3-4ACA-81F7-DB067CE1E6E7}" dt="2021-05-04T06:19:14.919" v="3414" actId="478"/>
          <ac:spMkLst>
            <pc:docMk/>
            <pc:sldMk cId="107667419" sldId="4181"/>
            <ac:spMk id="50" creationId="{2E80F611-C8E0-44BA-8CDE-AFFDE895DF1E}"/>
          </ac:spMkLst>
        </pc:spChg>
        <pc:cxnChg chg="add mod">
          <ac:chgData name="Chu, Minh Long" userId="c42fd0cf-339f-4bdd-a260-41f109f2c137" providerId="ADAL" clId="{264B0583-A7A3-4ACA-81F7-DB067CE1E6E7}" dt="2021-05-04T10:55:13.612" v="10355" actId="1076"/>
          <ac:cxnSpMkLst>
            <pc:docMk/>
            <pc:sldMk cId="107667419" sldId="4181"/>
            <ac:cxnSpMk id="26" creationId="{E7AE17B8-5E13-4FEC-9450-9512B8A98C22}"/>
          </ac:cxnSpMkLst>
        </pc:cxnChg>
      </pc:sldChg>
      <pc:sldChg chg="modSp add">
        <pc:chgData name="Chu, Minh Long" userId="c42fd0cf-339f-4bdd-a260-41f109f2c137" providerId="ADAL" clId="{264B0583-A7A3-4ACA-81F7-DB067CE1E6E7}" dt="2021-05-04T10:59:57.355" v="10377" actId="20577"/>
        <pc:sldMkLst>
          <pc:docMk/>
          <pc:sldMk cId="3122869959" sldId="4182"/>
        </pc:sldMkLst>
        <pc:spChg chg="mod">
          <ac:chgData name="Chu, Minh Long" userId="c42fd0cf-339f-4bdd-a260-41f109f2c137" providerId="ADAL" clId="{264B0583-A7A3-4ACA-81F7-DB067CE1E6E7}" dt="2021-05-04T06:34:10.454" v="4065"/>
          <ac:spMkLst>
            <pc:docMk/>
            <pc:sldMk cId="3122869959" sldId="4182"/>
            <ac:spMk id="2" creationId="{69F15991-FF08-47B6-A7D8-CEF2488853AB}"/>
          </ac:spMkLst>
        </pc:spChg>
        <pc:spChg chg="mod">
          <ac:chgData name="Chu, Minh Long" userId="c42fd0cf-339f-4bdd-a260-41f109f2c137" providerId="ADAL" clId="{264B0583-A7A3-4ACA-81F7-DB067CE1E6E7}" dt="2021-05-04T06:33:44.544" v="4037"/>
          <ac:spMkLst>
            <pc:docMk/>
            <pc:sldMk cId="3122869959" sldId="4182"/>
            <ac:spMk id="34" creationId="{8ED39286-103B-4CDA-B433-BB855E77AB67}"/>
          </ac:spMkLst>
        </pc:spChg>
        <pc:graphicFrameChg chg="mod modGraphic">
          <ac:chgData name="Chu, Minh Long" userId="c42fd0cf-339f-4bdd-a260-41f109f2c137" providerId="ADAL" clId="{264B0583-A7A3-4ACA-81F7-DB067CE1E6E7}" dt="2021-05-04T10:59:57.355" v="10377" actId="20577"/>
          <ac:graphicFrameMkLst>
            <pc:docMk/>
            <pc:sldMk cId="3122869959" sldId="4182"/>
            <ac:graphicFrameMk id="5" creationId="{5B4B9062-7FDA-4A16-945A-904E93A7CA6B}"/>
          </ac:graphicFrameMkLst>
        </pc:graphicFrameChg>
      </pc:sldChg>
      <pc:sldChg chg="modSp add">
        <pc:chgData name="Chu, Minh Long" userId="c42fd0cf-339f-4bdd-a260-41f109f2c137" providerId="ADAL" clId="{264B0583-A7A3-4ACA-81F7-DB067CE1E6E7}" dt="2021-05-04T06:34:17.594" v="4083" actId="20577"/>
        <pc:sldMkLst>
          <pc:docMk/>
          <pc:sldMk cId="1927414222" sldId="4183"/>
        </pc:sldMkLst>
        <pc:spChg chg="mod">
          <ac:chgData name="Chu, Minh Long" userId="c42fd0cf-339f-4bdd-a260-41f109f2c137" providerId="ADAL" clId="{264B0583-A7A3-4ACA-81F7-DB067CE1E6E7}" dt="2021-05-04T06:34:17.594" v="4083" actId="20577"/>
          <ac:spMkLst>
            <pc:docMk/>
            <pc:sldMk cId="1927414222" sldId="4183"/>
            <ac:spMk id="4" creationId="{00000000-0000-0000-0000-000000000000}"/>
          </ac:spMkLst>
        </pc:spChg>
      </pc:sldChg>
      <pc:sldChg chg="modSp add">
        <pc:chgData name="Chu, Minh Long" userId="c42fd0cf-339f-4bdd-a260-41f109f2c137" providerId="ADAL" clId="{264B0583-A7A3-4ACA-81F7-DB067CE1E6E7}" dt="2021-05-04T10:05:34.392" v="8122" actId="20577"/>
        <pc:sldMkLst>
          <pc:docMk/>
          <pc:sldMk cId="2024559528" sldId="4184"/>
        </pc:sldMkLst>
        <pc:spChg chg="mod">
          <ac:chgData name="Chu, Minh Long" userId="c42fd0cf-339f-4bdd-a260-41f109f2c137" providerId="ADAL" clId="{264B0583-A7A3-4ACA-81F7-DB067CE1E6E7}" dt="2021-05-04T10:05:34.392" v="8122" actId="20577"/>
          <ac:spMkLst>
            <pc:docMk/>
            <pc:sldMk cId="2024559528" sldId="4184"/>
            <ac:spMk id="4" creationId="{00000000-0000-0000-0000-000000000000}"/>
          </ac:spMkLst>
        </pc:spChg>
      </pc:sldChg>
      <pc:sldChg chg="modSp add del">
        <pc:chgData name="Chu, Minh Long" userId="c42fd0cf-339f-4bdd-a260-41f109f2c137" providerId="ADAL" clId="{264B0583-A7A3-4ACA-81F7-DB067CE1E6E7}" dt="2021-05-04T09:23:27.176" v="6014" actId="2696"/>
        <pc:sldMkLst>
          <pc:docMk/>
          <pc:sldMk cId="2584744643" sldId="4185"/>
        </pc:sldMkLst>
        <pc:spChg chg="mod">
          <ac:chgData name="Chu, Minh Long" userId="c42fd0cf-339f-4bdd-a260-41f109f2c137" providerId="ADAL" clId="{264B0583-A7A3-4ACA-81F7-DB067CE1E6E7}" dt="2021-05-04T09:17:49.657" v="5992" actId="20577"/>
          <ac:spMkLst>
            <pc:docMk/>
            <pc:sldMk cId="2584744643" sldId="4185"/>
            <ac:spMk id="4" creationId="{00000000-0000-0000-0000-000000000000}"/>
          </ac:spMkLst>
        </pc:spChg>
        <pc:spChg chg="mod">
          <ac:chgData name="Chu, Minh Long" userId="c42fd0cf-339f-4bdd-a260-41f109f2c137" providerId="ADAL" clId="{264B0583-A7A3-4ACA-81F7-DB067CE1E6E7}" dt="2021-05-04T09:17:41.684" v="5988"/>
          <ac:spMkLst>
            <pc:docMk/>
            <pc:sldMk cId="2584744643" sldId="4185"/>
            <ac:spMk id="5" creationId="{89A24A22-93AF-4DBA-B801-F2093810DC34}"/>
          </ac:spMkLst>
        </pc:spChg>
      </pc:sldChg>
      <pc:sldChg chg="modSp add">
        <pc:chgData name="Chu, Minh Long" userId="c42fd0cf-339f-4bdd-a260-41f109f2c137" providerId="ADAL" clId="{264B0583-A7A3-4ACA-81F7-DB067CE1E6E7}" dt="2021-05-04T10:05:39.114" v="8128" actId="20577"/>
        <pc:sldMkLst>
          <pc:docMk/>
          <pc:sldMk cId="2261934791" sldId="4186"/>
        </pc:sldMkLst>
        <pc:spChg chg="mod">
          <ac:chgData name="Chu, Minh Long" userId="c42fd0cf-339f-4bdd-a260-41f109f2c137" providerId="ADAL" clId="{264B0583-A7A3-4ACA-81F7-DB067CE1E6E7}" dt="2021-05-04T09:23:03.900" v="5995"/>
          <ac:spMkLst>
            <pc:docMk/>
            <pc:sldMk cId="2261934791" sldId="4186"/>
            <ac:spMk id="2" creationId="{69F15991-FF08-47B6-A7D8-CEF2488853AB}"/>
          </ac:spMkLst>
        </pc:spChg>
        <pc:spChg chg="mod">
          <ac:chgData name="Chu, Minh Long" userId="c42fd0cf-339f-4bdd-a260-41f109f2c137" providerId="ADAL" clId="{264B0583-A7A3-4ACA-81F7-DB067CE1E6E7}" dt="2021-05-04T10:05:39.114" v="8128" actId="20577"/>
          <ac:spMkLst>
            <pc:docMk/>
            <pc:sldMk cId="2261934791" sldId="4186"/>
            <ac:spMk id="34" creationId="{8ED39286-103B-4CDA-B433-BB855E77AB67}"/>
          </ac:spMkLst>
        </pc:spChg>
        <pc:graphicFrameChg chg="mod modGraphic">
          <ac:chgData name="Chu, Minh Long" userId="c42fd0cf-339f-4bdd-a260-41f109f2c137" providerId="ADAL" clId="{264B0583-A7A3-4ACA-81F7-DB067CE1E6E7}" dt="2021-05-04T09:35:35.837" v="6430" actId="20577"/>
          <ac:graphicFrameMkLst>
            <pc:docMk/>
            <pc:sldMk cId="2261934791" sldId="4186"/>
            <ac:graphicFrameMk id="4" creationId="{E49568F6-D85A-41DB-930C-78975A9CAAF5}"/>
          </ac:graphicFrameMkLst>
        </pc:graphicFrameChg>
      </pc:sldChg>
      <pc:sldChg chg="modSp add">
        <pc:chgData name="Chu, Minh Long" userId="c42fd0cf-339f-4bdd-a260-41f109f2c137" providerId="ADAL" clId="{264B0583-A7A3-4ACA-81F7-DB067CE1E6E7}" dt="2021-05-04T10:05:44.373" v="8129"/>
        <pc:sldMkLst>
          <pc:docMk/>
          <pc:sldMk cId="2374975459" sldId="4187"/>
        </pc:sldMkLst>
        <pc:spChg chg="mod">
          <ac:chgData name="Chu, Minh Long" userId="c42fd0cf-339f-4bdd-a260-41f109f2c137" providerId="ADAL" clId="{264B0583-A7A3-4ACA-81F7-DB067CE1E6E7}" dt="2021-05-04T09:52:35.216" v="7418" actId="20577"/>
          <ac:spMkLst>
            <pc:docMk/>
            <pc:sldMk cId="2374975459" sldId="4187"/>
            <ac:spMk id="2" creationId="{69F15991-FF08-47B6-A7D8-CEF2488853AB}"/>
          </ac:spMkLst>
        </pc:spChg>
        <pc:spChg chg="mod">
          <ac:chgData name="Chu, Minh Long" userId="c42fd0cf-339f-4bdd-a260-41f109f2c137" providerId="ADAL" clId="{264B0583-A7A3-4ACA-81F7-DB067CE1E6E7}" dt="2021-05-04T10:05:44.373" v="8129"/>
          <ac:spMkLst>
            <pc:docMk/>
            <pc:sldMk cId="2374975459" sldId="4187"/>
            <ac:spMk id="34" creationId="{8ED39286-103B-4CDA-B433-BB855E77AB67}"/>
          </ac:spMkLst>
        </pc:spChg>
        <pc:graphicFrameChg chg="mod modGraphic">
          <ac:chgData name="Chu, Minh Long" userId="c42fd0cf-339f-4bdd-a260-41f109f2c137" providerId="ADAL" clId="{264B0583-A7A3-4ACA-81F7-DB067CE1E6E7}" dt="2021-05-04T09:48:29.033" v="7392" actId="20577"/>
          <ac:graphicFrameMkLst>
            <pc:docMk/>
            <pc:sldMk cId="2374975459" sldId="4187"/>
            <ac:graphicFrameMk id="4" creationId="{E49568F6-D85A-41DB-930C-78975A9CAAF5}"/>
          </ac:graphicFrameMkLst>
        </pc:graphicFrameChg>
      </pc:sldChg>
      <pc:sldChg chg="modSp add">
        <pc:chgData name="Chu, Minh Long" userId="c42fd0cf-339f-4bdd-a260-41f109f2c137" providerId="ADAL" clId="{264B0583-A7A3-4ACA-81F7-DB067CE1E6E7}" dt="2021-05-04T10:45:58.002" v="10151" actId="20577"/>
        <pc:sldMkLst>
          <pc:docMk/>
          <pc:sldMk cId="3778297313" sldId="4188"/>
        </pc:sldMkLst>
        <pc:spChg chg="mod">
          <ac:chgData name="Chu, Minh Long" userId="c42fd0cf-339f-4bdd-a260-41f109f2c137" providerId="ADAL" clId="{264B0583-A7A3-4ACA-81F7-DB067CE1E6E7}" dt="2021-05-04T10:05:25.610" v="8116" actId="20577"/>
          <ac:spMkLst>
            <pc:docMk/>
            <pc:sldMk cId="3778297313" sldId="4188"/>
            <ac:spMk id="2" creationId="{69F15991-FF08-47B6-A7D8-CEF2488853AB}"/>
          </ac:spMkLst>
        </pc:spChg>
        <pc:spChg chg="mod">
          <ac:chgData name="Chu, Minh Long" userId="c42fd0cf-339f-4bdd-a260-41f109f2c137" providerId="ADAL" clId="{264B0583-A7A3-4ACA-81F7-DB067CE1E6E7}" dt="2021-05-04T10:05:46.159" v="8130"/>
          <ac:spMkLst>
            <pc:docMk/>
            <pc:sldMk cId="3778297313" sldId="4188"/>
            <ac:spMk id="34" creationId="{8ED39286-103B-4CDA-B433-BB855E77AB67}"/>
          </ac:spMkLst>
        </pc:spChg>
        <pc:graphicFrameChg chg="mod modGraphic">
          <ac:chgData name="Chu, Minh Long" userId="c42fd0cf-339f-4bdd-a260-41f109f2c137" providerId="ADAL" clId="{264B0583-A7A3-4ACA-81F7-DB067CE1E6E7}" dt="2021-05-04T10:45:58.002" v="10151" actId="20577"/>
          <ac:graphicFrameMkLst>
            <pc:docMk/>
            <pc:sldMk cId="3778297313" sldId="4188"/>
            <ac:graphicFrameMk id="4" creationId="{E49568F6-D85A-41DB-930C-78975A9CAAF5}"/>
          </ac:graphicFrameMkLst>
        </pc:graphicFrameChg>
      </pc:sldChg>
      <pc:sldChg chg="modSp add ord">
        <pc:chgData name="Chu, Minh Long" userId="c42fd0cf-339f-4bdd-a260-41f109f2c137" providerId="ADAL" clId="{264B0583-A7A3-4ACA-81F7-DB067CE1E6E7}" dt="2021-05-04T11:46:47.543" v="11289" actId="20577"/>
        <pc:sldMkLst>
          <pc:docMk/>
          <pc:sldMk cId="2576923945" sldId="4189"/>
        </pc:sldMkLst>
        <pc:spChg chg="mod">
          <ac:chgData name="Chu, Minh Long" userId="c42fd0cf-339f-4bdd-a260-41f109f2c137" providerId="ADAL" clId="{264B0583-A7A3-4ACA-81F7-DB067CE1E6E7}" dt="2021-05-04T11:46:13.375" v="11285" actId="20577"/>
          <ac:spMkLst>
            <pc:docMk/>
            <pc:sldMk cId="2576923945" sldId="4189"/>
            <ac:spMk id="2" creationId="{69F15991-FF08-47B6-A7D8-CEF2488853AB}"/>
          </ac:spMkLst>
        </pc:spChg>
        <pc:spChg chg="mod">
          <ac:chgData name="Chu, Minh Long" userId="c42fd0cf-339f-4bdd-a260-41f109f2c137" providerId="ADAL" clId="{264B0583-A7A3-4ACA-81F7-DB067CE1E6E7}" dt="2021-05-04T11:46:00.376" v="11271" actId="20577"/>
          <ac:spMkLst>
            <pc:docMk/>
            <pc:sldMk cId="2576923945" sldId="4189"/>
            <ac:spMk id="34" creationId="{8ED39286-103B-4CDA-B433-BB855E77AB67}"/>
          </ac:spMkLst>
        </pc:spChg>
        <pc:graphicFrameChg chg="mod modGraphic">
          <ac:chgData name="Chu, Minh Long" userId="c42fd0cf-339f-4bdd-a260-41f109f2c137" providerId="ADAL" clId="{264B0583-A7A3-4ACA-81F7-DB067CE1E6E7}" dt="2021-05-04T11:46:47.543" v="11289" actId="20577"/>
          <ac:graphicFrameMkLst>
            <pc:docMk/>
            <pc:sldMk cId="2576923945" sldId="4189"/>
            <ac:graphicFrameMk id="4" creationId="{E49568F6-D85A-41DB-930C-78975A9CAAF5}"/>
          </ac:graphicFrameMkLst>
        </pc:graphicFrameChg>
      </pc:sldChg>
      <pc:sldChg chg="modSp add ord">
        <pc:chgData name="Chu, Minh Long" userId="c42fd0cf-339f-4bdd-a260-41f109f2c137" providerId="ADAL" clId="{264B0583-A7A3-4ACA-81F7-DB067CE1E6E7}" dt="2021-05-04T11:46:17.547" v="11287" actId="20577"/>
        <pc:sldMkLst>
          <pc:docMk/>
          <pc:sldMk cId="857268311" sldId="4190"/>
        </pc:sldMkLst>
        <pc:spChg chg="mod">
          <ac:chgData name="Chu, Minh Long" userId="c42fd0cf-339f-4bdd-a260-41f109f2c137" providerId="ADAL" clId="{264B0583-A7A3-4ACA-81F7-DB067CE1E6E7}" dt="2021-05-04T11:46:17.547" v="11287" actId="20577"/>
          <ac:spMkLst>
            <pc:docMk/>
            <pc:sldMk cId="857268311" sldId="4190"/>
            <ac:spMk id="2" creationId="{69F15991-FF08-47B6-A7D8-CEF2488853AB}"/>
          </ac:spMkLst>
        </pc:spChg>
        <pc:spChg chg="mod">
          <ac:chgData name="Chu, Minh Long" userId="c42fd0cf-339f-4bdd-a260-41f109f2c137" providerId="ADAL" clId="{264B0583-A7A3-4ACA-81F7-DB067CE1E6E7}" dt="2021-05-04T11:46:04.012" v="11274" actId="20577"/>
          <ac:spMkLst>
            <pc:docMk/>
            <pc:sldMk cId="857268311" sldId="4190"/>
            <ac:spMk id="34" creationId="{8ED39286-103B-4CDA-B433-BB855E77AB67}"/>
          </ac:spMkLst>
        </pc:spChg>
        <pc:graphicFrameChg chg="mod modGraphic">
          <ac:chgData name="Chu, Minh Long" userId="c42fd0cf-339f-4bdd-a260-41f109f2c137" providerId="ADAL" clId="{264B0583-A7A3-4ACA-81F7-DB067CE1E6E7}" dt="2021-05-04T11:29:53.787" v="11216" actId="20577"/>
          <ac:graphicFrameMkLst>
            <pc:docMk/>
            <pc:sldMk cId="857268311" sldId="4190"/>
            <ac:graphicFrameMk id="4" creationId="{E49568F6-D85A-41DB-930C-78975A9CAAF5}"/>
          </ac:graphicFrameMkLst>
        </pc:graphicFrameChg>
      </pc:sldChg>
      <pc:sldChg chg="modSp add">
        <pc:chgData name="Chu, Minh Long" userId="c42fd0cf-339f-4bdd-a260-41f109f2c137" providerId="ADAL" clId="{264B0583-A7A3-4ACA-81F7-DB067CE1E6E7}" dt="2021-05-04T11:32:01.846" v="11257" actId="20577"/>
        <pc:sldMkLst>
          <pc:docMk/>
          <pc:sldMk cId="3554234273" sldId="4191"/>
        </pc:sldMkLst>
        <pc:spChg chg="mod">
          <ac:chgData name="Chu, Minh Long" userId="c42fd0cf-339f-4bdd-a260-41f109f2c137" providerId="ADAL" clId="{264B0583-A7A3-4ACA-81F7-DB067CE1E6E7}" dt="2021-05-04T11:29:22.738" v="11180" actId="404"/>
          <ac:spMkLst>
            <pc:docMk/>
            <pc:sldMk cId="3554234273" sldId="4191"/>
            <ac:spMk id="2" creationId="{69F15991-FF08-47B6-A7D8-CEF2488853AB}"/>
          </ac:spMkLst>
        </pc:spChg>
        <pc:graphicFrameChg chg="mod modGraphic">
          <ac:chgData name="Chu, Minh Long" userId="c42fd0cf-339f-4bdd-a260-41f109f2c137" providerId="ADAL" clId="{264B0583-A7A3-4ACA-81F7-DB067CE1E6E7}" dt="2021-05-04T11:32:01.846" v="11257" actId="20577"/>
          <ac:graphicFrameMkLst>
            <pc:docMk/>
            <pc:sldMk cId="3554234273" sldId="4191"/>
            <ac:graphicFrameMk id="4" creationId="{E49568F6-D85A-41DB-930C-78975A9CAAF5}"/>
          </ac:graphicFrameMkLst>
        </pc:graphicFrameChg>
      </pc:sldChg>
      <pc:sldChg chg="modSp add">
        <pc:chgData name="Chu, Minh Long" userId="c42fd0cf-339f-4bdd-a260-41f109f2c137" providerId="ADAL" clId="{264B0583-A7A3-4ACA-81F7-DB067CE1E6E7}" dt="2021-05-04T11:26:56.946" v="11023" actId="20577"/>
        <pc:sldMkLst>
          <pc:docMk/>
          <pc:sldMk cId="1010116099" sldId="4192"/>
        </pc:sldMkLst>
        <pc:spChg chg="mod">
          <ac:chgData name="Chu, Minh Long" userId="c42fd0cf-339f-4bdd-a260-41f109f2c137" providerId="ADAL" clId="{264B0583-A7A3-4ACA-81F7-DB067CE1E6E7}" dt="2021-05-04T11:26:56.946" v="11023" actId="20577"/>
          <ac:spMkLst>
            <pc:docMk/>
            <pc:sldMk cId="1010116099" sldId="4192"/>
            <ac:spMk id="2" creationId="{69F15991-FF08-47B6-A7D8-CEF2488853AB}"/>
          </ac:spMkLst>
        </pc:spChg>
        <pc:graphicFrameChg chg="mod modGraphic">
          <ac:chgData name="Chu, Minh Long" userId="c42fd0cf-339f-4bdd-a260-41f109f2c137" providerId="ADAL" clId="{264B0583-A7A3-4ACA-81F7-DB067CE1E6E7}" dt="2021-05-04T10:43:17.180" v="9881" actId="20577"/>
          <ac:graphicFrameMkLst>
            <pc:docMk/>
            <pc:sldMk cId="1010116099" sldId="4192"/>
            <ac:graphicFrameMk id="4" creationId="{E49568F6-D85A-41DB-930C-78975A9CAAF5}"/>
          </ac:graphicFrameMkLst>
        </pc:graphicFrameChg>
      </pc:sldChg>
      <pc:sldChg chg="modSp add">
        <pc:chgData name="Chu, Minh Long" userId="c42fd0cf-339f-4bdd-a260-41f109f2c137" providerId="ADAL" clId="{264B0583-A7A3-4ACA-81F7-DB067CE1E6E7}" dt="2021-05-04T11:31:11.033" v="11217"/>
        <pc:sldMkLst>
          <pc:docMk/>
          <pc:sldMk cId="1251975658" sldId="4193"/>
        </pc:sldMkLst>
        <pc:spChg chg="mod">
          <ac:chgData name="Chu, Minh Long" userId="c42fd0cf-339f-4bdd-a260-41f109f2c137" providerId="ADAL" clId="{264B0583-A7A3-4ACA-81F7-DB067CE1E6E7}" dt="2021-05-04T11:28:50.965" v="11151" actId="20577"/>
          <ac:spMkLst>
            <pc:docMk/>
            <pc:sldMk cId="1251975658" sldId="4193"/>
            <ac:spMk id="2" creationId="{69F15991-FF08-47B6-A7D8-CEF2488853AB}"/>
          </ac:spMkLst>
        </pc:spChg>
        <pc:graphicFrameChg chg="mod modGraphic">
          <ac:chgData name="Chu, Minh Long" userId="c42fd0cf-339f-4bdd-a260-41f109f2c137" providerId="ADAL" clId="{264B0583-A7A3-4ACA-81F7-DB067CE1E6E7}" dt="2021-05-04T11:31:11.033" v="11217"/>
          <ac:graphicFrameMkLst>
            <pc:docMk/>
            <pc:sldMk cId="1251975658" sldId="4193"/>
            <ac:graphicFrameMk id="4" creationId="{E49568F6-D85A-41DB-930C-78975A9CAAF5}"/>
          </ac:graphicFrameMkLst>
        </pc:graphicFrameChg>
      </pc:sldChg>
      <pc:sldMasterChg chg="modSldLayout">
        <pc:chgData name="Chu, Minh Long" userId="c42fd0cf-339f-4bdd-a260-41f109f2c137" providerId="ADAL" clId="{264B0583-A7A3-4ACA-81F7-DB067CE1E6E7}" dt="2021-05-04T10:56:58.022" v="10362" actId="20577"/>
        <pc:sldMasterMkLst>
          <pc:docMk/>
          <pc:sldMasterMk cId="3521449419" sldId="2147483660"/>
        </pc:sldMasterMkLst>
        <pc:sldLayoutChg chg="modSp">
          <pc:chgData name="Chu, Minh Long" userId="c42fd0cf-339f-4bdd-a260-41f109f2c137" providerId="ADAL" clId="{264B0583-A7A3-4ACA-81F7-DB067CE1E6E7}" dt="2021-05-04T10:56:58.022" v="10362" actId="20577"/>
          <pc:sldLayoutMkLst>
            <pc:docMk/>
            <pc:sldMasterMk cId="3521449419" sldId="2147483660"/>
            <pc:sldLayoutMk cId="383874466" sldId="2147483703"/>
          </pc:sldLayoutMkLst>
          <pc:spChg chg="mod">
            <ac:chgData name="Chu, Minh Long" userId="c42fd0cf-339f-4bdd-a260-41f109f2c137" providerId="ADAL" clId="{264B0583-A7A3-4ACA-81F7-DB067CE1E6E7}" dt="2021-05-04T10:56:58.022" v="10362" actId="20577"/>
            <ac:spMkLst>
              <pc:docMk/>
              <pc:sldMasterMk cId="3521449419" sldId="2147483660"/>
              <pc:sldLayoutMk cId="383874466" sldId="2147483703"/>
              <ac:spMk id="10" creationId="{00000000-0000-0000-0000-000000000000}"/>
            </ac:spMkLst>
          </pc:spChg>
        </pc:sldLayoutChg>
      </pc:sldMasterChg>
    </pc:docChg>
  </pc:docChgLst>
  <pc:docChgLst>
    <pc:chgData name="Chu, Minh Long" userId="c42fd0cf-339f-4bdd-a260-41f109f2c137" providerId="ADAL" clId="{94C49167-7E11-460B-B298-D60904F37F38}"/>
    <pc:docChg chg="undo custSel addSld delSld modSld sldOrd modMainMaster">
      <pc:chgData name="Chu, Minh Long" userId="c42fd0cf-339f-4bdd-a260-41f109f2c137" providerId="ADAL" clId="{94C49167-7E11-460B-B298-D60904F37F38}" dt="2021-04-28T03:44:13.642" v="1292" actId="20577"/>
      <pc:docMkLst>
        <pc:docMk/>
      </pc:docMkLst>
      <pc:sldChg chg="modSp add ord">
        <pc:chgData name="Chu, Minh Long" userId="c42fd0cf-339f-4bdd-a260-41f109f2c137" providerId="ADAL" clId="{94C49167-7E11-460B-B298-D60904F37F38}" dt="2021-04-27T01:44:58.822" v="78" actId="20577"/>
        <pc:sldMkLst>
          <pc:docMk/>
          <pc:sldMk cId="3781214673" sldId="318"/>
        </pc:sldMkLst>
        <pc:spChg chg="mod">
          <ac:chgData name="Chu, Minh Long" userId="c42fd0cf-339f-4bdd-a260-41f109f2c137" providerId="ADAL" clId="{94C49167-7E11-460B-B298-D60904F37F38}" dt="2021-04-27T01:44:58.822" v="78" actId="20577"/>
          <ac:spMkLst>
            <pc:docMk/>
            <pc:sldMk cId="3781214673" sldId="318"/>
            <ac:spMk id="2" creationId="{C042CF80-D3F9-4E8D-AB9B-0ED63A500309}"/>
          </ac:spMkLst>
        </pc:spChg>
        <pc:spChg chg="mod">
          <ac:chgData name="Chu, Minh Long" userId="c42fd0cf-339f-4bdd-a260-41f109f2c137" providerId="ADAL" clId="{94C49167-7E11-460B-B298-D60904F37F38}" dt="2021-04-27T01:44:33.258" v="51"/>
          <ac:spMkLst>
            <pc:docMk/>
            <pc:sldMk cId="3781214673" sldId="318"/>
            <ac:spMk id="4" creationId="{00000000-0000-0000-0000-000000000000}"/>
          </ac:spMkLst>
        </pc:spChg>
      </pc:sldChg>
      <pc:sldChg chg="delSp modSp add ord">
        <pc:chgData name="Chu, Minh Long" userId="c42fd0cf-339f-4bdd-a260-41f109f2c137" providerId="ADAL" clId="{94C49167-7E11-460B-B298-D60904F37F38}" dt="2021-04-28T01:59:59.401" v="307" actId="20577"/>
        <pc:sldMkLst>
          <pc:docMk/>
          <pc:sldMk cId="2126594308" sldId="388"/>
        </pc:sldMkLst>
        <pc:spChg chg="mod">
          <ac:chgData name="Chu, Minh Long" userId="c42fd0cf-339f-4bdd-a260-41f109f2c137" providerId="ADAL" clId="{94C49167-7E11-460B-B298-D60904F37F38}" dt="2021-04-28T01:59:59.401" v="307" actId="20577"/>
          <ac:spMkLst>
            <pc:docMk/>
            <pc:sldMk cId="2126594308" sldId="388"/>
            <ac:spMk id="3" creationId="{00000000-0000-0000-0000-000000000000}"/>
          </ac:spMkLst>
        </pc:spChg>
        <pc:spChg chg="mod">
          <ac:chgData name="Chu, Minh Long" userId="c42fd0cf-339f-4bdd-a260-41f109f2c137" providerId="ADAL" clId="{94C49167-7E11-460B-B298-D60904F37F38}" dt="2021-04-27T01:49:37.166" v="248" actId="6549"/>
          <ac:spMkLst>
            <pc:docMk/>
            <pc:sldMk cId="2126594308" sldId="388"/>
            <ac:spMk id="4" creationId="{00000000-0000-0000-0000-000000000000}"/>
          </ac:spMkLst>
        </pc:spChg>
        <pc:spChg chg="mod">
          <ac:chgData name="Chu, Minh Long" userId="c42fd0cf-339f-4bdd-a260-41f109f2c137" providerId="ADAL" clId="{94C49167-7E11-460B-B298-D60904F37F38}" dt="2021-04-27T01:50:02.726" v="249" actId="13926"/>
          <ac:spMkLst>
            <pc:docMk/>
            <pc:sldMk cId="2126594308" sldId="388"/>
            <ac:spMk id="6" creationId="{00000000-0000-0000-0000-000000000000}"/>
          </ac:spMkLst>
        </pc:spChg>
        <pc:spChg chg="del">
          <ac:chgData name="Chu, Minh Long" userId="c42fd0cf-339f-4bdd-a260-41f109f2c137" providerId="ADAL" clId="{94C49167-7E11-460B-B298-D60904F37F38}" dt="2021-04-27T01:49:28.240" v="243" actId="478"/>
          <ac:spMkLst>
            <pc:docMk/>
            <pc:sldMk cId="2126594308" sldId="388"/>
            <ac:spMk id="7" creationId="{00000000-0000-0000-0000-000000000000}"/>
          </ac:spMkLst>
        </pc:spChg>
      </pc:sldChg>
      <pc:sldChg chg="del ord">
        <pc:chgData name="Chu, Minh Long" userId="c42fd0cf-339f-4bdd-a260-41f109f2c137" providerId="ADAL" clId="{94C49167-7E11-460B-B298-D60904F37F38}" dt="2021-04-27T01:39:26.592" v="6" actId="2696"/>
        <pc:sldMkLst>
          <pc:docMk/>
          <pc:sldMk cId="2132584396" sldId="667"/>
        </pc:sldMkLst>
      </pc:sldChg>
      <pc:sldChg chg="addSp delSp modSp ord">
        <pc:chgData name="Chu, Minh Long" userId="c42fd0cf-339f-4bdd-a260-41f109f2c137" providerId="ADAL" clId="{94C49167-7E11-460B-B298-D60904F37F38}" dt="2021-04-28T03:43:33.789" v="1270" actId="20577"/>
        <pc:sldMkLst>
          <pc:docMk/>
          <pc:sldMk cId="135281948" sldId="689"/>
        </pc:sldMkLst>
        <pc:spChg chg="mod">
          <ac:chgData name="Chu, Minh Long" userId="c42fd0cf-339f-4bdd-a260-41f109f2c137" providerId="ADAL" clId="{94C49167-7E11-460B-B298-D60904F37F38}" dt="2021-04-28T03:38:05.471" v="1228" actId="20577"/>
          <ac:spMkLst>
            <pc:docMk/>
            <pc:sldMk cId="135281948" sldId="689"/>
            <ac:spMk id="3" creationId="{BDB6CC34-370D-48D3-9922-A119492BD8F5}"/>
          </ac:spMkLst>
        </pc:spChg>
        <pc:spChg chg="mod">
          <ac:chgData name="Chu, Minh Long" userId="c42fd0cf-339f-4bdd-a260-41f109f2c137" providerId="ADAL" clId="{94C49167-7E11-460B-B298-D60904F37F38}" dt="2021-04-28T03:36:26.626" v="1167" actId="20577"/>
          <ac:spMkLst>
            <pc:docMk/>
            <pc:sldMk cId="135281948" sldId="689"/>
            <ac:spMk id="4" creationId="{00000000-0000-0000-0000-000000000000}"/>
          </ac:spMkLst>
        </pc:spChg>
        <pc:spChg chg="del">
          <ac:chgData name="Chu, Minh Long" userId="c42fd0cf-339f-4bdd-a260-41f109f2c137" providerId="ADAL" clId="{94C49167-7E11-460B-B298-D60904F37F38}" dt="2021-04-28T03:17:44.782" v="532" actId="478"/>
          <ac:spMkLst>
            <pc:docMk/>
            <pc:sldMk cId="135281948" sldId="689"/>
            <ac:spMk id="25" creationId="{3A001894-0073-4A0F-B00A-F9FA02528503}"/>
          </ac:spMkLst>
        </pc:spChg>
        <pc:spChg chg="del">
          <ac:chgData name="Chu, Minh Long" userId="c42fd0cf-339f-4bdd-a260-41f109f2c137" providerId="ADAL" clId="{94C49167-7E11-460B-B298-D60904F37F38}" dt="2021-04-28T03:17:44.782" v="532" actId="478"/>
          <ac:spMkLst>
            <pc:docMk/>
            <pc:sldMk cId="135281948" sldId="689"/>
            <ac:spMk id="26" creationId="{8FA309F2-9568-414C-83B8-C5A0810F534C}"/>
          </ac:spMkLst>
        </pc:spChg>
        <pc:spChg chg="mod">
          <ac:chgData name="Chu, Minh Long" userId="c42fd0cf-339f-4bdd-a260-41f109f2c137" providerId="ADAL" clId="{94C49167-7E11-460B-B298-D60904F37F38}" dt="2021-04-28T03:25:12.026" v="833" actId="20577"/>
          <ac:spMkLst>
            <pc:docMk/>
            <pc:sldMk cId="135281948" sldId="689"/>
            <ac:spMk id="27" creationId="{B53DC29E-102C-4BF2-8B3E-F1AD69468269}"/>
          </ac:spMkLst>
        </pc:spChg>
        <pc:spChg chg="add del mod">
          <ac:chgData name="Chu, Minh Long" userId="c42fd0cf-339f-4bdd-a260-41f109f2c137" providerId="ADAL" clId="{94C49167-7E11-460B-B298-D60904F37F38}" dt="2021-04-28T03:20:49.556" v="737" actId="478"/>
          <ac:spMkLst>
            <pc:docMk/>
            <pc:sldMk cId="135281948" sldId="689"/>
            <ac:spMk id="28" creationId="{8A5B19D1-E6D7-4A73-B290-107163FDA3CC}"/>
          </ac:spMkLst>
        </pc:spChg>
        <pc:spChg chg="mod">
          <ac:chgData name="Chu, Minh Long" userId="c42fd0cf-339f-4bdd-a260-41f109f2c137" providerId="ADAL" clId="{94C49167-7E11-460B-B298-D60904F37F38}" dt="2021-04-28T03:19:52.350" v="699" actId="20577"/>
          <ac:spMkLst>
            <pc:docMk/>
            <pc:sldMk cId="135281948" sldId="689"/>
            <ac:spMk id="30" creationId="{D25DFCC0-F4E8-4F16-B500-E8936B48D730}"/>
          </ac:spMkLst>
        </pc:spChg>
        <pc:spChg chg="mod">
          <ac:chgData name="Chu, Minh Long" userId="c42fd0cf-339f-4bdd-a260-41f109f2c137" providerId="ADAL" clId="{94C49167-7E11-460B-B298-D60904F37F38}" dt="2021-04-28T03:21:03.552" v="738"/>
          <ac:spMkLst>
            <pc:docMk/>
            <pc:sldMk cId="135281948" sldId="689"/>
            <ac:spMk id="31" creationId="{5A404587-00D8-4AEF-ACE1-893E4DE52EE5}"/>
          </ac:spMkLst>
        </pc:spChg>
        <pc:spChg chg="mod">
          <ac:chgData name="Chu, Minh Long" userId="c42fd0cf-339f-4bdd-a260-41f109f2c137" providerId="ADAL" clId="{94C49167-7E11-460B-B298-D60904F37F38}" dt="2021-04-28T03:20:41.924" v="735" actId="207"/>
          <ac:spMkLst>
            <pc:docMk/>
            <pc:sldMk cId="135281948" sldId="689"/>
            <ac:spMk id="32" creationId="{B5DC318F-D30E-49A9-A0F1-F01D369E9F38}"/>
          </ac:spMkLst>
        </pc:spChg>
        <pc:spChg chg="mod">
          <ac:chgData name="Chu, Minh Long" userId="c42fd0cf-339f-4bdd-a260-41f109f2c137" providerId="ADAL" clId="{94C49167-7E11-460B-B298-D60904F37F38}" dt="2021-04-28T03:25:02.077" v="830" actId="20577"/>
          <ac:spMkLst>
            <pc:docMk/>
            <pc:sldMk cId="135281948" sldId="689"/>
            <ac:spMk id="33" creationId="{B587FF4F-4A3F-4D2F-8952-D00539F2732A}"/>
          </ac:spMkLst>
        </pc:spChg>
        <pc:spChg chg="add mod">
          <ac:chgData name="Chu, Minh Long" userId="c42fd0cf-339f-4bdd-a260-41f109f2c137" providerId="ADAL" clId="{94C49167-7E11-460B-B298-D60904F37F38}" dt="2021-04-28T03:20:47.328" v="736" actId="571"/>
          <ac:spMkLst>
            <pc:docMk/>
            <pc:sldMk cId="135281948" sldId="689"/>
            <ac:spMk id="34" creationId="{408C4336-4280-4BFD-B485-FBE9043CEE4A}"/>
          </ac:spMkLst>
        </pc:spChg>
        <pc:spChg chg="mod">
          <ac:chgData name="Chu, Minh Long" userId="c42fd0cf-339f-4bdd-a260-41f109f2c137" providerId="ADAL" clId="{94C49167-7E11-460B-B298-D60904F37F38}" dt="2021-04-28T03:24:44.681" v="829" actId="1076"/>
          <ac:spMkLst>
            <pc:docMk/>
            <pc:sldMk cId="135281948" sldId="689"/>
            <ac:spMk id="37" creationId="{B0A4084A-DBCF-48E0-9CB9-25FCAA320BD2}"/>
          </ac:spMkLst>
        </pc:spChg>
        <pc:spChg chg="add mod">
          <ac:chgData name="Chu, Minh Long" userId="c42fd0cf-339f-4bdd-a260-41f109f2c137" providerId="ADAL" clId="{94C49167-7E11-460B-B298-D60904F37F38}" dt="2021-04-28T03:25:03.211" v="831" actId="20577"/>
          <ac:spMkLst>
            <pc:docMk/>
            <pc:sldMk cId="135281948" sldId="689"/>
            <ac:spMk id="39" creationId="{7054C173-7FC0-4FE2-939F-FFA520927271}"/>
          </ac:spMkLst>
        </pc:spChg>
        <pc:spChg chg="add mod">
          <ac:chgData name="Chu, Minh Long" userId="c42fd0cf-339f-4bdd-a260-41f109f2c137" providerId="ADAL" clId="{94C49167-7E11-460B-B298-D60904F37F38}" dt="2021-04-28T03:25:05.129" v="832" actId="20577"/>
          <ac:spMkLst>
            <pc:docMk/>
            <pc:sldMk cId="135281948" sldId="689"/>
            <ac:spMk id="40" creationId="{8536F08D-FFE8-4F6F-9C64-8115B683B652}"/>
          </ac:spMkLst>
        </pc:spChg>
        <pc:spChg chg="mod">
          <ac:chgData name="Chu, Minh Long" userId="c42fd0cf-339f-4bdd-a260-41f109f2c137" providerId="ADAL" clId="{94C49167-7E11-460B-B298-D60904F37F38}" dt="2021-04-28T03:28:17.103" v="877"/>
          <ac:spMkLst>
            <pc:docMk/>
            <pc:sldMk cId="135281948" sldId="689"/>
            <ac:spMk id="43" creationId="{EF8A5784-3EA8-43AA-BD04-2AA14B9C514E}"/>
          </ac:spMkLst>
        </pc:spChg>
        <pc:spChg chg="mod">
          <ac:chgData name="Chu, Minh Long" userId="c42fd0cf-339f-4bdd-a260-41f109f2c137" providerId="ADAL" clId="{94C49167-7E11-460B-B298-D60904F37F38}" dt="2021-04-28T03:43:33.789" v="1270" actId="20577"/>
          <ac:spMkLst>
            <pc:docMk/>
            <pc:sldMk cId="135281948" sldId="689"/>
            <ac:spMk id="50" creationId="{2E80F611-C8E0-44BA-8CDE-AFFDE895DF1E}"/>
          </ac:spMkLst>
        </pc:spChg>
        <pc:spChg chg="mod">
          <ac:chgData name="Chu, Minh Long" userId="c42fd0cf-339f-4bdd-a260-41f109f2c137" providerId="ADAL" clId="{94C49167-7E11-460B-B298-D60904F37F38}" dt="2021-04-28T03:20:11.912" v="719" actId="1076"/>
          <ac:spMkLst>
            <pc:docMk/>
            <pc:sldMk cId="135281948" sldId="689"/>
            <ac:spMk id="51" creationId="{85E9E1B5-4098-4972-91DE-D6B5482E0482}"/>
          </ac:spMkLst>
        </pc:spChg>
        <pc:cxnChg chg="add del mod">
          <ac:chgData name="Chu, Minh Long" userId="c42fd0cf-339f-4bdd-a260-41f109f2c137" providerId="ADAL" clId="{94C49167-7E11-460B-B298-D60904F37F38}" dt="2021-04-28T03:26:01.615" v="837"/>
          <ac:cxnSpMkLst>
            <pc:docMk/>
            <pc:sldMk cId="135281948" sldId="689"/>
            <ac:cxnSpMk id="23" creationId="{868794AD-1F87-4746-B95B-A630A578EC33}"/>
          </ac:cxnSpMkLst>
        </pc:cxnChg>
        <pc:cxnChg chg="add mod">
          <ac:chgData name="Chu, Minh Long" userId="c42fd0cf-339f-4bdd-a260-41f109f2c137" providerId="ADAL" clId="{94C49167-7E11-460B-B298-D60904F37F38}" dt="2021-04-28T03:26:07.232" v="838"/>
          <ac:cxnSpMkLst>
            <pc:docMk/>
            <pc:sldMk cId="135281948" sldId="689"/>
            <ac:cxnSpMk id="24" creationId="{6CB8EAD8-3424-4BC2-920D-DCFF0A80DBE0}"/>
          </ac:cxnSpMkLst>
        </pc:cxnChg>
        <pc:cxnChg chg="add del">
          <ac:chgData name="Chu, Minh Long" userId="c42fd0cf-339f-4bdd-a260-41f109f2c137" providerId="ADAL" clId="{94C49167-7E11-460B-B298-D60904F37F38}" dt="2021-04-28T03:18:14.648" v="583" actId="478"/>
          <ac:cxnSpMkLst>
            <pc:docMk/>
            <pc:sldMk cId="135281948" sldId="689"/>
            <ac:cxnSpMk id="29" creationId="{E126996D-B926-407C-B443-C3F4F4CE9BE0}"/>
          </ac:cxnSpMkLst>
        </pc:cxnChg>
        <pc:cxnChg chg="del mod">
          <ac:chgData name="Chu, Minh Long" userId="c42fd0cf-339f-4bdd-a260-41f109f2c137" providerId="ADAL" clId="{94C49167-7E11-460B-B298-D60904F37F38}" dt="2021-04-28T03:23:13.027" v="806" actId="478"/>
          <ac:cxnSpMkLst>
            <pc:docMk/>
            <pc:sldMk cId="135281948" sldId="689"/>
            <ac:cxnSpMk id="35" creationId="{A728163B-D96D-41DD-94AD-52B56AE71F74}"/>
          </ac:cxnSpMkLst>
        </pc:cxnChg>
        <pc:cxnChg chg="del mod">
          <ac:chgData name="Chu, Minh Long" userId="c42fd0cf-339f-4bdd-a260-41f109f2c137" providerId="ADAL" clId="{94C49167-7E11-460B-B298-D60904F37F38}" dt="2021-04-28T03:20:25.433" v="721" actId="478"/>
          <ac:cxnSpMkLst>
            <pc:docMk/>
            <pc:sldMk cId="135281948" sldId="689"/>
            <ac:cxnSpMk id="38" creationId="{B354FD1A-EFC5-4413-87AF-640D84B8B1FF}"/>
          </ac:cxnSpMkLst>
        </pc:cxnChg>
        <pc:cxnChg chg="add del mod">
          <ac:chgData name="Chu, Minh Long" userId="c42fd0cf-339f-4bdd-a260-41f109f2c137" providerId="ADAL" clId="{94C49167-7E11-460B-B298-D60904F37F38}" dt="2021-04-28T03:23:10.063" v="805" actId="478"/>
          <ac:cxnSpMkLst>
            <pc:docMk/>
            <pc:sldMk cId="135281948" sldId="689"/>
            <ac:cxnSpMk id="41" creationId="{FC66ADAA-4CC9-4BAD-A1C4-4666554019BA}"/>
          </ac:cxnSpMkLst>
        </pc:cxnChg>
        <pc:cxnChg chg="mod">
          <ac:chgData name="Chu, Minh Long" userId="c42fd0cf-339f-4bdd-a260-41f109f2c137" providerId="ADAL" clId="{94C49167-7E11-460B-B298-D60904F37F38}" dt="2021-04-28T03:24:44.681" v="829" actId="1076"/>
          <ac:cxnSpMkLst>
            <pc:docMk/>
            <pc:sldMk cId="135281948" sldId="689"/>
            <ac:cxnSpMk id="42" creationId="{B0A7BEFA-3BB1-488B-A37F-06993A2652B7}"/>
          </ac:cxnSpMkLst>
        </pc:cxnChg>
        <pc:cxnChg chg="add del mod">
          <ac:chgData name="Chu, Minh Long" userId="c42fd0cf-339f-4bdd-a260-41f109f2c137" providerId="ADAL" clId="{94C49167-7E11-460B-B298-D60904F37F38}" dt="2021-04-28T03:23:13.816" v="807" actId="478"/>
          <ac:cxnSpMkLst>
            <pc:docMk/>
            <pc:sldMk cId="135281948" sldId="689"/>
            <ac:cxnSpMk id="44" creationId="{EF3FAB9D-A44B-469E-876F-FA09A0A9C193}"/>
          </ac:cxnSpMkLst>
        </pc:cxnChg>
        <pc:cxnChg chg="add del mod">
          <ac:chgData name="Chu, Minh Long" userId="c42fd0cf-339f-4bdd-a260-41f109f2c137" providerId="ADAL" clId="{94C49167-7E11-460B-B298-D60904F37F38}" dt="2021-04-28T03:23:48.916" v="819" actId="478"/>
          <ac:cxnSpMkLst>
            <pc:docMk/>
            <pc:sldMk cId="135281948" sldId="689"/>
            <ac:cxnSpMk id="45" creationId="{F84D30B0-04BD-4F04-B614-39A3ABDC43A6}"/>
          </ac:cxnSpMkLst>
        </pc:cxnChg>
        <pc:cxnChg chg="add mod">
          <ac:chgData name="Chu, Minh Long" userId="c42fd0cf-339f-4bdd-a260-41f109f2c137" providerId="ADAL" clId="{94C49167-7E11-460B-B298-D60904F37F38}" dt="2021-04-28T03:24:39.710" v="828"/>
          <ac:cxnSpMkLst>
            <pc:docMk/>
            <pc:sldMk cId="135281948" sldId="689"/>
            <ac:cxnSpMk id="52" creationId="{A85ACD0C-BBA1-4A7F-8C3D-74A47D99DBC2}"/>
          </ac:cxnSpMkLst>
        </pc:cxnChg>
        <pc:cxnChg chg="add mod">
          <ac:chgData name="Chu, Minh Long" userId="c42fd0cf-339f-4bdd-a260-41f109f2c137" providerId="ADAL" clId="{94C49167-7E11-460B-B298-D60904F37F38}" dt="2021-04-28T03:24:39.710" v="828"/>
          <ac:cxnSpMkLst>
            <pc:docMk/>
            <pc:sldMk cId="135281948" sldId="689"/>
            <ac:cxnSpMk id="53" creationId="{5CFF26CB-68B6-4363-A6D0-7F93B72F14FD}"/>
          </ac:cxnSpMkLst>
        </pc:cxnChg>
        <pc:cxnChg chg="add del mod">
          <ac:chgData name="Chu, Minh Long" userId="c42fd0cf-339f-4bdd-a260-41f109f2c137" providerId="ADAL" clId="{94C49167-7E11-460B-B298-D60904F37F38}" dt="2021-04-28T03:23:39.288" v="814" actId="478"/>
          <ac:cxnSpMkLst>
            <pc:docMk/>
            <pc:sldMk cId="135281948" sldId="689"/>
            <ac:cxnSpMk id="54" creationId="{238536D5-2ADC-46CD-BE22-64C096A8167C}"/>
          </ac:cxnSpMkLst>
        </pc:cxnChg>
        <pc:cxnChg chg="add mod">
          <ac:chgData name="Chu, Minh Long" userId="c42fd0cf-339f-4bdd-a260-41f109f2c137" providerId="ADAL" clId="{94C49167-7E11-460B-B298-D60904F37F38}" dt="2021-04-28T03:24:39.710" v="828"/>
          <ac:cxnSpMkLst>
            <pc:docMk/>
            <pc:sldMk cId="135281948" sldId="689"/>
            <ac:cxnSpMk id="58" creationId="{B91821BF-1264-4A4C-9052-E910394A7356}"/>
          </ac:cxnSpMkLst>
        </pc:cxnChg>
      </pc:sldChg>
      <pc:sldChg chg="modSp del">
        <pc:chgData name="Chu, Minh Long" userId="c42fd0cf-339f-4bdd-a260-41f109f2c137" providerId="ADAL" clId="{94C49167-7E11-460B-B298-D60904F37F38}" dt="2021-04-28T02:06:16.360" v="531" actId="2696"/>
        <pc:sldMkLst>
          <pc:docMk/>
          <pc:sldMk cId="1866505161" sldId="732"/>
        </pc:sldMkLst>
        <pc:spChg chg="mod">
          <ac:chgData name="Chu, Minh Long" userId="c42fd0cf-339f-4bdd-a260-41f109f2c137" providerId="ADAL" clId="{94C49167-7E11-460B-B298-D60904F37F38}" dt="2021-04-28T02:06:03.201" v="528"/>
          <ac:spMkLst>
            <pc:docMk/>
            <pc:sldMk cId="1866505161" sldId="732"/>
            <ac:spMk id="27" creationId="{CF671356-A487-40E2-95DD-F5FFE003D95E}"/>
          </ac:spMkLst>
        </pc:spChg>
        <pc:spChg chg="mod">
          <ac:chgData name="Chu, Minh Long" userId="c42fd0cf-339f-4bdd-a260-41f109f2c137" providerId="ADAL" clId="{94C49167-7E11-460B-B298-D60904F37F38}" dt="2021-04-28T02:03:11.995" v="338" actId="20577"/>
          <ac:spMkLst>
            <pc:docMk/>
            <pc:sldMk cId="1866505161" sldId="732"/>
            <ac:spMk id="70" creationId="{A0539482-B26B-40EC-B7D6-8BE31C0C0850}"/>
          </ac:spMkLst>
        </pc:spChg>
      </pc:sldChg>
      <pc:sldChg chg="add">
        <pc:chgData name="Chu, Minh Long" userId="c42fd0cf-339f-4bdd-a260-41f109f2c137" providerId="ADAL" clId="{94C49167-7E11-460B-B298-D60904F37F38}" dt="2021-04-27T01:39:41.970" v="7"/>
        <pc:sldMkLst>
          <pc:docMk/>
          <pc:sldMk cId="4233825813" sldId="898"/>
        </pc:sldMkLst>
      </pc:sldChg>
      <pc:sldChg chg="modSp add ord">
        <pc:chgData name="Chu, Minh Long" userId="c42fd0cf-339f-4bdd-a260-41f109f2c137" providerId="ADAL" clId="{94C49167-7E11-460B-B298-D60904F37F38}" dt="2021-04-27T01:57:11.910" v="300" actId="20577"/>
        <pc:sldMkLst>
          <pc:docMk/>
          <pc:sldMk cId="2051314948" sldId="967"/>
        </pc:sldMkLst>
        <pc:graphicFrameChg chg="modGraphic">
          <ac:chgData name="Chu, Minh Long" userId="c42fd0cf-339f-4bdd-a260-41f109f2c137" providerId="ADAL" clId="{94C49167-7E11-460B-B298-D60904F37F38}" dt="2021-04-27T01:57:11.910" v="300" actId="20577"/>
          <ac:graphicFrameMkLst>
            <pc:docMk/>
            <pc:sldMk cId="2051314948" sldId="967"/>
            <ac:graphicFrameMk id="6" creationId="{6E169B33-C7C6-41FF-AEFA-410732CECDD5}"/>
          </ac:graphicFrameMkLst>
        </pc:graphicFrameChg>
      </pc:sldChg>
      <pc:sldChg chg="del">
        <pc:chgData name="Chu, Minh Long" userId="c42fd0cf-339f-4bdd-a260-41f109f2c137" providerId="ADAL" clId="{94C49167-7E11-460B-B298-D60904F37F38}" dt="2021-04-28T02:00:40.783" v="308" actId="2696"/>
        <pc:sldMkLst>
          <pc:docMk/>
          <pc:sldMk cId="1046115967" sldId="2452"/>
        </pc:sldMkLst>
      </pc:sldChg>
      <pc:sldChg chg="add ord">
        <pc:chgData name="Chu, Minh Long" userId="c42fd0cf-339f-4bdd-a260-41f109f2c137" providerId="ADAL" clId="{94C49167-7E11-460B-B298-D60904F37F38}" dt="2021-04-27T01:51:05.359" v="253"/>
        <pc:sldMkLst>
          <pc:docMk/>
          <pc:sldMk cId="1418421982" sldId="4169"/>
        </pc:sldMkLst>
      </pc:sldChg>
      <pc:sldChg chg="add ord">
        <pc:chgData name="Chu, Minh Long" userId="c42fd0cf-339f-4bdd-a260-41f109f2c137" providerId="ADAL" clId="{94C49167-7E11-460B-B298-D60904F37F38}" dt="2021-04-27T01:51:05.359" v="253"/>
        <pc:sldMkLst>
          <pc:docMk/>
          <pc:sldMk cId="350550462" sldId="4170"/>
        </pc:sldMkLst>
      </pc:sldChg>
      <pc:sldChg chg="add">
        <pc:chgData name="Chu, Minh Long" userId="c42fd0cf-339f-4bdd-a260-41f109f2c137" providerId="ADAL" clId="{94C49167-7E11-460B-B298-D60904F37F38}" dt="2021-04-27T01:40:05.655" v="9"/>
        <pc:sldMkLst>
          <pc:docMk/>
          <pc:sldMk cId="317548423" sldId="4171"/>
        </pc:sldMkLst>
      </pc:sldChg>
      <pc:sldChg chg="add">
        <pc:chgData name="Chu, Minh Long" userId="c42fd0cf-339f-4bdd-a260-41f109f2c137" providerId="ADAL" clId="{94C49167-7E11-460B-B298-D60904F37F38}" dt="2021-04-27T01:39:57.772" v="8"/>
        <pc:sldMkLst>
          <pc:docMk/>
          <pc:sldMk cId="3596331087" sldId="4172"/>
        </pc:sldMkLst>
      </pc:sldChg>
      <pc:sldChg chg="addSp delSp modSp add ord">
        <pc:chgData name="Chu, Minh Long" userId="c42fd0cf-339f-4bdd-a260-41f109f2c137" providerId="ADAL" clId="{94C49167-7E11-460B-B298-D60904F37F38}" dt="2021-04-27T01:56:50.106" v="298" actId="33524"/>
        <pc:sldMkLst>
          <pc:docMk/>
          <pc:sldMk cId="167432393" sldId="4173"/>
        </pc:sldMkLst>
        <pc:graphicFrameChg chg="modGraphic">
          <ac:chgData name="Chu, Minh Long" userId="c42fd0cf-339f-4bdd-a260-41f109f2c137" providerId="ADAL" clId="{94C49167-7E11-460B-B298-D60904F37F38}" dt="2021-04-27T01:56:50.106" v="298" actId="33524"/>
          <ac:graphicFrameMkLst>
            <pc:docMk/>
            <pc:sldMk cId="167432393" sldId="4173"/>
            <ac:graphicFrameMk id="6" creationId="{6E169B33-C7C6-41FF-AEFA-410732CECDD5}"/>
          </ac:graphicFrameMkLst>
        </pc:graphicFrameChg>
        <pc:graphicFrameChg chg="add del mod modGraphic">
          <ac:chgData name="Chu, Minh Long" userId="c42fd0cf-339f-4bdd-a260-41f109f2c137" providerId="ADAL" clId="{94C49167-7E11-460B-B298-D60904F37F38}" dt="2021-04-27T01:56:33.420" v="288" actId="2165"/>
          <ac:graphicFrameMkLst>
            <pc:docMk/>
            <pc:sldMk cId="167432393" sldId="4173"/>
            <ac:graphicFrameMk id="7" creationId="{23CAA7CB-CCE0-4C45-B9F0-7D23924D830E}"/>
          </ac:graphicFrameMkLst>
        </pc:graphicFrameChg>
      </pc:sldChg>
      <pc:sldChg chg="add ord">
        <pc:chgData name="Chu, Minh Long" userId="c42fd0cf-339f-4bdd-a260-41f109f2c137" providerId="ADAL" clId="{94C49167-7E11-460B-B298-D60904F37F38}" dt="2021-04-27T01:51:05.359" v="253"/>
        <pc:sldMkLst>
          <pc:docMk/>
          <pc:sldMk cId="3564280583" sldId="4174"/>
        </pc:sldMkLst>
      </pc:sldChg>
      <pc:sldChg chg="add del ord">
        <pc:chgData name="Chu, Minh Long" userId="c42fd0cf-339f-4bdd-a260-41f109f2c137" providerId="ADAL" clId="{94C49167-7E11-460B-B298-D60904F37F38}" dt="2021-04-27T01:53:09.209" v="254" actId="2696"/>
        <pc:sldMkLst>
          <pc:docMk/>
          <pc:sldMk cId="161923065" sldId="4175"/>
        </pc:sldMkLst>
      </pc:sldChg>
      <pc:sldChg chg="add ord">
        <pc:chgData name="Chu, Minh Long" userId="c42fd0cf-339f-4bdd-a260-41f109f2c137" providerId="ADAL" clId="{94C49167-7E11-460B-B298-D60904F37F38}" dt="2021-04-27T01:51:05.359" v="253"/>
        <pc:sldMkLst>
          <pc:docMk/>
          <pc:sldMk cId="1089345563" sldId="4176"/>
        </pc:sldMkLst>
      </pc:sldChg>
      <pc:sldChg chg="add">
        <pc:chgData name="Chu, Minh Long" userId="c42fd0cf-339f-4bdd-a260-41f109f2c137" providerId="ADAL" clId="{94C49167-7E11-460B-B298-D60904F37F38}" dt="2021-04-27T01:39:25.107" v="5"/>
        <pc:sldMkLst>
          <pc:docMk/>
          <pc:sldMk cId="1785031814" sldId="4178"/>
        </pc:sldMkLst>
      </pc:sldChg>
      <pc:sldChg chg="modSp add ord">
        <pc:chgData name="Chu, Minh Long" userId="c42fd0cf-339f-4bdd-a260-41f109f2c137" providerId="ADAL" clId="{94C49167-7E11-460B-B298-D60904F37F38}" dt="2021-04-27T01:53:36.901" v="266" actId="20577"/>
        <pc:sldMkLst>
          <pc:docMk/>
          <pc:sldMk cId="3876707684" sldId="4179"/>
        </pc:sldMkLst>
        <pc:spChg chg="mod">
          <ac:chgData name="Chu, Minh Long" userId="c42fd0cf-339f-4bdd-a260-41f109f2c137" providerId="ADAL" clId="{94C49167-7E11-460B-B298-D60904F37F38}" dt="2021-04-27T01:53:36.901" v="266" actId="20577"/>
          <ac:spMkLst>
            <pc:docMk/>
            <pc:sldMk cId="3876707684" sldId="4179"/>
            <ac:spMk id="4" creationId="{00000000-0000-0000-0000-000000000000}"/>
          </ac:spMkLst>
        </pc:spChg>
      </pc:sldChg>
      <pc:sldChg chg="modSp add">
        <pc:chgData name="Chu, Minh Long" userId="c42fd0cf-339f-4bdd-a260-41f109f2c137" providerId="ADAL" clId="{94C49167-7E11-460B-B298-D60904F37F38}" dt="2021-04-27T01:50:38.333" v="252" actId="20577"/>
        <pc:sldMkLst>
          <pc:docMk/>
          <pc:sldMk cId="398782137" sldId="4180"/>
        </pc:sldMkLst>
        <pc:spChg chg="mod">
          <ac:chgData name="Chu, Minh Long" userId="c42fd0cf-339f-4bdd-a260-41f109f2c137" providerId="ADAL" clId="{94C49167-7E11-460B-B298-D60904F37F38}" dt="2021-04-27T01:50:38.333" v="252" actId="20577"/>
          <ac:spMkLst>
            <pc:docMk/>
            <pc:sldMk cId="398782137" sldId="4180"/>
            <ac:spMk id="4" creationId="{00000000-0000-0000-0000-000000000000}"/>
          </ac:spMkLst>
        </pc:spChg>
      </pc:sldChg>
      <pc:sldChg chg="modSp add">
        <pc:chgData name="Chu, Minh Long" userId="c42fd0cf-339f-4bdd-a260-41f109f2c137" providerId="ADAL" clId="{94C49167-7E11-460B-B298-D60904F37F38}" dt="2021-04-28T03:44:13.642" v="1292" actId="20577"/>
        <pc:sldMkLst>
          <pc:docMk/>
          <pc:sldMk cId="107667419" sldId="4181"/>
        </pc:sldMkLst>
        <pc:spChg chg="mod">
          <ac:chgData name="Chu, Minh Long" userId="c42fd0cf-339f-4bdd-a260-41f109f2c137" providerId="ADAL" clId="{94C49167-7E11-460B-B298-D60904F37F38}" dt="2021-04-28T03:44:13.642" v="1292" actId="20577"/>
          <ac:spMkLst>
            <pc:docMk/>
            <pc:sldMk cId="107667419" sldId="4181"/>
            <ac:spMk id="3" creationId="{BDB6CC34-370D-48D3-9922-A119492BD8F5}"/>
          </ac:spMkLst>
        </pc:spChg>
        <pc:spChg chg="mod">
          <ac:chgData name="Chu, Minh Long" userId="c42fd0cf-339f-4bdd-a260-41f109f2c137" providerId="ADAL" clId="{94C49167-7E11-460B-B298-D60904F37F38}" dt="2021-04-28T03:36:30.490" v="1169" actId="20577"/>
          <ac:spMkLst>
            <pc:docMk/>
            <pc:sldMk cId="107667419" sldId="4181"/>
            <ac:spMk id="4" creationId="{00000000-0000-0000-0000-000000000000}"/>
          </ac:spMkLst>
        </pc:spChg>
        <pc:spChg chg="mod">
          <ac:chgData name="Chu, Minh Long" userId="c42fd0cf-339f-4bdd-a260-41f109f2c137" providerId="ADAL" clId="{94C49167-7E11-460B-B298-D60904F37F38}" dt="2021-04-28T03:32:48.531" v="1080" actId="20577"/>
          <ac:spMkLst>
            <pc:docMk/>
            <pc:sldMk cId="107667419" sldId="4181"/>
            <ac:spMk id="27" creationId="{B53DC29E-102C-4BF2-8B3E-F1AD69468269}"/>
          </ac:spMkLst>
        </pc:spChg>
        <pc:spChg chg="mod">
          <ac:chgData name="Chu, Minh Long" userId="c42fd0cf-339f-4bdd-a260-41f109f2c137" providerId="ADAL" clId="{94C49167-7E11-460B-B298-D60904F37F38}" dt="2021-04-28T03:43:48.182" v="1271" actId="20577"/>
          <ac:spMkLst>
            <pc:docMk/>
            <pc:sldMk cId="107667419" sldId="4181"/>
            <ac:spMk id="50" creationId="{2E80F611-C8E0-44BA-8CDE-AFFDE895DF1E}"/>
          </ac:spMkLst>
        </pc:spChg>
      </pc:sldChg>
      <pc:sldMasterChg chg="modSp modSldLayout">
        <pc:chgData name="Chu, Minh Long" userId="c42fd0cf-339f-4bdd-a260-41f109f2c137" providerId="ADAL" clId="{94C49167-7E11-460B-B298-D60904F37F38}" dt="2021-04-27T01:45:59.371" v="87" actId="20577"/>
        <pc:sldMasterMkLst>
          <pc:docMk/>
          <pc:sldMasterMk cId="3521449419" sldId="2147483660"/>
        </pc:sldMasterMkLst>
        <pc:spChg chg="mod">
          <ac:chgData name="Chu, Minh Long" userId="c42fd0cf-339f-4bdd-a260-41f109f2c137" providerId="ADAL" clId="{94C49167-7E11-460B-B298-D60904F37F38}" dt="2021-04-27T01:45:59.371" v="87" actId="20577"/>
          <ac:spMkLst>
            <pc:docMk/>
            <pc:sldMasterMk cId="3521449419" sldId="2147483660"/>
            <ac:spMk id="30" creationId="{00000000-0000-0000-0000-000000000000}"/>
          </ac:spMkLst>
        </pc:spChg>
        <pc:sldLayoutChg chg="delSp">
          <pc:chgData name="Chu, Minh Long" userId="c42fd0cf-339f-4bdd-a260-41f109f2c137" providerId="ADAL" clId="{94C49167-7E11-460B-B298-D60904F37F38}" dt="2021-04-27T01:42:35.115" v="31" actId="478"/>
          <pc:sldLayoutMkLst>
            <pc:docMk/>
            <pc:sldMasterMk cId="3521449419" sldId="2147483660"/>
            <pc:sldLayoutMk cId="3494990079" sldId="2147483675"/>
          </pc:sldLayoutMkLst>
          <pc:picChg chg="del">
            <ac:chgData name="Chu, Minh Long" userId="c42fd0cf-339f-4bdd-a260-41f109f2c137" providerId="ADAL" clId="{94C49167-7E11-460B-B298-D60904F37F38}" dt="2021-04-27T01:42:35.115" v="31" actId="478"/>
            <ac:picMkLst>
              <pc:docMk/>
              <pc:sldMasterMk cId="3521449419" sldId="2147483660"/>
              <pc:sldLayoutMk cId="3494990079" sldId="2147483675"/>
              <ac:picMk id="10" creationId="{00000000-0000-0000-0000-000000000000}"/>
            </ac:picMkLst>
          </pc:picChg>
        </pc:sldLayoutChg>
        <pc:sldLayoutChg chg="modSp">
          <pc:chgData name="Chu, Minh Long" userId="c42fd0cf-339f-4bdd-a260-41f109f2c137" providerId="ADAL" clId="{94C49167-7E11-460B-B298-D60904F37F38}" dt="2021-04-27T01:42:27.271" v="30" actId="14100"/>
          <pc:sldLayoutMkLst>
            <pc:docMk/>
            <pc:sldMasterMk cId="3521449419" sldId="2147483660"/>
            <pc:sldLayoutMk cId="383874466" sldId="2147483703"/>
          </pc:sldLayoutMkLst>
          <pc:spChg chg="mod">
            <ac:chgData name="Chu, Minh Long" userId="c42fd0cf-339f-4bdd-a260-41f109f2c137" providerId="ADAL" clId="{94C49167-7E11-460B-B298-D60904F37F38}" dt="2021-04-27T01:42:27.271" v="30" actId="14100"/>
            <ac:spMkLst>
              <pc:docMk/>
              <pc:sldMasterMk cId="3521449419" sldId="2147483660"/>
              <pc:sldLayoutMk cId="383874466" sldId="2147483703"/>
              <ac:spMk id="10" creationId="{00000000-0000-0000-0000-000000000000}"/>
            </ac:spMkLst>
          </pc:spChg>
        </pc:sldLayoutChg>
      </pc:sldMasterChg>
    </pc:docChg>
  </pc:docChgLst>
  <pc:docChgLst>
    <pc:chgData name="Tran, Van Trung" userId="4d69f105-ce37-40ee-af89-b6d020fcbc3b" providerId="ADAL" clId="{B62EB771-4138-48FD-B9AA-25D21AB4571A}"/>
    <pc:docChg chg="undo custSel modSld">
      <pc:chgData name="Tran, Van Trung" userId="4d69f105-ce37-40ee-af89-b6d020fcbc3b" providerId="ADAL" clId="{B62EB771-4138-48FD-B9AA-25D21AB4571A}" dt="2021-05-10T02:35:41.422" v="1943" actId="20577"/>
      <pc:docMkLst>
        <pc:docMk/>
      </pc:docMkLst>
      <pc:sldChg chg="addCm modCm">
        <pc:chgData name="Tran, Van Trung" userId="4d69f105-ce37-40ee-af89-b6d020fcbc3b" providerId="ADAL" clId="{B62EB771-4138-48FD-B9AA-25D21AB4571A}" dt="2021-05-05T06:56:20.028" v="86"/>
        <pc:sldMkLst>
          <pc:docMk/>
          <pc:sldMk cId="990356834" sldId="676"/>
        </pc:sldMkLst>
      </pc:sldChg>
      <pc:sldChg chg="modSp">
        <pc:chgData name="Tran, Van Trung" userId="4d69f105-ce37-40ee-af89-b6d020fcbc3b" providerId="ADAL" clId="{B62EB771-4138-48FD-B9AA-25D21AB4571A}" dt="2021-05-08T06:26:40.288" v="319" actId="20577"/>
        <pc:sldMkLst>
          <pc:docMk/>
          <pc:sldMk cId="2051314948" sldId="967"/>
        </pc:sldMkLst>
        <pc:graphicFrameChg chg="modGraphic">
          <ac:chgData name="Tran, Van Trung" userId="4d69f105-ce37-40ee-af89-b6d020fcbc3b" providerId="ADAL" clId="{B62EB771-4138-48FD-B9AA-25D21AB4571A}" dt="2021-05-08T06:26:40.288" v="319" actId="20577"/>
          <ac:graphicFrameMkLst>
            <pc:docMk/>
            <pc:sldMk cId="2051314948" sldId="967"/>
            <ac:graphicFrameMk id="6" creationId="{6E169B33-C7C6-41FF-AEFA-410732CECDD5}"/>
          </ac:graphicFrameMkLst>
        </pc:graphicFrameChg>
      </pc:sldChg>
      <pc:sldChg chg="modSp addCm modCm">
        <pc:chgData name="Tran, Van Trung" userId="4d69f105-ce37-40ee-af89-b6d020fcbc3b" providerId="ADAL" clId="{B62EB771-4138-48FD-B9AA-25D21AB4571A}" dt="2021-05-08T07:19:37.642" v="746"/>
        <pc:sldMkLst>
          <pc:docMk/>
          <pc:sldMk cId="1418421982" sldId="4169"/>
        </pc:sldMkLst>
        <pc:graphicFrameChg chg="modGraphic">
          <ac:chgData name="Tran, Van Trung" userId="4d69f105-ce37-40ee-af89-b6d020fcbc3b" providerId="ADAL" clId="{B62EB771-4138-48FD-B9AA-25D21AB4571A}" dt="2021-05-08T06:37:33.467" v="676" actId="20577"/>
          <ac:graphicFrameMkLst>
            <pc:docMk/>
            <pc:sldMk cId="1418421982" sldId="4169"/>
            <ac:graphicFrameMk id="4" creationId="{E49568F6-D85A-41DB-930C-78975A9CAAF5}"/>
          </ac:graphicFrameMkLst>
        </pc:graphicFrameChg>
      </pc:sldChg>
      <pc:sldChg chg="modSp addCm modCm">
        <pc:chgData name="Tran, Van Trung" userId="4d69f105-ce37-40ee-af89-b6d020fcbc3b" providerId="ADAL" clId="{B62EB771-4138-48FD-B9AA-25D21AB4571A}" dt="2021-05-08T07:34:56.015" v="1583" actId="6549"/>
        <pc:sldMkLst>
          <pc:docMk/>
          <pc:sldMk cId="350550462" sldId="4170"/>
        </pc:sldMkLst>
        <pc:graphicFrameChg chg="modGraphic">
          <ac:chgData name="Tran, Van Trung" userId="4d69f105-ce37-40ee-af89-b6d020fcbc3b" providerId="ADAL" clId="{B62EB771-4138-48FD-B9AA-25D21AB4571A}" dt="2021-05-08T07:34:56.015" v="1583" actId="6549"/>
          <ac:graphicFrameMkLst>
            <pc:docMk/>
            <pc:sldMk cId="350550462" sldId="4170"/>
            <ac:graphicFrameMk id="5" creationId="{5B4B9062-7FDA-4A16-945A-904E93A7CA6B}"/>
          </ac:graphicFrameMkLst>
        </pc:graphicFrameChg>
      </pc:sldChg>
      <pc:sldChg chg="addCm modCm">
        <pc:chgData name="Tran, Van Trung" userId="4d69f105-ce37-40ee-af89-b6d020fcbc3b" providerId="ADAL" clId="{B62EB771-4138-48FD-B9AA-25D21AB4571A}" dt="2021-05-05T06:33:50.273" v="54"/>
        <pc:sldMkLst>
          <pc:docMk/>
          <pc:sldMk cId="3564280583" sldId="4174"/>
        </pc:sldMkLst>
      </pc:sldChg>
      <pc:sldChg chg="modSp addCm modCm">
        <pc:chgData name="Tran, Van Trung" userId="4d69f105-ce37-40ee-af89-b6d020fcbc3b" providerId="ADAL" clId="{B62EB771-4138-48FD-B9AA-25D21AB4571A}" dt="2021-05-08T07:17:52.281" v="745" actId="207"/>
        <pc:sldMkLst>
          <pc:docMk/>
          <pc:sldMk cId="1089345563" sldId="4176"/>
        </pc:sldMkLst>
        <pc:graphicFrameChg chg="modGraphic">
          <ac:chgData name="Tran, Van Trung" userId="4d69f105-ce37-40ee-af89-b6d020fcbc3b" providerId="ADAL" clId="{B62EB771-4138-48FD-B9AA-25D21AB4571A}" dt="2021-05-08T07:17:52.281" v="745" actId="207"/>
          <ac:graphicFrameMkLst>
            <pc:docMk/>
            <pc:sldMk cId="1089345563" sldId="4176"/>
            <ac:graphicFrameMk id="4" creationId="{E49568F6-D85A-41DB-930C-78975A9CAAF5}"/>
          </ac:graphicFrameMkLst>
        </pc:graphicFrameChg>
      </pc:sldChg>
      <pc:sldChg chg="modSp">
        <pc:chgData name="Tran, Van Trung" userId="4d69f105-ce37-40ee-af89-b6d020fcbc3b" providerId="ADAL" clId="{B62EB771-4138-48FD-B9AA-25D21AB4571A}" dt="2021-05-05T05:04:12.945" v="46" actId="207"/>
        <pc:sldMkLst>
          <pc:docMk/>
          <pc:sldMk cId="107667419" sldId="4181"/>
        </pc:sldMkLst>
        <pc:spChg chg="mod">
          <ac:chgData name="Tran, Van Trung" userId="4d69f105-ce37-40ee-af89-b6d020fcbc3b" providerId="ADAL" clId="{B62EB771-4138-48FD-B9AA-25D21AB4571A}" dt="2021-05-05T05:04:12.945" v="46" actId="207"/>
          <ac:spMkLst>
            <pc:docMk/>
            <pc:sldMk cId="107667419" sldId="4181"/>
            <ac:spMk id="3" creationId="{BDB6CC34-370D-48D3-9922-A119492BD8F5}"/>
          </ac:spMkLst>
        </pc:spChg>
      </pc:sldChg>
      <pc:sldChg chg="addCm modCm">
        <pc:chgData name="Tran, Van Trung" userId="4d69f105-ce37-40ee-af89-b6d020fcbc3b" providerId="ADAL" clId="{B62EB771-4138-48FD-B9AA-25D21AB4571A}" dt="2021-05-05T06:47:32.066" v="74"/>
        <pc:sldMkLst>
          <pc:docMk/>
          <pc:sldMk cId="2261934791" sldId="4186"/>
        </pc:sldMkLst>
      </pc:sldChg>
      <pc:sldChg chg="addCm modCm">
        <pc:chgData name="Tran, Van Trung" userId="4d69f105-ce37-40ee-af89-b6d020fcbc3b" providerId="ADAL" clId="{B62EB771-4138-48FD-B9AA-25D21AB4571A}" dt="2021-05-05T06:48:18.593" v="76"/>
        <pc:sldMkLst>
          <pc:docMk/>
          <pc:sldMk cId="2374975459" sldId="4187"/>
        </pc:sldMkLst>
      </pc:sldChg>
      <pc:sldChg chg="modSp addCm modCm">
        <pc:chgData name="Tran, Van Trung" userId="4d69f105-ce37-40ee-af89-b6d020fcbc3b" providerId="ADAL" clId="{B62EB771-4138-48FD-B9AA-25D21AB4571A}" dt="2021-05-05T06:52:01.413" v="82" actId="207"/>
        <pc:sldMkLst>
          <pc:docMk/>
          <pc:sldMk cId="3778297313" sldId="4188"/>
        </pc:sldMkLst>
        <pc:graphicFrameChg chg="modGraphic">
          <ac:chgData name="Tran, Van Trung" userId="4d69f105-ce37-40ee-af89-b6d020fcbc3b" providerId="ADAL" clId="{B62EB771-4138-48FD-B9AA-25D21AB4571A}" dt="2021-05-05T06:52:01.413" v="82" actId="207"/>
          <ac:graphicFrameMkLst>
            <pc:docMk/>
            <pc:sldMk cId="3778297313" sldId="4188"/>
            <ac:graphicFrameMk id="4" creationId="{E49568F6-D85A-41DB-930C-78975A9CAAF5}"/>
          </ac:graphicFrameMkLst>
        </pc:graphicFrameChg>
      </pc:sldChg>
      <pc:sldChg chg="modSp addCm modCm">
        <pc:chgData name="Tran, Van Trung" userId="4d69f105-ce37-40ee-af89-b6d020fcbc3b" providerId="ADAL" clId="{B62EB771-4138-48FD-B9AA-25D21AB4571A}" dt="2021-05-05T06:37:57.113" v="60" actId="20577"/>
        <pc:sldMkLst>
          <pc:docMk/>
          <pc:sldMk cId="2576923945" sldId="4189"/>
        </pc:sldMkLst>
        <pc:graphicFrameChg chg="modGraphic">
          <ac:chgData name="Tran, Van Trung" userId="4d69f105-ce37-40ee-af89-b6d020fcbc3b" providerId="ADAL" clId="{B62EB771-4138-48FD-B9AA-25D21AB4571A}" dt="2021-05-05T06:37:57.113" v="60" actId="20577"/>
          <ac:graphicFrameMkLst>
            <pc:docMk/>
            <pc:sldMk cId="2576923945" sldId="4189"/>
            <ac:graphicFrameMk id="4" creationId="{E49568F6-D85A-41DB-930C-78975A9CAAF5}"/>
          </ac:graphicFrameMkLst>
        </pc:graphicFrameChg>
      </pc:sldChg>
      <pc:sldChg chg="addCm modCm">
        <pc:chgData name="Tran, Van Trung" userId="4d69f105-ce37-40ee-af89-b6d020fcbc3b" providerId="ADAL" clId="{B62EB771-4138-48FD-B9AA-25D21AB4571A}" dt="2021-05-05T06:53:13.085" v="84"/>
        <pc:sldMkLst>
          <pc:docMk/>
          <pc:sldMk cId="3554234273" sldId="4191"/>
        </pc:sldMkLst>
      </pc:sldChg>
      <pc:sldChg chg="modSp">
        <pc:chgData name="Tran, Van Trung" userId="4d69f105-ce37-40ee-af89-b6d020fcbc3b" providerId="ADAL" clId="{B62EB771-4138-48FD-B9AA-25D21AB4571A}" dt="2021-05-10T02:35:41.422" v="1943" actId="20577"/>
        <pc:sldMkLst>
          <pc:docMk/>
          <pc:sldMk cId="1251975658" sldId="4193"/>
        </pc:sldMkLst>
        <pc:graphicFrameChg chg="modGraphic">
          <ac:chgData name="Tran, Van Trung" userId="4d69f105-ce37-40ee-af89-b6d020fcbc3b" providerId="ADAL" clId="{B62EB771-4138-48FD-B9AA-25D21AB4571A}" dt="2021-05-10T02:35:41.422" v="1943" actId="20577"/>
          <ac:graphicFrameMkLst>
            <pc:docMk/>
            <pc:sldMk cId="1251975658" sldId="4193"/>
            <ac:graphicFrameMk id="4" creationId="{E49568F6-D85A-41DB-930C-78975A9CAAF5}"/>
          </ac:graphicFrameMkLst>
        </pc:graphicFrameChg>
      </pc:sldChg>
      <pc:sldChg chg="addCm delCm modCm">
        <pc:chgData name="Tran, Van Trung" userId="4d69f105-ce37-40ee-af89-b6d020fcbc3b" providerId="ADAL" clId="{B62EB771-4138-48FD-B9AA-25D21AB4571A}" dt="2021-05-08T06:33:04.746" v="333" actId="1592"/>
        <pc:sldMkLst>
          <pc:docMk/>
          <pc:sldMk cId="1686085806" sldId="4198"/>
        </pc:sldMkLst>
      </pc:sldChg>
      <pc:sldChg chg="modSp addCm modCm">
        <pc:chgData name="Tran, Van Trung" userId="4d69f105-ce37-40ee-af89-b6d020fcbc3b" providerId="ADAL" clId="{B62EB771-4138-48FD-B9AA-25D21AB4571A}" dt="2021-05-08T07:41:03.683" v="1899" actId="207"/>
        <pc:sldMkLst>
          <pc:docMk/>
          <pc:sldMk cId="1631449479" sldId="4199"/>
        </pc:sldMkLst>
        <pc:graphicFrameChg chg="mod modGraphic">
          <ac:chgData name="Tran, Van Trung" userId="4d69f105-ce37-40ee-af89-b6d020fcbc3b" providerId="ADAL" clId="{B62EB771-4138-48FD-B9AA-25D21AB4571A}" dt="2021-05-08T07:41:03.683" v="1899" actId="207"/>
          <ac:graphicFrameMkLst>
            <pc:docMk/>
            <pc:sldMk cId="1631449479" sldId="4199"/>
            <ac:graphicFrameMk id="7" creationId="{8CFE565E-67CE-40BB-9CEF-372477A8FB04}"/>
          </ac:graphicFrameMkLst>
        </pc:graphicFrameChg>
      </pc:sldChg>
    </pc:docChg>
  </pc:docChgLst>
  <pc:docChgLst>
    <pc:chgData name="Chu, Minh Long" userId="c42fd0cf-339f-4bdd-a260-41f109f2c137" providerId="ADAL" clId="{110659E9-F4F3-4722-A3DD-08331C018CE7}"/>
    <pc:docChg chg="undo custSel addSld delSld modSld sldOrd">
      <pc:chgData name="Chu, Minh Long" userId="c42fd0cf-339f-4bdd-a260-41f109f2c137" providerId="ADAL" clId="{110659E9-F4F3-4722-A3DD-08331C018CE7}" dt="2021-05-10T00:46:01.343" v="13384" actId="20577"/>
      <pc:docMkLst>
        <pc:docMk/>
      </pc:docMkLst>
      <pc:sldChg chg="addSp delSp modSp add del">
        <pc:chgData name="Chu, Minh Long" userId="c42fd0cf-339f-4bdd-a260-41f109f2c137" providerId="ADAL" clId="{110659E9-F4F3-4722-A3DD-08331C018CE7}" dt="2021-05-05T03:17:02.502" v="1594" actId="2696"/>
        <pc:sldMkLst>
          <pc:docMk/>
          <pc:sldMk cId="0" sldId="260"/>
        </pc:sldMkLst>
        <pc:spChg chg="mod">
          <ac:chgData name="Chu, Minh Long" userId="c42fd0cf-339f-4bdd-a260-41f109f2c137" providerId="ADAL" clId="{110659E9-F4F3-4722-A3DD-08331C018CE7}" dt="2021-05-05T03:16:03.446" v="1592" actId="1076"/>
          <ac:spMkLst>
            <pc:docMk/>
            <pc:sldMk cId="0" sldId="260"/>
            <ac:spMk id="5" creationId="{00000000-0000-0000-0000-000000000000}"/>
          </ac:spMkLst>
        </pc:spChg>
        <pc:spChg chg="mod">
          <ac:chgData name="Chu, Minh Long" userId="c42fd0cf-339f-4bdd-a260-41f109f2c137" providerId="ADAL" clId="{110659E9-F4F3-4722-A3DD-08331C018CE7}" dt="2021-05-05T03:15:29.499" v="1589" actId="20577"/>
          <ac:spMkLst>
            <pc:docMk/>
            <pc:sldMk cId="0" sldId="260"/>
            <ac:spMk id="7" creationId="{00000000-0000-0000-0000-000000000000}"/>
          </ac:spMkLst>
        </pc:spChg>
        <pc:spChg chg="mod">
          <ac:chgData name="Chu, Minh Long" userId="c42fd0cf-339f-4bdd-a260-41f109f2c137" providerId="ADAL" clId="{110659E9-F4F3-4722-A3DD-08331C018CE7}" dt="2021-05-05T03:15:33.363" v="1590" actId="6549"/>
          <ac:spMkLst>
            <pc:docMk/>
            <pc:sldMk cId="0" sldId="260"/>
            <ac:spMk id="8"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9"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0"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1"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2"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3"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4"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5"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6" creationId="{00000000-0000-0000-0000-000000000000}"/>
          </ac:spMkLst>
        </pc:spChg>
        <pc:spChg chg="del">
          <ac:chgData name="Chu, Minh Long" userId="c42fd0cf-339f-4bdd-a260-41f109f2c137" providerId="ADAL" clId="{110659E9-F4F3-4722-A3DD-08331C018CE7}" dt="2021-05-05T03:16:06.044" v="1593" actId="478"/>
          <ac:spMkLst>
            <pc:docMk/>
            <pc:sldMk cId="0" sldId="260"/>
            <ac:spMk id="17" creationId="{00000000-0000-0000-0000-000000000000}"/>
          </ac:spMkLst>
        </pc:spChg>
        <pc:spChg chg="del">
          <ac:chgData name="Chu, Minh Long" userId="c42fd0cf-339f-4bdd-a260-41f109f2c137" providerId="ADAL" clId="{110659E9-F4F3-4722-A3DD-08331C018CE7}" dt="2021-05-05T03:11:32.964" v="1510" actId="478"/>
          <ac:spMkLst>
            <pc:docMk/>
            <pc:sldMk cId="0" sldId="260"/>
            <ac:spMk id="18" creationId="{00000000-0000-0000-0000-000000000000}"/>
          </ac:spMkLst>
        </pc:spChg>
        <pc:spChg chg="add mod">
          <ac:chgData name="Chu, Minh Long" userId="c42fd0cf-339f-4bdd-a260-41f109f2c137" providerId="ADAL" clId="{110659E9-F4F3-4722-A3DD-08331C018CE7}" dt="2021-05-05T03:11:25.080" v="1509"/>
          <ac:spMkLst>
            <pc:docMk/>
            <pc:sldMk cId="0" sldId="260"/>
            <ac:spMk id="19" creationId="{E546B6ED-49F2-4BA3-855C-317CE7B2A5CA}"/>
          </ac:spMkLst>
        </pc:spChg>
      </pc:sldChg>
      <pc:sldChg chg="delSp modSp">
        <pc:chgData name="Chu, Minh Long" userId="c42fd0cf-339f-4bdd-a260-41f109f2c137" providerId="ADAL" clId="{110659E9-F4F3-4722-A3DD-08331C018CE7}" dt="2021-05-10T00:46:01.343" v="13384" actId="20577"/>
        <pc:sldMkLst>
          <pc:docMk/>
          <pc:sldMk cId="2126594308" sldId="388"/>
        </pc:sldMkLst>
        <pc:spChg chg="mod">
          <ac:chgData name="Chu, Minh Long" userId="c42fd0cf-339f-4bdd-a260-41f109f2c137" providerId="ADAL" clId="{110659E9-F4F3-4722-A3DD-08331C018CE7}" dt="2021-05-10T00:46:01.343" v="13384" actId="20577"/>
          <ac:spMkLst>
            <pc:docMk/>
            <pc:sldMk cId="2126594308" sldId="388"/>
            <ac:spMk id="3" creationId="{00000000-0000-0000-0000-000000000000}"/>
          </ac:spMkLst>
        </pc:spChg>
        <pc:spChg chg="mod">
          <ac:chgData name="Chu, Minh Long" userId="c42fd0cf-339f-4bdd-a260-41f109f2c137" providerId="ADAL" clId="{110659E9-F4F3-4722-A3DD-08331C018CE7}" dt="2021-05-05T03:00:13.015" v="1186" actId="20577"/>
          <ac:spMkLst>
            <pc:docMk/>
            <pc:sldMk cId="2126594308" sldId="388"/>
            <ac:spMk id="4" creationId="{00000000-0000-0000-0000-000000000000}"/>
          </ac:spMkLst>
        </pc:spChg>
        <pc:spChg chg="del">
          <ac:chgData name="Chu, Minh Long" userId="c42fd0cf-339f-4bdd-a260-41f109f2c137" providerId="ADAL" clId="{110659E9-F4F3-4722-A3DD-08331C018CE7}" dt="2021-05-05T02:21:28.236" v="27" actId="478"/>
          <ac:spMkLst>
            <pc:docMk/>
            <pc:sldMk cId="2126594308" sldId="388"/>
            <ac:spMk id="6" creationId="{00000000-0000-0000-0000-000000000000}"/>
          </ac:spMkLst>
        </pc:spChg>
      </pc:sldChg>
      <pc:sldChg chg="addSp modSp">
        <pc:chgData name="Chu, Minh Long" userId="c42fd0cf-339f-4bdd-a260-41f109f2c137" providerId="ADAL" clId="{110659E9-F4F3-4722-A3DD-08331C018CE7}" dt="2021-05-09T23:59:18.488" v="12962" actId="13926"/>
        <pc:sldMkLst>
          <pc:docMk/>
          <pc:sldMk cId="999321223" sldId="562"/>
        </pc:sldMkLst>
        <pc:spChg chg="mod">
          <ac:chgData name="Chu, Minh Long" userId="c42fd0cf-339f-4bdd-a260-41f109f2c137" providerId="ADAL" clId="{110659E9-F4F3-4722-A3DD-08331C018CE7}" dt="2021-05-09T23:59:18.488" v="12962" actId="13926"/>
          <ac:spMkLst>
            <pc:docMk/>
            <pc:sldMk cId="999321223" sldId="562"/>
            <ac:spMk id="3" creationId="{00000000-0000-0000-0000-000000000000}"/>
          </ac:spMkLst>
        </pc:spChg>
        <pc:spChg chg="add mod">
          <ac:chgData name="Chu, Minh Long" userId="c42fd0cf-339f-4bdd-a260-41f109f2c137" providerId="ADAL" clId="{110659E9-F4F3-4722-A3DD-08331C018CE7}" dt="2021-05-05T02:58:46.364" v="1164"/>
          <ac:spMkLst>
            <pc:docMk/>
            <pc:sldMk cId="999321223" sldId="562"/>
            <ac:spMk id="4" creationId="{972C8172-56CB-45EA-AB08-0BBA8B70FFF8}"/>
          </ac:spMkLst>
        </pc:spChg>
        <pc:graphicFrameChg chg="mod">
          <ac:chgData name="Chu, Minh Long" userId="c42fd0cf-339f-4bdd-a260-41f109f2c137" providerId="ADAL" clId="{110659E9-F4F3-4722-A3DD-08331C018CE7}" dt="2021-05-05T02:58:52.242" v="1165" actId="1076"/>
          <ac:graphicFrameMkLst>
            <pc:docMk/>
            <pc:sldMk cId="999321223" sldId="562"/>
            <ac:graphicFrameMk id="6" creationId="{624BFEEF-FF6E-4B14-A092-A5844C99BBAE}"/>
          </ac:graphicFrameMkLst>
        </pc:graphicFrameChg>
      </pc:sldChg>
      <pc:sldChg chg="addSp delSp modSp addCm delCm">
        <pc:chgData name="Chu, Minh Long" userId="c42fd0cf-339f-4bdd-a260-41f109f2c137" providerId="ADAL" clId="{110659E9-F4F3-4722-A3DD-08331C018CE7}" dt="2021-05-09T23:53:16.910" v="12876" actId="478"/>
        <pc:sldMkLst>
          <pc:docMk/>
          <pc:sldMk cId="990356834" sldId="676"/>
        </pc:sldMkLst>
        <pc:spChg chg="add del mod">
          <ac:chgData name="Chu, Minh Long" userId="c42fd0cf-339f-4bdd-a260-41f109f2c137" providerId="ADAL" clId="{110659E9-F4F3-4722-A3DD-08331C018CE7}" dt="2021-05-05T09:35:07.614" v="2286"/>
          <ac:spMkLst>
            <pc:docMk/>
            <pc:sldMk cId="990356834" sldId="676"/>
            <ac:spMk id="4" creationId="{F06BB548-1BE8-49E4-A45C-48C1F4DB3A9E}"/>
          </ac:spMkLst>
        </pc:spChg>
        <pc:spChg chg="add del mod">
          <ac:chgData name="Chu, Minh Long" userId="c42fd0cf-339f-4bdd-a260-41f109f2c137" providerId="ADAL" clId="{110659E9-F4F3-4722-A3DD-08331C018CE7}" dt="2021-05-05T09:35:22.604" v="2308"/>
          <ac:spMkLst>
            <pc:docMk/>
            <pc:sldMk cId="990356834" sldId="676"/>
            <ac:spMk id="9" creationId="{DA0EC199-C45C-43D3-824D-F099FC137D4B}"/>
          </ac:spMkLst>
        </pc:spChg>
        <pc:spChg chg="add del mod">
          <ac:chgData name="Chu, Minh Long" userId="c42fd0cf-339f-4bdd-a260-41f109f2c137" providerId="ADAL" clId="{110659E9-F4F3-4722-A3DD-08331C018CE7}" dt="2021-05-05T09:35:32.277" v="2330"/>
          <ac:spMkLst>
            <pc:docMk/>
            <pc:sldMk cId="990356834" sldId="676"/>
            <ac:spMk id="12" creationId="{DE240EF2-9BFE-4D40-8621-EED3E553A237}"/>
          </ac:spMkLst>
        </pc:spChg>
        <pc:picChg chg="add mod">
          <ac:chgData name="Chu, Minh Long" userId="c42fd0cf-339f-4bdd-a260-41f109f2c137" providerId="ADAL" clId="{110659E9-F4F3-4722-A3DD-08331C018CE7}" dt="2021-05-05T09:35:13.934" v="2287" actId="1076"/>
          <ac:picMkLst>
            <pc:docMk/>
            <pc:sldMk cId="990356834" sldId="676"/>
            <ac:picMk id="3" creationId="{76B45987-96D9-4609-8472-387A35C7BE20}"/>
          </ac:picMkLst>
        </pc:picChg>
        <pc:picChg chg="add del mod">
          <ac:chgData name="Chu, Minh Long" userId="c42fd0cf-339f-4bdd-a260-41f109f2c137" providerId="ADAL" clId="{110659E9-F4F3-4722-A3DD-08331C018CE7}" dt="2021-05-09T23:53:16.910" v="12876" actId="478"/>
          <ac:picMkLst>
            <pc:docMk/>
            <pc:sldMk cId="990356834" sldId="676"/>
            <ac:picMk id="6" creationId="{15738C9C-2A1E-4B59-9BD5-4584E708FF89}"/>
          </ac:picMkLst>
        </pc:picChg>
        <pc:picChg chg="del">
          <ac:chgData name="Chu, Minh Long" userId="c42fd0cf-339f-4bdd-a260-41f109f2c137" providerId="ADAL" clId="{110659E9-F4F3-4722-A3DD-08331C018CE7}" dt="2021-05-05T09:34:31.336" v="2265" actId="478"/>
          <ac:picMkLst>
            <pc:docMk/>
            <pc:sldMk cId="990356834" sldId="676"/>
            <ac:picMk id="7" creationId="{4396C7A9-5641-4332-8807-D2E83B31735D}"/>
          </ac:picMkLst>
        </pc:picChg>
        <pc:picChg chg="add mod">
          <ac:chgData name="Chu, Minh Long" userId="c42fd0cf-339f-4bdd-a260-41f109f2c137" providerId="ADAL" clId="{110659E9-F4F3-4722-A3DD-08331C018CE7}" dt="2021-05-05T09:35:24.815" v="2309" actId="1076"/>
          <ac:picMkLst>
            <pc:docMk/>
            <pc:sldMk cId="990356834" sldId="676"/>
            <ac:picMk id="8" creationId="{46B43D33-A1E8-4464-ACC2-01285251E817}"/>
          </ac:picMkLst>
        </pc:picChg>
        <pc:picChg chg="add del mod">
          <ac:chgData name="Chu, Minh Long" userId="c42fd0cf-339f-4bdd-a260-41f109f2c137" providerId="ADAL" clId="{110659E9-F4F3-4722-A3DD-08331C018CE7}" dt="2021-05-09T23:53:16.910" v="12876" actId="478"/>
          <ac:picMkLst>
            <pc:docMk/>
            <pc:sldMk cId="990356834" sldId="676"/>
            <ac:picMk id="10" creationId="{4AF64FD2-13AE-4CE1-9C31-AE1078F3D4FF}"/>
          </ac:picMkLst>
        </pc:picChg>
        <pc:picChg chg="add mod">
          <ac:chgData name="Chu, Minh Long" userId="c42fd0cf-339f-4bdd-a260-41f109f2c137" providerId="ADAL" clId="{110659E9-F4F3-4722-A3DD-08331C018CE7}" dt="2021-05-05T09:35:33.894" v="2331" actId="1076"/>
          <ac:picMkLst>
            <pc:docMk/>
            <pc:sldMk cId="990356834" sldId="676"/>
            <ac:picMk id="11" creationId="{A744805B-A645-4EF4-A458-9A33989E4D30}"/>
          </ac:picMkLst>
        </pc:picChg>
        <pc:picChg chg="add del mod">
          <ac:chgData name="Chu, Minh Long" userId="c42fd0cf-339f-4bdd-a260-41f109f2c137" providerId="ADAL" clId="{110659E9-F4F3-4722-A3DD-08331C018CE7}" dt="2021-05-09T23:53:16.910" v="12876" actId="478"/>
          <ac:picMkLst>
            <pc:docMk/>
            <pc:sldMk cId="990356834" sldId="676"/>
            <ac:picMk id="13" creationId="{30F48469-D463-43B1-8FCB-11D4A11305B2}"/>
          </ac:picMkLst>
        </pc:picChg>
      </pc:sldChg>
      <pc:sldChg chg="modSp">
        <pc:chgData name="Chu, Minh Long" userId="c42fd0cf-339f-4bdd-a260-41f109f2c137" providerId="ADAL" clId="{110659E9-F4F3-4722-A3DD-08331C018CE7}" dt="2021-05-05T10:13:57.645" v="3755" actId="20577"/>
        <pc:sldMkLst>
          <pc:docMk/>
          <pc:sldMk cId="4233825813" sldId="898"/>
        </pc:sldMkLst>
        <pc:spChg chg="mod">
          <ac:chgData name="Chu, Minh Long" userId="c42fd0cf-339f-4bdd-a260-41f109f2c137" providerId="ADAL" clId="{110659E9-F4F3-4722-A3DD-08331C018CE7}" dt="2021-05-05T10:13:57.645" v="3755" actId="20577"/>
          <ac:spMkLst>
            <pc:docMk/>
            <pc:sldMk cId="4233825813" sldId="898"/>
            <ac:spMk id="4" creationId="{00000000-0000-0000-0000-000000000000}"/>
          </ac:spMkLst>
        </pc:spChg>
      </pc:sldChg>
      <pc:sldChg chg="addSp delSp modSp">
        <pc:chgData name="Chu, Minh Long" userId="c42fd0cf-339f-4bdd-a260-41f109f2c137" providerId="ADAL" clId="{110659E9-F4F3-4722-A3DD-08331C018CE7}" dt="2021-05-10T00:11:03.110" v="13059"/>
        <pc:sldMkLst>
          <pc:docMk/>
          <pc:sldMk cId="2051314948" sldId="967"/>
        </pc:sldMkLst>
        <pc:spChg chg="add del">
          <ac:chgData name="Chu, Minh Long" userId="c42fd0cf-339f-4bdd-a260-41f109f2c137" providerId="ADAL" clId="{110659E9-F4F3-4722-A3DD-08331C018CE7}" dt="2021-05-05T10:10:26.004" v="3697"/>
          <ac:spMkLst>
            <pc:docMk/>
            <pc:sldMk cId="2051314948" sldId="967"/>
            <ac:spMk id="2" creationId="{CAB94F02-8C4D-45DA-AC90-E8A2B6D51494}"/>
          </ac:spMkLst>
        </pc:spChg>
        <pc:spChg chg="mod">
          <ac:chgData name="Chu, Minh Long" userId="c42fd0cf-339f-4bdd-a260-41f109f2c137" providerId="ADAL" clId="{110659E9-F4F3-4722-A3DD-08331C018CE7}" dt="2021-05-05T10:15:20.048" v="3796" actId="20577"/>
          <ac:spMkLst>
            <pc:docMk/>
            <pc:sldMk cId="2051314948" sldId="967"/>
            <ac:spMk id="4" creationId="{00000000-0000-0000-0000-000000000000}"/>
          </ac:spMkLst>
        </pc:spChg>
        <pc:graphicFrameChg chg="mod modGraphic">
          <ac:chgData name="Chu, Minh Long" userId="c42fd0cf-339f-4bdd-a260-41f109f2c137" providerId="ADAL" clId="{110659E9-F4F3-4722-A3DD-08331C018CE7}" dt="2021-05-10T00:11:03.110" v="13059"/>
          <ac:graphicFrameMkLst>
            <pc:docMk/>
            <pc:sldMk cId="2051314948" sldId="967"/>
            <ac:graphicFrameMk id="6" creationId="{6E169B33-C7C6-41FF-AEFA-410732CECDD5}"/>
          </ac:graphicFrameMkLst>
        </pc:graphicFrameChg>
      </pc:sldChg>
      <pc:sldChg chg="addSp delSp modSp">
        <pc:chgData name="Chu, Minh Long" userId="c42fd0cf-339f-4bdd-a260-41f109f2c137" providerId="ADAL" clId="{110659E9-F4F3-4722-A3DD-08331C018CE7}" dt="2021-05-05T02:58:40.187" v="1163" actId="108"/>
        <pc:sldMkLst>
          <pc:docMk/>
          <pc:sldMk cId="4112977924" sldId="2439"/>
        </pc:sldMkLst>
        <pc:spChg chg="mod">
          <ac:chgData name="Chu, Minh Long" userId="c42fd0cf-339f-4bdd-a260-41f109f2c137" providerId="ADAL" clId="{110659E9-F4F3-4722-A3DD-08331C018CE7}" dt="2021-05-05T02:57:56.514" v="1147" actId="1076"/>
          <ac:spMkLst>
            <pc:docMk/>
            <pc:sldMk cId="4112977924" sldId="2439"/>
            <ac:spMk id="3" creationId="{00000000-0000-0000-0000-000000000000}"/>
          </ac:spMkLst>
        </pc:spChg>
        <pc:spChg chg="del mod">
          <ac:chgData name="Chu, Minh Long" userId="c42fd0cf-339f-4bdd-a260-41f109f2c137" providerId="ADAL" clId="{110659E9-F4F3-4722-A3DD-08331C018CE7}" dt="2021-05-05T02:58:14.329" v="1155"/>
          <ac:spMkLst>
            <pc:docMk/>
            <pc:sldMk cId="4112977924" sldId="2439"/>
            <ac:spMk id="4" creationId="{00000000-0000-0000-0000-000000000000}"/>
          </ac:spMkLst>
        </pc:spChg>
        <pc:spChg chg="add del mod">
          <ac:chgData name="Chu, Minh Long" userId="c42fd0cf-339f-4bdd-a260-41f109f2c137" providerId="ADAL" clId="{110659E9-F4F3-4722-A3DD-08331C018CE7}" dt="2021-05-05T02:58:40.187" v="1163" actId="108"/>
          <ac:spMkLst>
            <pc:docMk/>
            <pc:sldMk cId="4112977924" sldId="2439"/>
            <ac:spMk id="6" creationId="{7BAE7739-CEF1-4E9E-AC1D-933A8306E182}"/>
          </ac:spMkLst>
        </pc:spChg>
        <pc:spChg chg="add del mod">
          <ac:chgData name="Chu, Minh Long" userId="c42fd0cf-339f-4bdd-a260-41f109f2c137" providerId="ADAL" clId="{110659E9-F4F3-4722-A3DD-08331C018CE7}" dt="2021-05-05T02:58:32.719" v="1162" actId="478"/>
          <ac:spMkLst>
            <pc:docMk/>
            <pc:sldMk cId="4112977924" sldId="2439"/>
            <ac:spMk id="7" creationId="{F183A8D2-7A98-46D4-9434-8C01BE1DFC3C}"/>
          </ac:spMkLst>
        </pc:spChg>
        <pc:spChg chg="add del mod">
          <ac:chgData name="Chu, Minh Long" userId="c42fd0cf-339f-4bdd-a260-41f109f2c137" providerId="ADAL" clId="{110659E9-F4F3-4722-A3DD-08331C018CE7}" dt="2021-05-05T02:58:20.791" v="1157" actId="478"/>
          <ac:spMkLst>
            <pc:docMk/>
            <pc:sldMk cId="4112977924" sldId="2439"/>
            <ac:spMk id="9" creationId="{DAB6B94C-D8A6-4DD6-8BF2-C052C05364AE}"/>
          </ac:spMkLst>
        </pc:spChg>
      </pc:sldChg>
      <pc:sldChg chg="delSp modSp">
        <pc:chgData name="Chu, Minh Long" userId="c42fd0cf-339f-4bdd-a260-41f109f2c137" providerId="ADAL" clId="{110659E9-F4F3-4722-A3DD-08331C018CE7}" dt="2021-05-05T02:59:18.012" v="1176"/>
        <pc:sldMkLst>
          <pc:docMk/>
          <pc:sldMk cId="785754889" sldId="2536"/>
        </pc:sldMkLst>
        <pc:spChg chg="mod">
          <ac:chgData name="Chu, Minh Long" userId="c42fd0cf-339f-4bdd-a260-41f109f2c137" providerId="ADAL" clId="{110659E9-F4F3-4722-A3DD-08331C018CE7}" dt="2021-05-05T02:59:15.596" v="1174" actId="20577"/>
          <ac:spMkLst>
            <pc:docMk/>
            <pc:sldMk cId="785754889" sldId="2536"/>
            <ac:spMk id="3" creationId="{00000000-0000-0000-0000-000000000000}"/>
          </ac:spMkLst>
        </pc:spChg>
        <pc:spChg chg="mod">
          <ac:chgData name="Chu, Minh Long" userId="c42fd0cf-339f-4bdd-a260-41f109f2c137" providerId="ADAL" clId="{110659E9-F4F3-4722-A3DD-08331C018CE7}" dt="2021-05-05T02:59:12.888" v="1172" actId="207"/>
          <ac:spMkLst>
            <pc:docMk/>
            <pc:sldMk cId="785754889" sldId="2536"/>
            <ac:spMk id="6" creationId="{7BAE7739-CEF1-4E9E-AC1D-933A8306E182}"/>
          </ac:spMkLst>
        </pc:spChg>
        <pc:spChg chg="del mod">
          <ac:chgData name="Chu, Minh Long" userId="c42fd0cf-339f-4bdd-a260-41f109f2c137" providerId="ADAL" clId="{110659E9-F4F3-4722-A3DD-08331C018CE7}" dt="2021-05-05T02:59:18.012" v="1176"/>
          <ac:spMkLst>
            <pc:docMk/>
            <pc:sldMk cId="785754889" sldId="2536"/>
            <ac:spMk id="7" creationId="{00000000-0000-0000-0000-000000000000}"/>
          </ac:spMkLst>
        </pc:spChg>
      </pc:sldChg>
      <pc:sldChg chg="addSp delSp modSp add">
        <pc:chgData name="Chu, Minh Long" userId="c42fd0cf-339f-4bdd-a260-41f109f2c137" providerId="ADAL" clId="{110659E9-F4F3-4722-A3DD-08331C018CE7}" dt="2021-05-07T03:21:57.230" v="12351" actId="20577"/>
        <pc:sldMkLst>
          <pc:docMk/>
          <pc:sldMk cId="2524580483" sldId="3979"/>
        </pc:sldMkLst>
        <pc:spChg chg="mod">
          <ac:chgData name="Chu, Minh Long" userId="c42fd0cf-339f-4bdd-a260-41f109f2c137" providerId="ADAL" clId="{110659E9-F4F3-4722-A3DD-08331C018CE7}" dt="2021-05-05T03:04:10.830" v="1191" actId="20577"/>
          <ac:spMkLst>
            <pc:docMk/>
            <pc:sldMk cId="2524580483" sldId="3979"/>
            <ac:spMk id="2" creationId="{00000000-0000-0000-0000-000000000000}"/>
          </ac:spMkLst>
        </pc:spChg>
        <pc:spChg chg="add del mod">
          <ac:chgData name="Chu, Minh Long" userId="c42fd0cf-339f-4bdd-a260-41f109f2c137" providerId="ADAL" clId="{110659E9-F4F3-4722-A3DD-08331C018CE7}" dt="2021-05-05T03:04:03.444" v="1190"/>
          <ac:spMkLst>
            <pc:docMk/>
            <pc:sldMk cId="2524580483" sldId="3979"/>
            <ac:spMk id="3" creationId="{BA13240A-B731-4A1E-9E7B-049761BA8167}"/>
          </ac:spMkLst>
        </pc:spChg>
        <pc:spChg chg="add del mod">
          <ac:chgData name="Chu, Minh Long" userId="c42fd0cf-339f-4bdd-a260-41f109f2c137" providerId="ADAL" clId="{110659E9-F4F3-4722-A3DD-08331C018CE7}" dt="2021-05-05T03:04:03.444" v="1190"/>
          <ac:spMkLst>
            <pc:docMk/>
            <pc:sldMk cId="2524580483" sldId="3979"/>
            <ac:spMk id="4" creationId="{A3356F2E-1973-425F-AB12-9633BB8FB62F}"/>
          </ac:spMkLst>
        </pc:spChg>
        <pc:spChg chg="add del mod">
          <ac:chgData name="Chu, Minh Long" userId="c42fd0cf-339f-4bdd-a260-41f109f2c137" providerId="ADAL" clId="{110659E9-F4F3-4722-A3DD-08331C018CE7}" dt="2021-05-05T03:04:03.444" v="1190"/>
          <ac:spMkLst>
            <pc:docMk/>
            <pc:sldMk cId="2524580483" sldId="3979"/>
            <ac:spMk id="7" creationId="{AA6B6379-CFCA-47D0-873F-6CF21B839E50}"/>
          </ac:spMkLst>
        </pc:spChg>
        <pc:spChg chg="add del mod">
          <ac:chgData name="Chu, Minh Long" userId="c42fd0cf-339f-4bdd-a260-41f109f2c137" providerId="ADAL" clId="{110659E9-F4F3-4722-A3DD-08331C018CE7}" dt="2021-05-05T03:04:03.444" v="1190"/>
          <ac:spMkLst>
            <pc:docMk/>
            <pc:sldMk cId="2524580483" sldId="3979"/>
            <ac:spMk id="8" creationId="{66FEC174-8E39-4E83-B40F-6E29E4C41758}"/>
          </ac:spMkLst>
        </pc:spChg>
        <pc:graphicFrameChg chg="mod modGraphic">
          <ac:chgData name="Chu, Minh Long" userId="c42fd0cf-339f-4bdd-a260-41f109f2c137" providerId="ADAL" clId="{110659E9-F4F3-4722-A3DD-08331C018CE7}" dt="2021-05-05T03:10:46.056" v="1507"/>
          <ac:graphicFrameMkLst>
            <pc:docMk/>
            <pc:sldMk cId="2524580483" sldId="3979"/>
            <ac:graphicFrameMk id="5" creationId="{0D11DC0D-91A3-46E0-96FE-76878F6E64DC}"/>
          </ac:graphicFrameMkLst>
        </pc:graphicFrameChg>
        <pc:graphicFrameChg chg="mod modGraphic">
          <ac:chgData name="Chu, Minh Long" userId="c42fd0cf-339f-4bdd-a260-41f109f2c137" providerId="ADAL" clId="{110659E9-F4F3-4722-A3DD-08331C018CE7}" dt="2021-05-07T03:21:57.230" v="12351" actId="20577"/>
          <ac:graphicFrameMkLst>
            <pc:docMk/>
            <pc:sldMk cId="2524580483" sldId="3979"/>
            <ac:graphicFrameMk id="6" creationId="{00000000-0000-0000-0000-000000000000}"/>
          </ac:graphicFrameMkLst>
        </pc:graphicFrameChg>
      </pc:sldChg>
      <pc:sldChg chg="modSp addCm delCm modCm">
        <pc:chgData name="Chu, Minh Long" userId="c42fd0cf-339f-4bdd-a260-41f109f2c137" providerId="ADAL" clId="{110659E9-F4F3-4722-A3DD-08331C018CE7}" dt="2021-05-10T00:45:09.030" v="13368" actId="1589"/>
        <pc:sldMkLst>
          <pc:docMk/>
          <pc:sldMk cId="1418421982" sldId="4169"/>
        </pc:sldMkLst>
        <pc:graphicFrameChg chg="mod modGraphic">
          <ac:chgData name="Chu, Minh Long" userId="c42fd0cf-339f-4bdd-a260-41f109f2c137" providerId="ADAL" clId="{110659E9-F4F3-4722-A3DD-08331C018CE7}" dt="2021-05-09T23:59:56.139" v="12965" actId="13926"/>
          <ac:graphicFrameMkLst>
            <pc:docMk/>
            <pc:sldMk cId="1418421982" sldId="4169"/>
            <ac:graphicFrameMk id="4" creationId="{E49568F6-D85A-41DB-930C-78975A9CAAF5}"/>
          </ac:graphicFrameMkLst>
        </pc:graphicFrameChg>
      </pc:sldChg>
      <pc:sldChg chg="addSp delSp modSp addCm delCm modCm">
        <pc:chgData name="Chu, Minh Long" userId="c42fd0cf-339f-4bdd-a260-41f109f2c137" providerId="ADAL" clId="{110659E9-F4F3-4722-A3DD-08331C018CE7}" dt="2021-05-10T00:22:31.511" v="13329"/>
        <pc:sldMkLst>
          <pc:docMk/>
          <pc:sldMk cId="350550462" sldId="4170"/>
        </pc:sldMkLst>
        <pc:spChg chg="mod">
          <ac:chgData name="Chu, Minh Long" userId="c42fd0cf-339f-4bdd-a260-41f109f2c137" providerId="ADAL" clId="{110659E9-F4F3-4722-A3DD-08331C018CE7}" dt="2021-05-07T03:44:45.182" v="12860" actId="20577"/>
          <ac:spMkLst>
            <pc:docMk/>
            <pc:sldMk cId="350550462" sldId="4170"/>
            <ac:spMk id="2" creationId="{69F15991-FF08-47B6-A7D8-CEF2488853AB}"/>
          </ac:spMkLst>
        </pc:spChg>
        <pc:spChg chg="add del">
          <ac:chgData name="Chu, Minh Long" userId="c42fd0cf-339f-4bdd-a260-41f109f2c137" providerId="ADAL" clId="{110659E9-F4F3-4722-A3DD-08331C018CE7}" dt="2021-05-06T02:25:06.490" v="6571"/>
          <ac:spMkLst>
            <pc:docMk/>
            <pc:sldMk cId="350550462" sldId="4170"/>
            <ac:spMk id="3" creationId="{E536A8B4-739A-43FC-85C8-AFFCD3F979DD}"/>
          </ac:spMkLst>
        </pc:spChg>
        <pc:graphicFrameChg chg="mod modGraphic">
          <ac:chgData name="Chu, Minh Long" userId="c42fd0cf-339f-4bdd-a260-41f109f2c137" providerId="ADAL" clId="{110659E9-F4F3-4722-A3DD-08331C018CE7}" dt="2021-05-10T00:19:26.541" v="13324" actId="20577"/>
          <ac:graphicFrameMkLst>
            <pc:docMk/>
            <pc:sldMk cId="350550462" sldId="4170"/>
            <ac:graphicFrameMk id="5" creationId="{5B4B9062-7FDA-4A16-945A-904E93A7CA6B}"/>
          </ac:graphicFrameMkLst>
        </pc:graphicFrameChg>
      </pc:sldChg>
      <pc:sldChg chg="addSp delSp modSp">
        <pc:chgData name="Chu, Minh Long" userId="c42fd0cf-339f-4bdd-a260-41f109f2c137" providerId="ADAL" clId="{110659E9-F4F3-4722-A3DD-08331C018CE7}" dt="2021-05-05T09:36:32.365" v="2380" actId="1076"/>
        <pc:sldMkLst>
          <pc:docMk/>
          <pc:sldMk cId="317548423" sldId="4171"/>
        </pc:sldMkLst>
        <pc:spChg chg="add del mod">
          <ac:chgData name="Chu, Minh Long" userId="c42fd0cf-339f-4bdd-a260-41f109f2c137" providerId="ADAL" clId="{110659E9-F4F3-4722-A3DD-08331C018CE7}" dt="2021-05-05T09:36:14.094" v="2355"/>
          <ac:spMkLst>
            <pc:docMk/>
            <pc:sldMk cId="317548423" sldId="4171"/>
            <ac:spMk id="4" creationId="{455B1E16-3A34-459E-A23C-8DB0F0D5088D}"/>
          </ac:spMkLst>
        </pc:spChg>
        <pc:spChg chg="add del mod">
          <ac:chgData name="Chu, Minh Long" userId="c42fd0cf-339f-4bdd-a260-41f109f2c137" providerId="ADAL" clId="{110659E9-F4F3-4722-A3DD-08331C018CE7}" dt="2021-05-05T09:36:25.254" v="2377"/>
          <ac:spMkLst>
            <pc:docMk/>
            <pc:sldMk cId="317548423" sldId="4171"/>
            <ac:spMk id="8" creationId="{B7D3960B-7139-4D66-B3F4-044C3F3D50E1}"/>
          </ac:spMkLst>
        </pc:spChg>
        <pc:spChg chg="mod">
          <ac:chgData name="Chu, Minh Long" userId="c42fd0cf-339f-4bdd-a260-41f109f2c137" providerId="ADAL" clId="{110659E9-F4F3-4722-A3DD-08331C018CE7}" dt="2021-05-05T02:59:55.934" v="1182" actId="20577"/>
          <ac:spMkLst>
            <pc:docMk/>
            <pc:sldMk cId="317548423" sldId="4171"/>
            <ac:spMk id="34" creationId="{8ED39286-103B-4CDA-B433-BB855E77AB67}"/>
          </ac:spMkLst>
        </pc:spChg>
        <pc:picChg chg="add mod">
          <ac:chgData name="Chu, Minh Long" userId="c42fd0cf-339f-4bdd-a260-41f109f2c137" providerId="ADAL" clId="{110659E9-F4F3-4722-A3DD-08331C018CE7}" dt="2021-05-05T09:36:16.886" v="2356" actId="1076"/>
          <ac:picMkLst>
            <pc:docMk/>
            <pc:sldMk cId="317548423" sldId="4171"/>
            <ac:picMk id="3" creationId="{68A88BB6-7172-461F-9FB4-3007326292A9}"/>
          </ac:picMkLst>
        </pc:picChg>
        <pc:picChg chg="add mod">
          <ac:chgData name="Chu, Minh Long" userId="c42fd0cf-339f-4bdd-a260-41f109f2c137" providerId="ADAL" clId="{110659E9-F4F3-4722-A3DD-08331C018CE7}" dt="2021-05-05T09:36:14.094" v="2353"/>
          <ac:picMkLst>
            <pc:docMk/>
            <pc:sldMk cId="317548423" sldId="4171"/>
            <ac:picMk id="5" creationId="{CFFB8480-1444-4E17-8D84-6C843D42671F}"/>
          </ac:picMkLst>
        </pc:picChg>
        <pc:picChg chg="add mod">
          <ac:chgData name="Chu, Minh Long" userId="c42fd0cf-339f-4bdd-a260-41f109f2c137" providerId="ADAL" clId="{110659E9-F4F3-4722-A3DD-08331C018CE7}" dt="2021-05-05T09:36:32.365" v="2380" actId="1076"/>
          <ac:picMkLst>
            <pc:docMk/>
            <pc:sldMk cId="317548423" sldId="4171"/>
            <ac:picMk id="6" creationId="{C23083C8-CF0D-4498-B4BF-3A94BEE279D8}"/>
          </ac:picMkLst>
        </pc:picChg>
        <pc:picChg chg="del">
          <ac:chgData name="Chu, Minh Long" userId="c42fd0cf-339f-4bdd-a260-41f109f2c137" providerId="ADAL" clId="{110659E9-F4F3-4722-A3DD-08331C018CE7}" dt="2021-05-05T09:36:04.482" v="2334" actId="478"/>
          <ac:picMkLst>
            <pc:docMk/>
            <pc:sldMk cId="317548423" sldId="4171"/>
            <ac:picMk id="7" creationId="{3C792390-CD2D-4B09-8C22-7391D02A144F}"/>
          </ac:picMkLst>
        </pc:picChg>
        <pc:picChg chg="del">
          <ac:chgData name="Chu, Minh Long" userId="c42fd0cf-339f-4bdd-a260-41f109f2c137" providerId="ADAL" clId="{110659E9-F4F3-4722-A3DD-08331C018CE7}" dt="2021-05-05T09:36:04.023" v="2333" actId="478"/>
          <ac:picMkLst>
            <pc:docMk/>
            <pc:sldMk cId="317548423" sldId="4171"/>
            <ac:picMk id="9" creationId="{44C56AC9-AD7B-4879-A45A-E5A54980452E}"/>
          </ac:picMkLst>
        </pc:picChg>
        <pc:picChg chg="add mod">
          <ac:chgData name="Chu, Minh Long" userId="c42fd0cf-339f-4bdd-a260-41f109f2c137" providerId="ADAL" clId="{110659E9-F4F3-4722-A3DD-08331C018CE7}" dt="2021-05-05T09:36:25.254" v="2375"/>
          <ac:picMkLst>
            <pc:docMk/>
            <pc:sldMk cId="317548423" sldId="4171"/>
            <ac:picMk id="10" creationId="{7AF3EAE5-A157-4436-89BC-C59C67BC5706}"/>
          </ac:picMkLst>
        </pc:picChg>
      </pc:sldChg>
      <pc:sldChg chg="modSp del">
        <pc:chgData name="Chu, Minh Long" userId="c42fd0cf-339f-4bdd-a260-41f109f2c137" providerId="ADAL" clId="{110659E9-F4F3-4722-A3DD-08331C018CE7}" dt="2021-05-05T10:11:32.643" v="3711" actId="2696"/>
        <pc:sldMkLst>
          <pc:docMk/>
          <pc:sldMk cId="167432393" sldId="4173"/>
        </pc:sldMkLst>
        <pc:graphicFrameChg chg="mod modGraphic">
          <ac:chgData name="Chu, Minh Long" userId="c42fd0cf-339f-4bdd-a260-41f109f2c137" providerId="ADAL" clId="{110659E9-F4F3-4722-A3DD-08331C018CE7}" dt="2021-05-05T10:11:08.726" v="3703"/>
          <ac:graphicFrameMkLst>
            <pc:docMk/>
            <pc:sldMk cId="167432393" sldId="4173"/>
            <ac:graphicFrameMk id="6" creationId="{6E169B33-C7C6-41FF-AEFA-410732CECDD5}"/>
          </ac:graphicFrameMkLst>
        </pc:graphicFrameChg>
      </pc:sldChg>
      <pc:sldChg chg="modSp addCm delCm modCm">
        <pc:chgData name="Chu, Minh Long" userId="c42fd0cf-339f-4bdd-a260-41f109f2c137" providerId="ADAL" clId="{110659E9-F4F3-4722-A3DD-08331C018CE7}" dt="2021-05-09T23:51:58.771" v="12864" actId="1592"/>
        <pc:sldMkLst>
          <pc:docMk/>
          <pc:sldMk cId="3564280583" sldId="4174"/>
        </pc:sldMkLst>
        <pc:spChg chg="mod">
          <ac:chgData name="Chu, Minh Long" userId="c42fd0cf-339f-4bdd-a260-41f109f2c137" providerId="ADAL" clId="{110659E9-F4F3-4722-A3DD-08331C018CE7}" dt="2021-05-07T03:44:38.278" v="12856" actId="20577"/>
          <ac:spMkLst>
            <pc:docMk/>
            <pc:sldMk cId="3564280583" sldId="4174"/>
            <ac:spMk id="2" creationId="{69F15991-FF08-47B6-A7D8-CEF2488853AB}"/>
          </ac:spMkLst>
        </pc:spChg>
        <pc:graphicFrameChg chg="mod modGraphic">
          <ac:chgData name="Chu, Minh Long" userId="c42fd0cf-339f-4bdd-a260-41f109f2c137" providerId="ADAL" clId="{110659E9-F4F3-4722-A3DD-08331C018CE7}" dt="2021-05-07T03:34:41.010" v="12792" actId="20577"/>
          <ac:graphicFrameMkLst>
            <pc:docMk/>
            <pc:sldMk cId="3564280583" sldId="4174"/>
            <ac:graphicFrameMk id="4" creationId="{E49568F6-D85A-41DB-930C-78975A9CAAF5}"/>
          </ac:graphicFrameMkLst>
        </pc:graphicFrameChg>
      </pc:sldChg>
      <pc:sldChg chg="modSp addCm delCm modCm">
        <pc:chgData name="Chu, Minh Long" userId="c42fd0cf-339f-4bdd-a260-41f109f2c137" providerId="ADAL" clId="{110659E9-F4F3-4722-A3DD-08331C018CE7}" dt="2021-05-09T23:59:02.449" v="12956" actId="207"/>
        <pc:sldMkLst>
          <pc:docMk/>
          <pc:sldMk cId="1089345563" sldId="4176"/>
        </pc:sldMkLst>
        <pc:graphicFrameChg chg="mod modGraphic">
          <ac:chgData name="Chu, Minh Long" userId="c42fd0cf-339f-4bdd-a260-41f109f2c137" providerId="ADAL" clId="{110659E9-F4F3-4722-A3DD-08331C018CE7}" dt="2021-05-09T23:59:02.449" v="12956" actId="207"/>
          <ac:graphicFrameMkLst>
            <pc:docMk/>
            <pc:sldMk cId="1089345563" sldId="4176"/>
            <ac:graphicFrameMk id="4" creationId="{E49568F6-D85A-41DB-930C-78975A9CAAF5}"/>
          </ac:graphicFrameMkLst>
        </pc:graphicFrameChg>
      </pc:sldChg>
      <pc:sldChg chg="modSp">
        <pc:chgData name="Chu, Minh Long" userId="c42fd0cf-339f-4bdd-a260-41f109f2c137" providerId="ADAL" clId="{110659E9-F4F3-4722-A3DD-08331C018CE7}" dt="2021-05-05T02:44:21.991" v="922" actId="20577"/>
        <pc:sldMkLst>
          <pc:docMk/>
          <pc:sldMk cId="3876707684" sldId="4179"/>
        </pc:sldMkLst>
        <pc:spChg chg="mod">
          <ac:chgData name="Chu, Minh Long" userId="c42fd0cf-339f-4bdd-a260-41f109f2c137" providerId="ADAL" clId="{110659E9-F4F3-4722-A3DD-08331C018CE7}" dt="2021-05-05T02:44:21.991" v="922" actId="20577"/>
          <ac:spMkLst>
            <pc:docMk/>
            <pc:sldMk cId="3876707684" sldId="4179"/>
            <ac:spMk id="4" creationId="{00000000-0000-0000-0000-000000000000}"/>
          </ac:spMkLst>
        </pc:spChg>
      </pc:sldChg>
      <pc:sldChg chg="addSp modSp">
        <pc:chgData name="Chu, Minh Long" userId="c42fd0cf-339f-4bdd-a260-41f109f2c137" providerId="ADAL" clId="{110659E9-F4F3-4722-A3DD-08331C018CE7}" dt="2021-05-07T03:35:27.021" v="12800" actId="5793"/>
        <pc:sldMkLst>
          <pc:docMk/>
          <pc:sldMk cId="107667419" sldId="4181"/>
        </pc:sldMkLst>
        <pc:spChg chg="mod">
          <ac:chgData name="Chu, Minh Long" userId="c42fd0cf-339f-4bdd-a260-41f109f2c137" providerId="ADAL" clId="{110659E9-F4F3-4722-A3DD-08331C018CE7}" dt="2021-05-07T03:35:27.021" v="12800" actId="5793"/>
          <ac:spMkLst>
            <pc:docMk/>
            <pc:sldMk cId="107667419" sldId="4181"/>
            <ac:spMk id="3" creationId="{BDB6CC34-370D-48D3-9922-A119492BD8F5}"/>
          </ac:spMkLst>
        </pc:spChg>
        <pc:spChg chg="mod">
          <ac:chgData name="Chu, Minh Long" userId="c42fd0cf-339f-4bdd-a260-41f109f2c137" providerId="ADAL" clId="{110659E9-F4F3-4722-A3DD-08331C018CE7}" dt="2021-05-05T03:17:19.815" v="1640" actId="1035"/>
          <ac:spMkLst>
            <pc:docMk/>
            <pc:sldMk cId="107667419" sldId="4181"/>
            <ac:spMk id="25" creationId="{AF901823-2C56-4A8C-8B31-0B84DC1746BB}"/>
          </ac:spMkLst>
        </pc:spChg>
        <pc:spChg chg="mod">
          <ac:chgData name="Chu, Minh Long" userId="c42fd0cf-339f-4bdd-a260-41f109f2c137" providerId="ADAL" clId="{110659E9-F4F3-4722-A3DD-08331C018CE7}" dt="2021-05-05T03:17:19.815" v="1640" actId="1035"/>
          <ac:spMkLst>
            <pc:docMk/>
            <pc:sldMk cId="107667419" sldId="4181"/>
            <ac:spMk id="27" creationId="{B53DC29E-102C-4BF2-8B3E-F1AD69468269}"/>
          </ac:spMkLst>
        </pc:spChg>
        <pc:spChg chg="mod">
          <ac:chgData name="Chu, Minh Long" userId="c42fd0cf-339f-4bdd-a260-41f109f2c137" providerId="ADAL" clId="{110659E9-F4F3-4722-A3DD-08331C018CE7}" dt="2021-05-05T03:17:19.815" v="1640" actId="1035"/>
          <ac:spMkLst>
            <pc:docMk/>
            <pc:sldMk cId="107667419" sldId="4181"/>
            <ac:spMk id="28" creationId="{FED9AC64-7F02-4553-BA92-1B0D57B518AC}"/>
          </ac:spMkLst>
        </pc:spChg>
        <pc:spChg chg="mod">
          <ac:chgData name="Chu, Minh Long" userId="c42fd0cf-339f-4bdd-a260-41f109f2c137" providerId="ADAL" clId="{110659E9-F4F3-4722-A3DD-08331C018CE7}" dt="2021-05-05T03:17:19.815" v="1640" actId="1035"/>
          <ac:spMkLst>
            <pc:docMk/>
            <pc:sldMk cId="107667419" sldId="4181"/>
            <ac:spMk id="30" creationId="{D25DFCC0-F4E8-4F16-B500-E8936B48D730}"/>
          </ac:spMkLst>
        </pc:spChg>
        <pc:spChg chg="mod">
          <ac:chgData name="Chu, Minh Long" userId="c42fd0cf-339f-4bdd-a260-41f109f2c137" providerId="ADAL" clId="{110659E9-F4F3-4722-A3DD-08331C018CE7}" dt="2021-05-05T03:17:19.815" v="1640" actId="1035"/>
          <ac:spMkLst>
            <pc:docMk/>
            <pc:sldMk cId="107667419" sldId="4181"/>
            <ac:spMk id="31" creationId="{5A404587-00D8-4AEF-ACE1-893E4DE52EE5}"/>
          </ac:spMkLst>
        </pc:spChg>
        <pc:spChg chg="mod">
          <ac:chgData name="Chu, Minh Long" userId="c42fd0cf-339f-4bdd-a260-41f109f2c137" providerId="ADAL" clId="{110659E9-F4F3-4722-A3DD-08331C018CE7}" dt="2021-05-05T03:17:19.815" v="1640" actId="1035"/>
          <ac:spMkLst>
            <pc:docMk/>
            <pc:sldMk cId="107667419" sldId="4181"/>
            <ac:spMk id="32" creationId="{B5DC318F-D30E-49A9-A0F1-F01D369E9F38}"/>
          </ac:spMkLst>
        </pc:spChg>
        <pc:spChg chg="mod">
          <ac:chgData name="Chu, Minh Long" userId="c42fd0cf-339f-4bdd-a260-41f109f2c137" providerId="ADAL" clId="{110659E9-F4F3-4722-A3DD-08331C018CE7}" dt="2021-05-05T03:17:19.815" v="1640" actId="1035"/>
          <ac:spMkLst>
            <pc:docMk/>
            <pc:sldMk cId="107667419" sldId="4181"/>
            <ac:spMk id="33" creationId="{B587FF4F-4A3F-4D2F-8952-D00539F2732A}"/>
          </ac:spMkLst>
        </pc:spChg>
        <pc:spChg chg="mod">
          <ac:chgData name="Chu, Minh Long" userId="c42fd0cf-339f-4bdd-a260-41f109f2c137" providerId="ADAL" clId="{110659E9-F4F3-4722-A3DD-08331C018CE7}" dt="2021-05-05T03:17:19.815" v="1640" actId="1035"/>
          <ac:spMkLst>
            <pc:docMk/>
            <pc:sldMk cId="107667419" sldId="4181"/>
            <ac:spMk id="34" creationId="{408C4336-4280-4BFD-B485-FBE9043CEE4A}"/>
          </ac:spMkLst>
        </pc:spChg>
        <pc:spChg chg="add mod">
          <ac:chgData name="Chu, Minh Long" userId="c42fd0cf-339f-4bdd-a260-41f109f2c137" providerId="ADAL" clId="{110659E9-F4F3-4722-A3DD-08331C018CE7}" dt="2021-05-05T03:17:19.815" v="1640" actId="1035"/>
          <ac:spMkLst>
            <pc:docMk/>
            <pc:sldMk cId="107667419" sldId="4181"/>
            <ac:spMk id="35" creationId="{84652DD2-8ECC-449C-B59A-F6131B5D3720}"/>
          </ac:spMkLst>
        </pc:spChg>
        <pc:spChg chg="mod">
          <ac:chgData name="Chu, Minh Long" userId="c42fd0cf-339f-4bdd-a260-41f109f2c137" providerId="ADAL" clId="{110659E9-F4F3-4722-A3DD-08331C018CE7}" dt="2021-05-05T03:17:19.815" v="1640" actId="1035"/>
          <ac:spMkLst>
            <pc:docMk/>
            <pc:sldMk cId="107667419" sldId="4181"/>
            <ac:spMk id="37" creationId="{B0A4084A-DBCF-48E0-9CB9-25FCAA320BD2}"/>
          </ac:spMkLst>
        </pc:spChg>
        <pc:spChg chg="mod">
          <ac:chgData name="Chu, Minh Long" userId="c42fd0cf-339f-4bdd-a260-41f109f2c137" providerId="ADAL" clId="{110659E9-F4F3-4722-A3DD-08331C018CE7}" dt="2021-05-05T03:17:19.815" v="1640" actId="1035"/>
          <ac:spMkLst>
            <pc:docMk/>
            <pc:sldMk cId="107667419" sldId="4181"/>
            <ac:spMk id="39" creationId="{7054C173-7FC0-4FE2-939F-FFA520927271}"/>
          </ac:spMkLst>
        </pc:spChg>
        <pc:spChg chg="mod">
          <ac:chgData name="Chu, Minh Long" userId="c42fd0cf-339f-4bdd-a260-41f109f2c137" providerId="ADAL" clId="{110659E9-F4F3-4722-A3DD-08331C018CE7}" dt="2021-05-05T03:17:19.815" v="1640" actId="1035"/>
          <ac:spMkLst>
            <pc:docMk/>
            <pc:sldMk cId="107667419" sldId="4181"/>
            <ac:spMk id="40" creationId="{8536F08D-FFE8-4F6F-9C64-8115B683B652}"/>
          </ac:spMkLst>
        </pc:spChg>
        <pc:spChg chg="mod">
          <ac:chgData name="Chu, Minh Long" userId="c42fd0cf-339f-4bdd-a260-41f109f2c137" providerId="ADAL" clId="{110659E9-F4F3-4722-A3DD-08331C018CE7}" dt="2021-05-05T03:17:19.815" v="1640" actId="1035"/>
          <ac:spMkLst>
            <pc:docMk/>
            <pc:sldMk cId="107667419" sldId="4181"/>
            <ac:spMk id="43" creationId="{EF8A5784-3EA8-43AA-BD04-2AA14B9C514E}"/>
          </ac:spMkLst>
        </pc:spChg>
        <pc:spChg chg="mod">
          <ac:chgData name="Chu, Minh Long" userId="c42fd0cf-339f-4bdd-a260-41f109f2c137" providerId="ADAL" clId="{110659E9-F4F3-4722-A3DD-08331C018CE7}" dt="2021-05-05T03:17:19.815" v="1640" actId="1035"/>
          <ac:spMkLst>
            <pc:docMk/>
            <pc:sldMk cId="107667419" sldId="4181"/>
            <ac:spMk id="51" creationId="{85E9E1B5-4098-4972-91DE-D6B5482E0482}"/>
          </ac:spMkLst>
        </pc:spChg>
        <pc:cxnChg chg="mod">
          <ac:chgData name="Chu, Minh Long" userId="c42fd0cf-339f-4bdd-a260-41f109f2c137" providerId="ADAL" clId="{110659E9-F4F3-4722-A3DD-08331C018CE7}" dt="2021-05-05T03:17:19.815" v="1640" actId="1035"/>
          <ac:cxnSpMkLst>
            <pc:docMk/>
            <pc:sldMk cId="107667419" sldId="4181"/>
            <ac:cxnSpMk id="23" creationId="{868794AD-1F87-4746-B95B-A630A578EC33}"/>
          </ac:cxnSpMkLst>
        </pc:cxnChg>
        <pc:cxnChg chg="mod">
          <ac:chgData name="Chu, Minh Long" userId="c42fd0cf-339f-4bdd-a260-41f109f2c137" providerId="ADAL" clId="{110659E9-F4F3-4722-A3DD-08331C018CE7}" dt="2021-05-05T03:17:19.815" v="1640" actId="1035"/>
          <ac:cxnSpMkLst>
            <pc:docMk/>
            <pc:sldMk cId="107667419" sldId="4181"/>
            <ac:cxnSpMk id="24" creationId="{6CB8EAD8-3424-4BC2-920D-DCFF0A80DBE0}"/>
          </ac:cxnSpMkLst>
        </pc:cxnChg>
        <pc:cxnChg chg="mod">
          <ac:chgData name="Chu, Minh Long" userId="c42fd0cf-339f-4bdd-a260-41f109f2c137" providerId="ADAL" clId="{110659E9-F4F3-4722-A3DD-08331C018CE7}" dt="2021-05-05T03:17:19.815" v="1640" actId="1035"/>
          <ac:cxnSpMkLst>
            <pc:docMk/>
            <pc:sldMk cId="107667419" sldId="4181"/>
            <ac:cxnSpMk id="26" creationId="{E7AE17B8-5E13-4FEC-9450-9512B8A98C22}"/>
          </ac:cxnSpMkLst>
        </pc:cxnChg>
        <pc:cxnChg chg="add mod">
          <ac:chgData name="Chu, Minh Long" userId="c42fd0cf-339f-4bdd-a260-41f109f2c137" providerId="ADAL" clId="{110659E9-F4F3-4722-A3DD-08331C018CE7}" dt="2021-05-05T03:17:19.815" v="1640" actId="1035"/>
          <ac:cxnSpMkLst>
            <pc:docMk/>
            <pc:sldMk cId="107667419" sldId="4181"/>
            <ac:cxnSpMk id="29" creationId="{17D6668A-EE68-499F-A945-BAE11C35D473}"/>
          </ac:cxnSpMkLst>
        </pc:cxnChg>
        <pc:cxnChg chg="mod">
          <ac:chgData name="Chu, Minh Long" userId="c42fd0cf-339f-4bdd-a260-41f109f2c137" providerId="ADAL" clId="{110659E9-F4F3-4722-A3DD-08331C018CE7}" dt="2021-05-05T03:17:19.815" v="1640" actId="1035"/>
          <ac:cxnSpMkLst>
            <pc:docMk/>
            <pc:sldMk cId="107667419" sldId="4181"/>
            <ac:cxnSpMk id="42" creationId="{B0A7BEFA-3BB1-488B-A37F-06993A2652B7}"/>
          </ac:cxnSpMkLst>
        </pc:cxnChg>
        <pc:cxnChg chg="mod">
          <ac:chgData name="Chu, Minh Long" userId="c42fd0cf-339f-4bdd-a260-41f109f2c137" providerId="ADAL" clId="{110659E9-F4F3-4722-A3DD-08331C018CE7}" dt="2021-05-05T03:17:19.815" v="1640" actId="1035"/>
          <ac:cxnSpMkLst>
            <pc:docMk/>
            <pc:sldMk cId="107667419" sldId="4181"/>
            <ac:cxnSpMk id="52" creationId="{A85ACD0C-BBA1-4A7F-8C3D-74A47D99DBC2}"/>
          </ac:cxnSpMkLst>
        </pc:cxnChg>
        <pc:cxnChg chg="mod">
          <ac:chgData name="Chu, Minh Long" userId="c42fd0cf-339f-4bdd-a260-41f109f2c137" providerId="ADAL" clId="{110659E9-F4F3-4722-A3DD-08331C018CE7}" dt="2021-05-05T03:17:19.815" v="1640" actId="1035"/>
          <ac:cxnSpMkLst>
            <pc:docMk/>
            <pc:sldMk cId="107667419" sldId="4181"/>
            <ac:cxnSpMk id="53" creationId="{5CFF26CB-68B6-4363-A6D0-7F93B72F14FD}"/>
          </ac:cxnSpMkLst>
        </pc:cxnChg>
        <pc:cxnChg chg="mod">
          <ac:chgData name="Chu, Minh Long" userId="c42fd0cf-339f-4bdd-a260-41f109f2c137" providerId="ADAL" clId="{110659E9-F4F3-4722-A3DD-08331C018CE7}" dt="2021-05-05T03:17:19.815" v="1640" actId="1035"/>
          <ac:cxnSpMkLst>
            <pc:docMk/>
            <pc:sldMk cId="107667419" sldId="4181"/>
            <ac:cxnSpMk id="58" creationId="{B91821BF-1264-4A4C-9052-E910394A7356}"/>
          </ac:cxnSpMkLst>
        </pc:cxnChg>
      </pc:sldChg>
      <pc:sldChg chg="modSp">
        <pc:chgData name="Chu, Minh Long" userId="c42fd0cf-339f-4bdd-a260-41f109f2c137" providerId="ADAL" clId="{110659E9-F4F3-4722-A3DD-08331C018CE7}" dt="2021-05-07T03:44:35.348" v="12854" actId="20577"/>
        <pc:sldMkLst>
          <pc:docMk/>
          <pc:sldMk cId="3122869959" sldId="4182"/>
        </pc:sldMkLst>
        <pc:spChg chg="mod">
          <ac:chgData name="Chu, Minh Long" userId="c42fd0cf-339f-4bdd-a260-41f109f2c137" providerId="ADAL" clId="{110659E9-F4F3-4722-A3DD-08331C018CE7}" dt="2021-05-07T03:44:35.348" v="12854" actId="20577"/>
          <ac:spMkLst>
            <pc:docMk/>
            <pc:sldMk cId="3122869959" sldId="4182"/>
            <ac:spMk id="2" creationId="{69F15991-FF08-47B6-A7D8-CEF2488853AB}"/>
          </ac:spMkLst>
        </pc:spChg>
        <pc:graphicFrameChg chg="modGraphic">
          <ac:chgData name="Chu, Minh Long" userId="c42fd0cf-339f-4bdd-a260-41f109f2c137" providerId="ADAL" clId="{110659E9-F4F3-4722-A3DD-08331C018CE7}" dt="2021-05-06T02:30:05.311" v="6702" actId="2165"/>
          <ac:graphicFrameMkLst>
            <pc:docMk/>
            <pc:sldMk cId="3122869959" sldId="4182"/>
            <ac:graphicFrameMk id="5" creationId="{5B4B9062-7FDA-4A16-945A-904E93A7CA6B}"/>
          </ac:graphicFrameMkLst>
        </pc:graphicFrameChg>
      </pc:sldChg>
      <pc:sldChg chg="modSp">
        <pc:chgData name="Chu, Minh Long" userId="c42fd0cf-339f-4bdd-a260-41f109f2c137" providerId="ADAL" clId="{110659E9-F4F3-4722-A3DD-08331C018CE7}" dt="2021-05-05T02:44:15.114" v="911" actId="20577"/>
        <pc:sldMkLst>
          <pc:docMk/>
          <pc:sldMk cId="2024559528" sldId="4184"/>
        </pc:sldMkLst>
        <pc:spChg chg="mod">
          <ac:chgData name="Chu, Minh Long" userId="c42fd0cf-339f-4bdd-a260-41f109f2c137" providerId="ADAL" clId="{110659E9-F4F3-4722-A3DD-08331C018CE7}" dt="2021-05-05T02:44:15.114" v="911" actId="20577"/>
          <ac:spMkLst>
            <pc:docMk/>
            <pc:sldMk cId="2024559528" sldId="4184"/>
            <ac:spMk id="4" creationId="{00000000-0000-0000-0000-000000000000}"/>
          </ac:spMkLst>
        </pc:spChg>
      </pc:sldChg>
      <pc:sldChg chg="modSp addCm delCm modCm">
        <pc:chgData name="Chu, Minh Long" userId="c42fd0cf-339f-4bdd-a260-41f109f2c137" providerId="ADAL" clId="{110659E9-F4F3-4722-A3DD-08331C018CE7}" dt="2021-05-09T23:59:08.526" v="12960" actId="108"/>
        <pc:sldMkLst>
          <pc:docMk/>
          <pc:sldMk cId="2261934791" sldId="4186"/>
        </pc:sldMkLst>
        <pc:spChg chg="mod">
          <ac:chgData name="Chu, Minh Long" userId="c42fd0cf-339f-4bdd-a260-41f109f2c137" providerId="ADAL" clId="{110659E9-F4F3-4722-A3DD-08331C018CE7}" dt="2021-05-05T02:44:56.704" v="947"/>
          <ac:spMkLst>
            <pc:docMk/>
            <pc:sldMk cId="2261934791" sldId="4186"/>
            <ac:spMk id="34" creationId="{8ED39286-103B-4CDA-B433-BB855E77AB67}"/>
          </ac:spMkLst>
        </pc:spChg>
        <pc:graphicFrameChg chg="mod modGraphic">
          <ac:chgData name="Chu, Minh Long" userId="c42fd0cf-339f-4bdd-a260-41f109f2c137" providerId="ADAL" clId="{110659E9-F4F3-4722-A3DD-08331C018CE7}" dt="2021-05-09T23:59:08.526" v="12960" actId="108"/>
          <ac:graphicFrameMkLst>
            <pc:docMk/>
            <pc:sldMk cId="2261934791" sldId="4186"/>
            <ac:graphicFrameMk id="4" creationId="{E49568F6-D85A-41DB-930C-78975A9CAAF5}"/>
          </ac:graphicFrameMkLst>
        </pc:graphicFrameChg>
      </pc:sldChg>
      <pc:sldChg chg="modSp addCm delCm">
        <pc:chgData name="Chu, Minh Long" userId="c42fd0cf-339f-4bdd-a260-41f109f2c137" providerId="ADAL" clId="{110659E9-F4F3-4722-A3DD-08331C018CE7}" dt="2021-05-09T23:52:52.856" v="12872" actId="1592"/>
        <pc:sldMkLst>
          <pc:docMk/>
          <pc:sldMk cId="2374975459" sldId="4187"/>
        </pc:sldMkLst>
        <pc:spChg chg="mod">
          <ac:chgData name="Chu, Minh Long" userId="c42fd0cf-339f-4bdd-a260-41f109f2c137" providerId="ADAL" clId="{110659E9-F4F3-4722-A3DD-08331C018CE7}" dt="2021-05-05T02:44:54.214" v="946"/>
          <ac:spMkLst>
            <pc:docMk/>
            <pc:sldMk cId="2374975459" sldId="4187"/>
            <ac:spMk id="34" creationId="{8ED39286-103B-4CDA-B433-BB855E77AB67}"/>
          </ac:spMkLst>
        </pc:spChg>
        <pc:graphicFrameChg chg="mod modGraphic">
          <ac:chgData name="Chu, Minh Long" userId="c42fd0cf-339f-4bdd-a260-41f109f2c137" providerId="ADAL" clId="{110659E9-F4F3-4722-A3DD-08331C018CE7}" dt="2021-05-06T06:50:47.597" v="9241" actId="20577"/>
          <ac:graphicFrameMkLst>
            <pc:docMk/>
            <pc:sldMk cId="2374975459" sldId="4187"/>
            <ac:graphicFrameMk id="4" creationId="{E49568F6-D85A-41DB-930C-78975A9CAAF5}"/>
          </ac:graphicFrameMkLst>
        </pc:graphicFrameChg>
      </pc:sldChg>
      <pc:sldChg chg="modSp addCm delCm modCm">
        <pc:chgData name="Chu, Minh Long" userId="c42fd0cf-339f-4bdd-a260-41f109f2c137" providerId="ADAL" clId="{110659E9-F4F3-4722-A3DD-08331C018CE7}" dt="2021-05-10T00:22:08.535" v="13328" actId="400"/>
        <pc:sldMkLst>
          <pc:docMk/>
          <pc:sldMk cId="3778297313" sldId="4188"/>
        </pc:sldMkLst>
        <pc:spChg chg="mod">
          <ac:chgData name="Chu, Minh Long" userId="c42fd0cf-339f-4bdd-a260-41f109f2c137" providerId="ADAL" clId="{110659E9-F4F3-4722-A3DD-08331C018CE7}" dt="2021-05-05T02:44:48.401" v="945" actId="20577"/>
          <ac:spMkLst>
            <pc:docMk/>
            <pc:sldMk cId="3778297313" sldId="4188"/>
            <ac:spMk id="34" creationId="{8ED39286-103B-4CDA-B433-BB855E77AB67}"/>
          </ac:spMkLst>
        </pc:spChg>
        <pc:graphicFrameChg chg="mod modGraphic">
          <ac:chgData name="Chu, Minh Long" userId="c42fd0cf-339f-4bdd-a260-41f109f2c137" providerId="ADAL" clId="{110659E9-F4F3-4722-A3DD-08331C018CE7}" dt="2021-05-10T00:22:08.535" v="13328" actId="400"/>
          <ac:graphicFrameMkLst>
            <pc:docMk/>
            <pc:sldMk cId="3778297313" sldId="4188"/>
            <ac:graphicFrameMk id="4" creationId="{E49568F6-D85A-41DB-930C-78975A9CAAF5}"/>
          </ac:graphicFrameMkLst>
        </pc:graphicFrameChg>
      </pc:sldChg>
      <pc:sldChg chg="modSp addCm delCm modCm">
        <pc:chgData name="Chu, Minh Long" userId="c42fd0cf-339f-4bdd-a260-41f109f2c137" providerId="ADAL" clId="{110659E9-F4F3-4722-A3DD-08331C018CE7}" dt="2021-05-09T23:58:26.663" v="12949" actId="20577"/>
        <pc:sldMkLst>
          <pc:docMk/>
          <pc:sldMk cId="2576923945" sldId="4189"/>
        </pc:sldMkLst>
        <pc:spChg chg="mod">
          <ac:chgData name="Chu, Minh Long" userId="c42fd0cf-339f-4bdd-a260-41f109f2c137" providerId="ADAL" clId="{110659E9-F4F3-4722-A3DD-08331C018CE7}" dt="2021-05-05T02:43:29.018" v="844" actId="20577"/>
          <ac:spMkLst>
            <pc:docMk/>
            <pc:sldMk cId="2576923945" sldId="4189"/>
            <ac:spMk id="34" creationId="{8ED39286-103B-4CDA-B433-BB855E77AB67}"/>
          </ac:spMkLst>
        </pc:spChg>
        <pc:graphicFrameChg chg="mod modGraphic">
          <ac:chgData name="Chu, Minh Long" userId="c42fd0cf-339f-4bdd-a260-41f109f2c137" providerId="ADAL" clId="{110659E9-F4F3-4722-A3DD-08331C018CE7}" dt="2021-05-09T23:58:26.663" v="12949" actId="20577"/>
          <ac:graphicFrameMkLst>
            <pc:docMk/>
            <pc:sldMk cId="2576923945" sldId="4189"/>
            <ac:graphicFrameMk id="4" creationId="{E49568F6-D85A-41DB-930C-78975A9CAAF5}"/>
          </ac:graphicFrameMkLst>
        </pc:graphicFrameChg>
      </pc:sldChg>
      <pc:sldChg chg="modSp">
        <pc:chgData name="Chu, Minh Long" userId="c42fd0cf-339f-4bdd-a260-41f109f2c137" providerId="ADAL" clId="{110659E9-F4F3-4722-A3DD-08331C018CE7}" dt="2021-05-05T09:44:11.135" v="2645" actId="20577"/>
        <pc:sldMkLst>
          <pc:docMk/>
          <pc:sldMk cId="857268311" sldId="4190"/>
        </pc:sldMkLst>
        <pc:spChg chg="mod">
          <ac:chgData name="Chu, Minh Long" userId="c42fd0cf-339f-4bdd-a260-41f109f2c137" providerId="ADAL" clId="{110659E9-F4F3-4722-A3DD-08331C018CE7}" dt="2021-05-05T02:43:33.028" v="846" actId="20577"/>
          <ac:spMkLst>
            <pc:docMk/>
            <pc:sldMk cId="857268311" sldId="4190"/>
            <ac:spMk id="34" creationId="{8ED39286-103B-4CDA-B433-BB855E77AB67}"/>
          </ac:spMkLst>
        </pc:spChg>
        <pc:graphicFrameChg chg="modGraphic">
          <ac:chgData name="Chu, Minh Long" userId="c42fd0cf-339f-4bdd-a260-41f109f2c137" providerId="ADAL" clId="{110659E9-F4F3-4722-A3DD-08331C018CE7}" dt="2021-05-05T09:44:11.135" v="2645" actId="20577"/>
          <ac:graphicFrameMkLst>
            <pc:docMk/>
            <pc:sldMk cId="857268311" sldId="4190"/>
            <ac:graphicFrameMk id="4" creationId="{E49568F6-D85A-41DB-930C-78975A9CAAF5}"/>
          </ac:graphicFrameMkLst>
        </pc:graphicFrameChg>
      </pc:sldChg>
      <pc:sldChg chg="modSp addCm delCm">
        <pc:chgData name="Chu, Minh Long" userId="c42fd0cf-339f-4bdd-a260-41f109f2c137" providerId="ADAL" clId="{110659E9-F4F3-4722-A3DD-08331C018CE7}" dt="2021-05-05T09:57:04.982" v="3330" actId="13926"/>
        <pc:sldMkLst>
          <pc:docMk/>
          <pc:sldMk cId="3554234273" sldId="4191"/>
        </pc:sldMkLst>
        <pc:spChg chg="mod">
          <ac:chgData name="Chu, Minh Long" userId="c42fd0cf-339f-4bdd-a260-41f109f2c137" providerId="ADAL" clId="{110659E9-F4F3-4722-A3DD-08331C018CE7}" dt="2021-05-05T09:43:48.418" v="2629" actId="20577"/>
          <ac:spMkLst>
            <pc:docMk/>
            <pc:sldMk cId="3554234273" sldId="4191"/>
            <ac:spMk id="2" creationId="{69F15991-FF08-47B6-A7D8-CEF2488853AB}"/>
          </ac:spMkLst>
        </pc:spChg>
        <pc:graphicFrameChg chg="mod modGraphic">
          <ac:chgData name="Chu, Minh Long" userId="c42fd0cf-339f-4bdd-a260-41f109f2c137" providerId="ADAL" clId="{110659E9-F4F3-4722-A3DD-08331C018CE7}" dt="2021-05-05T09:57:04.982" v="3330" actId="13926"/>
          <ac:graphicFrameMkLst>
            <pc:docMk/>
            <pc:sldMk cId="3554234273" sldId="4191"/>
            <ac:graphicFrameMk id="4" creationId="{E49568F6-D85A-41DB-930C-78975A9CAAF5}"/>
          </ac:graphicFrameMkLst>
        </pc:graphicFrameChg>
      </pc:sldChg>
      <pc:sldChg chg="modSp addCm delCm modCm">
        <pc:chgData name="Chu, Minh Long" userId="c42fd0cf-339f-4bdd-a260-41f109f2c137" providerId="ADAL" clId="{110659E9-F4F3-4722-A3DD-08331C018CE7}" dt="2021-05-09T23:53:11.894" v="12874" actId="1592"/>
        <pc:sldMkLst>
          <pc:docMk/>
          <pc:sldMk cId="1010116099" sldId="4192"/>
        </pc:sldMkLst>
        <pc:graphicFrameChg chg="mod modGraphic">
          <ac:chgData name="Chu, Minh Long" userId="c42fd0cf-339f-4bdd-a260-41f109f2c137" providerId="ADAL" clId="{110659E9-F4F3-4722-A3DD-08331C018CE7}" dt="2021-05-05T09:40:16.056" v="2439" actId="20577"/>
          <ac:graphicFrameMkLst>
            <pc:docMk/>
            <pc:sldMk cId="1010116099" sldId="4192"/>
            <ac:graphicFrameMk id="4" creationId="{E49568F6-D85A-41DB-930C-78975A9CAAF5}"/>
          </ac:graphicFrameMkLst>
        </pc:graphicFrameChg>
      </pc:sldChg>
      <pc:sldChg chg="modSp">
        <pc:chgData name="Chu, Minh Long" userId="c42fd0cf-339f-4bdd-a260-41f109f2c137" providerId="ADAL" clId="{110659E9-F4F3-4722-A3DD-08331C018CE7}" dt="2021-05-05T08:52:36.295" v="1984" actId="798"/>
        <pc:sldMkLst>
          <pc:docMk/>
          <pc:sldMk cId="1251975658" sldId="4193"/>
        </pc:sldMkLst>
        <pc:graphicFrameChg chg="mod modGraphic">
          <ac:chgData name="Chu, Minh Long" userId="c42fd0cf-339f-4bdd-a260-41f109f2c137" providerId="ADAL" clId="{110659E9-F4F3-4722-A3DD-08331C018CE7}" dt="2021-05-05T08:52:36.295" v="1984" actId="798"/>
          <ac:graphicFrameMkLst>
            <pc:docMk/>
            <pc:sldMk cId="1251975658" sldId="4193"/>
            <ac:graphicFrameMk id="4" creationId="{E49568F6-D85A-41DB-930C-78975A9CAAF5}"/>
          </ac:graphicFrameMkLst>
        </pc:graphicFrameChg>
      </pc:sldChg>
      <pc:sldChg chg="addSp modSp add">
        <pc:chgData name="Chu, Minh Long" userId="c42fd0cf-339f-4bdd-a260-41f109f2c137" providerId="ADAL" clId="{110659E9-F4F3-4722-A3DD-08331C018CE7}" dt="2021-05-09T23:41:33.409" v="12861" actId="313"/>
        <pc:sldMkLst>
          <pc:docMk/>
          <pc:sldMk cId="3101711940" sldId="4194"/>
        </pc:sldMkLst>
        <pc:spChg chg="mod">
          <ac:chgData name="Chu, Minh Long" userId="c42fd0cf-339f-4bdd-a260-41f109f2c137" providerId="ADAL" clId="{110659E9-F4F3-4722-A3DD-08331C018CE7}" dt="2021-05-09T23:41:33.409" v="12861" actId="313"/>
          <ac:spMkLst>
            <pc:docMk/>
            <pc:sldMk cId="3101711940" sldId="4194"/>
            <ac:spMk id="3" creationId="{BDB6CC34-370D-48D3-9922-A119492BD8F5}"/>
          </ac:spMkLst>
        </pc:spChg>
        <pc:spChg chg="mod">
          <ac:chgData name="Chu, Minh Long" userId="c42fd0cf-339f-4bdd-a260-41f109f2c137" providerId="ADAL" clId="{110659E9-F4F3-4722-A3DD-08331C018CE7}" dt="2021-05-05T03:17:12.941" v="1618" actId="1036"/>
          <ac:spMkLst>
            <pc:docMk/>
            <pc:sldMk cId="3101711940" sldId="4194"/>
            <ac:spMk id="25" creationId="{AF901823-2C56-4A8C-8B31-0B84DC1746BB}"/>
          </ac:spMkLst>
        </pc:spChg>
        <pc:spChg chg="mod">
          <ac:chgData name="Chu, Minh Long" userId="c42fd0cf-339f-4bdd-a260-41f109f2c137" providerId="ADAL" clId="{110659E9-F4F3-4722-A3DD-08331C018CE7}" dt="2021-05-05T03:17:12.941" v="1618" actId="1036"/>
          <ac:spMkLst>
            <pc:docMk/>
            <pc:sldMk cId="3101711940" sldId="4194"/>
            <ac:spMk id="27" creationId="{B53DC29E-102C-4BF2-8B3E-F1AD69468269}"/>
          </ac:spMkLst>
        </pc:spChg>
        <pc:spChg chg="mod">
          <ac:chgData name="Chu, Minh Long" userId="c42fd0cf-339f-4bdd-a260-41f109f2c137" providerId="ADAL" clId="{110659E9-F4F3-4722-A3DD-08331C018CE7}" dt="2021-05-05T03:17:12.941" v="1618" actId="1036"/>
          <ac:spMkLst>
            <pc:docMk/>
            <pc:sldMk cId="3101711940" sldId="4194"/>
            <ac:spMk id="28" creationId="{FED9AC64-7F02-4553-BA92-1B0D57B518AC}"/>
          </ac:spMkLst>
        </pc:spChg>
        <pc:spChg chg="mod">
          <ac:chgData name="Chu, Minh Long" userId="c42fd0cf-339f-4bdd-a260-41f109f2c137" providerId="ADAL" clId="{110659E9-F4F3-4722-A3DD-08331C018CE7}" dt="2021-05-05T03:17:12.941" v="1618" actId="1036"/>
          <ac:spMkLst>
            <pc:docMk/>
            <pc:sldMk cId="3101711940" sldId="4194"/>
            <ac:spMk id="30" creationId="{D25DFCC0-F4E8-4F16-B500-E8936B48D730}"/>
          </ac:spMkLst>
        </pc:spChg>
        <pc:spChg chg="mod">
          <ac:chgData name="Chu, Minh Long" userId="c42fd0cf-339f-4bdd-a260-41f109f2c137" providerId="ADAL" clId="{110659E9-F4F3-4722-A3DD-08331C018CE7}" dt="2021-05-05T03:17:12.941" v="1618" actId="1036"/>
          <ac:spMkLst>
            <pc:docMk/>
            <pc:sldMk cId="3101711940" sldId="4194"/>
            <ac:spMk id="31" creationId="{5A404587-00D8-4AEF-ACE1-893E4DE52EE5}"/>
          </ac:spMkLst>
        </pc:spChg>
        <pc:spChg chg="mod">
          <ac:chgData name="Chu, Minh Long" userId="c42fd0cf-339f-4bdd-a260-41f109f2c137" providerId="ADAL" clId="{110659E9-F4F3-4722-A3DD-08331C018CE7}" dt="2021-05-05T03:17:12.941" v="1618" actId="1036"/>
          <ac:spMkLst>
            <pc:docMk/>
            <pc:sldMk cId="3101711940" sldId="4194"/>
            <ac:spMk id="32" creationId="{B5DC318F-D30E-49A9-A0F1-F01D369E9F38}"/>
          </ac:spMkLst>
        </pc:spChg>
        <pc:spChg chg="mod">
          <ac:chgData name="Chu, Minh Long" userId="c42fd0cf-339f-4bdd-a260-41f109f2c137" providerId="ADAL" clId="{110659E9-F4F3-4722-A3DD-08331C018CE7}" dt="2021-05-05T03:17:12.941" v="1618" actId="1036"/>
          <ac:spMkLst>
            <pc:docMk/>
            <pc:sldMk cId="3101711940" sldId="4194"/>
            <ac:spMk id="33" creationId="{B587FF4F-4A3F-4D2F-8952-D00539F2732A}"/>
          </ac:spMkLst>
        </pc:spChg>
        <pc:spChg chg="mod">
          <ac:chgData name="Chu, Minh Long" userId="c42fd0cf-339f-4bdd-a260-41f109f2c137" providerId="ADAL" clId="{110659E9-F4F3-4722-A3DD-08331C018CE7}" dt="2021-05-05T03:17:12.941" v="1618" actId="1036"/>
          <ac:spMkLst>
            <pc:docMk/>
            <pc:sldMk cId="3101711940" sldId="4194"/>
            <ac:spMk id="34" creationId="{408C4336-4280-4BFD-B485-FBE9043CEE4A}"/>
          </ac:spMkLst>
        </pc:spChg>
        <pc:spChg chg="add mod">
          <ac:chgData name="Chu, Minh Long" userId="c42fd0cf-339f-4bdd-a260-41f109f2c137" providerId="ADAL" clId="{110659E9-F4F3-4722-A3DD-08331C018CE7}" dt="2021-05-05T03:17:12.941" v="1618" actId="1036"/>
          <ac:spMkLst>
            <pc:docMk/>
            <pc:sldMk cId="3101711940" sldId="4194"/>
            <ac:spMk id="35" creationId="{DCE2F086-E1DA-401E-BD1F-5BA3E9A369AA}"/>
          </ac:spMkLst>
        </pc:spChg>
        <pc:spChg chg="mod">
          <ac:chgData name="Chu, Minh Long" userId="c42fd0cf-339f-4bdd-a260-41f109f2c137" providerId="ADAL" clId="{110659E9-F4F3-4722-A3DD-08331C018CE7}" dt="2021-05-05T03:17:12.941" v="1618" actId="1036"/>
          <ac:spMkLst>
            <pc:docMk/>
            <pc:sldMk cId="3101711940" sldId="4194"/>
            <ac:spMk id="37" creationId="{B0A4084A-DBCF-48E0-9CB9-25FCAA320BD2}"/>
          </ac:spMkLst>
        </pc:spChg>
        <pc:spChg chg="mod">
          <ac:chgData name="Chu, Minh Long" userId="c42fd0cf-339f-4bdd-a260-41f109f2c137" providerId="ADAL" clId="{110659E9-F4F3-4722-A3DD-08331C018CE7}" dt="2021-05-05T03:17:12.941" v="1618" actId="1036"/>
          <ac:spMkLst>
            <pc:docMk/>
            <pc:sldMk cId="3101711940" sldId="4194"/>
            <ac:spMk id="39" creationId="{7054C173-7FC0-4FE2-939F-FFA520927271}"/>
          </ac:spMkLst>
        </pc:spChg>
        <pc:spChg chg="mod">
          <ac:chgData name="Chu, Minh Long" userId="c42fd0cf-339f-4bdd-a260-41f109f2c137" providerId="ADAL" clId="{110659E9-F4F3-4722-A3DD-08331C018CE7}" dt="2021-05-05T03:17:12.941" v="1618" actId="1036"/>
          <ac:spMkLst>
            <pc:docMk/>
            <pc:sldMk cId="3101711940" sldId="4194"/>
            <ac:spMk id="40" creationId="{8536F08D-FFE8-4F6F-9C64-8115B683B652}"/>
          </ac:spMkLst>
        </pc:spChg>
        <pc:spChg chg="mod">
          <ac:chgData name="Chu, Minh Long" userId="c42fd0cf-339f-4bdd-a260-41f109f2c137" providerId="ADAL" clId="{110659E9-F4F3-4722-A3DD-08331C018CE7}" dt="2021-05-05T03:17:12.941" v="1618" actId="1036"/>
          <ac:spMkLst>
            <pc:docMk/>
            <pc:sldMk cId="3101711940" sldId="4194"/>
            <ac:spMk id="43" creationId="{EF8A5784-3EA8-43AA-BD04-2AA14B9C514E}"/>
          </ac:spMkLst>
        </pc:spChg>
        <pc:spChg chg="mod">
          <ac:chgData name="Chu, Minh Long" userId="c42fd0cf-339f-4bdd-a260-41f109f2c137" providerId="ADAL" clId="{110659E9-F4F3-4722-A3DD-08331C018CE7}" dt="2021-05-05T03:17:12.941" v="1618" actId="1036"/>
          <ac:spMkLst>
            <pc:docMk/>
            <pc:sldMk cId="3101711940" sldId="4194"/>
            <ac:spMk id="51" creationId="{85E9E1B5-4098-4972-91DE-D6B5482E0482}"/>
          </ac:spMkLst>
        </pc:spChg>
        <pc:cxnChg chg="mod">
          <ac:chgData name="Chu, Minh Long" userId="c42fd0cf-339f-4bdd-a260-41f109f2c137" providerId="ADAL" clId="{110659E9-F4F3-4722-A3DD-08331C018CE7}" dt="2021-05-05T03:17:12.941" v="1618" actId="1036"/>
          <ac:cxnSpMkLst>
            <pc:docMk/>
            <pc:sldMk cId="3101711940" sldId="4194"/>
            <ac:cxnSpMk id="23" creationId="{868794AD-1F87-4746-B95B-A630A578EC33}"/>
          </ac:cxnSpMkLst>
        </pc:cxnChg>
        <pc:cxnChg chg="mod">
          <ac:chgData name="Chu, Minh Long" userId="c42fd0cf-339f-4bdd-a260-41f109f2c137" providerId="ADAL" clId="{110659E9-F4F3-4722-A3DD-08331C018CE7}" dt="2021-05-05T03:17:12.941" v="1618" actId="1036"/>
          <ac:cxnSpMkLst>
            <pc:docMk/>
            <pc:sldMk cId="3101711940" sldId="4194"/>
            <ac:cxnSpMk id="24" creationId="{6CB8EAD8-3424-4BC2-920D-DCFF0A80DBE0}"/>
          </ac:cxnSpMkLst>
        </pc:cxnChg>
        <pc:cxnChg chg="mod">
          <ac:chgData name="Chu, Minh Long" userId="c42fd0cf-339f-4bdd-a260-41f109f2c137" providerId="ADAL" clId="{110659E9-F4F3-4722-A3DD-08331C018CE7}" dt="2021-05-05T03:17:12.941" v="1618" actId="1036"/>
          <ac:cxnSpMkLst>
            <pc:docMk/>
            <pc:sldMk cId="3101711940" sldId="4194"/>
            <ac:cxnSpMk id="26" creationId="{E7AE17B8-5E13-4FEC-9450-9512B8A98C22}"/>
          </ac:cxnSpMkLst>
        </pc:cxnChg>
        <pc:cxnChg chg="add mod">
          <ac:chgData name="Chu, Minh Long" userId="c42fd0cf-339f-4bdd-a260-41f109f2c137" providerId="ADAL" clId="{110659E9-F4F3-4722-A3DD-08331C018CE7}" dt="2021-05-05T03:17:12.941" v="1618" actId="1036"/>
          <ac:cxnSpMkLst>
            <pc:docMk/>
            <pc:sldMk cId="3101711940" sldId="4194"/>
            <ac:cxnSpMk id="29" creationId="{F5649942-394B-4457-80F4-4832FB8C22C6}"/>
          </ac:cxnSpMkLst>
        </pc:cxnChg>
        <pc:cxnChg chg="mod">
          <ac:chgData name="Chu, Minh Long" userId="c42fd0cf-339f-4bdd-a260-41f109f2c137" providerId="ADAL" clId="{110659E9-F4F3-4722-A3DD-08331C018CE7}" dt="2021-05-05T03:17:12.941" v="1618" actId="1036"/>
          <ac:cxnSpMkLst>
            <pc:docMk/>
            <pc:sldMk cId="3101711940" sldId="4194"/>
            <ac:cxnSpMk id="42" creationId="{B0A7BEFA-3BB1-488B-A37F-06993A2652B7}"/>
          </ac:cxnSpMkLst>
        </pc:cxnChg>
        <pc:cxnChg chg="mod">
          <ac:chgData name="Chu, Minh Long" userId="c42fd0cf-339f-4bdd-a260-41f109f2c137" providerId="ADAL" clId="{110659E9-F4F3-4722-A3DD-08331C018CE7}" dt="2021-05-05T03:17:12.941" v="1618" actId="1036"/>
          <ac:cxnSpMkLst>
            <pc:docMk/>
            <pc:sldMk cId="3101711940" sldId="4194"/>
            <ac:cxnSpMk id="52" creationId="{A85ACD0C-BBA1-4A7F-8C3D-74A47D99DBC2}"/>
          </ac:cxnSpMkLst>
        </pc:cxnChg>
        <pc:cxnChg chg="mod">
          <ac:chgData name="Chu, Minh Long" userId="c42fd0cf-339f-4bdd-a260-41f109f2c137" providerId="ADAL" clId="{110659E9-F4F3-4722-A3DD-08331C018CE7}" dt="2021-05-05T03:17:12.941" v="1618" actId="1036"/>
          <ac:cxnSpMkLst>
            <pc:docMk/>
            <pc:sldMk cId="3101711940" sldId="4194"/>
            <ac:cxnSpMk id="53" creationId="{5CFF26CB-68B6-4363-A6D0-7F93B72F14FD}"/>
          </ac:cxnSpMkLst>
        </pc:cxnChg>
        <pc:cxnChg chg="mod">
          <ac:chgData name="Chu, Minh Long" userId="c42fd0cf-339f-4bdd-a260-41f109f2c137" providerId="ADAL" clId="{110659E9-F4F3-4722-A3DD-08331C018CE7}" dt="2021-05-05T03:17:12.941" v="1618" actId="1036"/>
          <ac:cxnSpMkLst>
            <pc:docMk/>
            <pc:sldMk cId="3101711940" sldId="4194"/>
            <ac:cxnSpMk id="58" creationId="{B91821BF-1264-4A4C-9052-E910394A7356}"/>
          </ac:cxnSpMkLst>
        </pc:cxnChg>
      </pc:sldChg>
      <pc:sldChg chg="addSp delSp modSp add ord">
        <pc:chgData name="Chu, Minh Long" userId="c42fd0cf-339f-4bdd-a260-41f109f2c137" providerId="ADAL" clId="{110659E9-F4F3-4722-A3DD-08331C018CE7}" dt="2021-05-06T06:29:02.810" v="9131" actId="20577"/>
        <pc:sldMkLst>
          <pc:docMk/>
          <pc:sldMk cId="2198411769" sldId="4195"/>
        </pc:sldMkLst>
        <pc:spChg chg="mod">
          <ac:chgData name="Chu, Minh Long" userId="c42fd0cf-339f-4bdd-a260-41f109f2c137" providerId="ADAL" clId="{110659E9-F4F3-4722-A3DD-08331C018CE7}" dt="2021-05-05T09:22:33.788" v="2174" actId="20577"/>
          <ac:spMkLst>
            <pc:docMk/>
            <pc:sldMk cId="2198411769" sldId="4195"/>
            <ac:spMk id="2" creationId="{00000000-0000-0000-0000-000000000000}"/>
          </ac:spMkLst>
        </pc:spChg>
        <pc:spChg chg="mod">
          <ac:chgData name="Chu, Minh Long" userId="c42fd0cf-339f-4bdd-a260-41f109f2c137" providerId="ADAL" clId="{110659E9-F4F3-4722-A3DD-08331C018CE7}" dt="2021-05-06T06:29:02.810" v="9131" actId="20577"/>
          <ac:spMkLst>
            <pc:docMk/>
            <pc:sldMk cId="2198411769" sldId="4195"/>
            <ac:spMk id="3" creationId="{00000000-0000-0000-0000-000000000000}"/>
          </ac:spMkLst>
        </pc:spChg>
        <pc:spChg chg="del mod">
          <ac:chgData name="Chu, Minh Long" userId="c42fd0cf-339f-4bdd-a260-41f109f2c137" providerId="ADAL" clId="{110659E9-F4F3-4722-A3DD-08331C018CE7}" dt="2021-05-05T09:24:39.669" v="2223"/>
          <ac:spMkLst>
            <pc:docMk/>
            <pc:sldMk cId="2198411769" sldId="4195"/>
            <ac:spMk id="6" creationId="{7BAE7739-CEF1-4E9E-AC1D-933A8306E182}"/>
          </ac:spMkLst>
        </pc:spChg>
        <pc:graphicFrameChg chg="add mod modGraphic">
          <ac:chgData name="Chu, Minh Long" userId="c42fd0cf-339f-4bdd-a260-41f109f2c137" providerId="ADAL" clId="{110659E9-F4F3-4722-A3DD-08331C018CE7}" dt="2021-05-05T09:37:24.334" v="2381" actId="33524"/>
          <ac:graphicFrameMkLst>
            <pc:docMk/>
            <pc:sldMk cId="2198411769" sldId="4195"/>
            <ac:graphicFrameMk id="7" creationId="{AC9F7646-2C71-41D0-A113-7D1E22FA9948}"/>
          </ac:graphicFrameMkLst>
        </pc:graphicFrameChg>
        <pc:picChg chg="add del">
          <ac:chgData name="Chu, Minh Long" userId="c42fd0cf-339f-4bdd-a260-41f109f2c137" providerId="ADAL" clId="{110659E9-F4F3-4722-A3DD-08331C018CE7}" dt="2021-05-05T09:22:42.474" v="2177"/>
          <ac:picMkLst>
            <pc:docMk/>
            <pc:sldMk cId="2198411769" sldId="4195"/>
            <ac:picMk id="4" creationId="{272306FA-E9BF-48DF-9AFA-A731810F6FD5}"/>
          </ac:picMkLst>
        </pc:picChg>
      </pc:sldChg>
      <pc:sldChg chg="add">
        <pc:chgData name="Chu, Minh Long" userId="c42fd0cf-339f-4bdd-a260-41f109f2c137" providerId="ADAL" clId="{110659E9-F4F3-4722-A3DD-08331C018CE7}" dt="2021-05-05T09:43:34.572" v="2580"/>
        <pc:sldMkLst>
          <pc:docMk/>
          <pc:sldMk cId="1388540697" sldId="4196"/>
        </pc:sldMkLst>
      </pc:sldChg>
      <pc:sldChg chg="modSp add">
        <pc:chgData name="Chu, Minh Long" userId="c42fd0cf-339f-4bdd-a260-41f109f2c137" providerId="ADAL" clId="{110659E9-F4F3-4722-A3DD-08331C018CE7}" dt="2021-05-06T05:11:25.639" v="7876" actId="20577"/>
        <pc:sldMkLst>
          <pc:docMk/>
          <pc:sldMk cId="1053419454" sldId="4197"/>
        </pc:sldMkLst>
        <pc:spChg chg="mod">
          <ac:chgData name="Chu, Minh Long" userId="c42fd0cf-339f-4bdd-a260-41f109f2c137" providerId="ADAL" clId="{110659E9-F4F3-4722-A3DD-08331C018CE7}" dt="2021-05-05T10:24:11.635" v="4332" actId="20577"/>
          <ac:spMkLst>
            <pc:docMk/>
            <pc:sldMk cId="1053419454" sldId="4197"/>
            <ac:spMk id="4" creationId="{00000000-0000-0000-0000-000000000000}"/>
          </ac:spMkLst>
        </pc:spChg>
        <pc:graphicFrameChg chg="mod modGraphic">
          <ac:chgData name="Chu, Minh Long" userId="c42fd0cf-339f-4bdd-a260-41f109f2c137" providerId="ADAL" clId="{110659E9-F4F3-4722-A3DD-08331C018CE7}" dt="2021-05-06T05:11:25.639" v="7876" actId="20577"/>
          <ac:graphicFrameMkLst>
            <pc:docMk/>
            <pc:sldMk cId="1053419454" sldId="4197"/>
            <ac:graphicFrameMk id="6" creationId="{6E169B33-C7C6-41FF-AEFA-410732CECDD5}"/>
          </ac:graphicFrameMkLst>
        </pc:graphicFrameChg>
      </pc:sldChg>
      <pc:sldChg chg="modSp add addCm">
        <pc:chgData name="Chu, Minh Long" userId="c42fd0cf-339f-4bdd-a260-41f109f2c137" providerId="ADAL" clId="{110659E9-F4F3-4722-A3DD-08331C018CE7}" dt="2021-05-10T00:24:55.221" v="13365" actId="20577"/>
        <pc:sldMkLst>
          <pc:docMk/>
          <pc:sldMk cId="1686085806" sldId="4198"/>
        </pc:sldMkLst>
        <pc:spChg chg="mod">
          <ac:chgData name="Chu, Minh Long" userId="c42fd0cf-339f-4bdd-a260-41f109f2c137" providerId="ADAL" clId="{110659E9-F4F3-4722-A3DD-08331C018CE7}" dt="2021-05-05T10:15:14.596" v="3795" actId="20577"/>
          <ac:spMkLst>
            <pc:docMk/>
            <pc:sldMk cId="1686085806" sldId="4198"/>
            <ac:spMk id="4" creationId="{00000000-0000-0000-0000-000000000000}"/>
          </ac:spMkLst>
        </pc:spChg>
        <pc:graphicFrameChg chg="mod modGraphic">
          <ac:chgData name="Chu, Minh Long" userId="c42fd0cf-339f-4bdd-a260-41f109f2c137" providerId="ADAL" clId="{110659E9-F4F3-4722-A3DD-08331C018CE7}" dt="2021-05-10T00:24:55.221" v="13365" actId="20577"/>
          <ac:graphicFrameMkLst>
            <pc:docMk/>
            <pc:sldMk cId="1686085806" sldId="4198"/>
            <ac:graphicFrameMk id="6" creationId="{6E169B33-C7C6-41FF-AEFA-410732CECDD5}"/>
          </ac:graphicFrameMkLst>
        </pc:graphicFrameChg>
      </pc:sldChg>
      <pc:sldChg chg="addSp delSp modSp add ord addCm modCm">
        <pc:chgData name="Chu, Minh Long" userId="c42fd0cf-339f-4bdd-a260-41f109f2c137" providerId="ADAL" clId="{110659E9-F4F3-4722-A3DD-08331C018CE7}" dt="2021-05-10T00:44:41.604" v="13367" actId="1589"/>
        <pc:sldMkLst>
          <pc:docMk/>
          <pc:sldMk cId="1631449479" sldId="4199"/>
        </pc:sldMkLst>
        <pc:spChg chg="mod">
          <ac:chgData name="Chu, Minh Long" userId="c42fd0cf-339f-4bdd-a260-41f109f2c137" providerId="ADAL" clId="{110659E9-F4F3-4722-A3DD-08331C018CE7}" dt="2021-05-07T03:44:42.108" v="12858" actId="20577"/>
          <ac:spMkLst>
            <pc:docMk/>
            <pc:sldMk cId="1631449479" sldId="4199"/>
            <ac:spMk id="2" creationId="{69F15991-FF08-47B6-A7D8-CEF2488853AB}"/>
          </ac:spMkLst>
        </pc:spChg>
        <pc:graphicFrameChg chg="add del mod modGraphic">
          <ac:chgData name="Chu, Minh Long" userId="c42fd0cf-339f-4bdd-a260-41f109f2c137" providerId="ADAL" clId="{110659E9-F4F3-4722-A3DD-08331C018CE7}" dt="2021-05-06T07:21:51.962" v="10569" actId="478"/>
          <ac:graphicFrameMkLst>
            <pc:docMk/>
            <pc:sldMk cId="1631449479" sldId="4199"/>
            <ac:graphicFrameMk id="3" creationId="{CCF4D483-AF27-4536-B41F-74715032EFFF}"/>
          </ac:graphicFrameMkLst>
        </pc:graphicFrameChg>
        <pc:graphicFrameChg chg="del">
          <ac:chgData name="Chu, Minh Long" userId="c42fd0cf-339f-4bdd-a260-41f109f2c137" providerId="ADAL" clId="{110659E9-F4F3-4722-A3DD-08331C018CE7}" dt="2021-05-06T02:25:12.655" v="6574" actId="478"/>
          <ac:graphicFrameMkLst>
            <pc:docMk/>
            <pc:sldMk cId="1631449479" sldId="4199"/>
            <ac:graphicFrameMk id="5" creationId="{5B4B9062-7FDA-4A16-945A-904E93A7CA6B}"/>
          </ac:graphicFrameMkLst>
        </pc:graphicFrameChg>
        <pc:graphicFrameChg chg="add mod modGraphic">
          <ac:chgData name="Chu, Minh Long" userId="c42fd0cf-339f-4bdd-a260-41f109f2c137" providerId="ADAL" clId="{110659E9-F4F3-4722-A3DD-08331C018CE7}" dt="2021-05-10T00:23:40.843" v="13354" actId="20577"/>
          <ac:graphicFrameMkLst>
            <pc:docMk/>
            <pc:sldMk cId="1631449479" sldId="4199"/>
            <ac:graphicFrameMk id="7" creationId="{8CFE565E-67CE-40BB-9CEF-372477A8FB04}"/>
          </ac:graphicFrameMkLst>
        </pc:graphicFrameChg>
      </pc:sldChg>
    </pc:docChg>
  </pc:docChgLst>
  <pc:docChgLst>
    <pc:chgData name="Tran, Van Trung" userId="4d69f105-ce37-40ee-af89-b6d020fcbc3b" providerId="ADAL" clId="{DCB10B2B-B611-4245-B731-D187E1C76DDE}"/>
    <pc:docChg chg="custSel modSld">
      <pc:chgData name="Tran, Van Trung" userId="4d69f105-ce37-40ee-af89-b6d020fcbc3b" providerId="ADAL" clId="{DCB10B2B-B611-4245-B731-D187E1C76DDE}" dt="2021-08-09T09:19:13.342" v="680" actId="20577"/>
      <pc:docMkLst>
        <pc:docMk/>
      </pc:docMkLst>
      <pc:sldChg chg="modSp">
        <pc:chgData name="Tran, Van Trung" userId="4d69f105-ce37-40ee-af89-b6d020fcbc3b" providerId="ADAL" clId="{DCB10B2B-B611-4245-B731-D187E1C76DDE}" dt="2021-08-09T09:19:13.342" v="680" actId="20577"/>
        <pc:sldMkLst>
          <pc:docMk/>
          <pc:sldMk cId="3122869959" sldId="4182"/>
        </pc:sldMkLst>
        <pc:graphicFrameChg chg="modGraphic">
          <ac:chgData name="Tran, Van Trung" userId="4d69f105-ce37-40ee-af89-b6d020fcbc3b" providerId="ADAL" clId="{DCB10B2B-B611-4245-B731-D187E1C76DDE}" dt="2021-08-09T09:19:13.342" v="680" actId="20577"/>
          <ac:graphicFrameMkLst>
            <pc:docMk/>
            <pc:sldMk cId="3122869959" sldId="4182"/>
            <ac:graphicFrameMk id="5" creationId="{5B4B9062-7FDA-4A16-945A-904E93A7CA6B}"/>
          </ac:graphicFrameMkLst>
        </pc:graphicFrameChg>
      </pc:sldChg>
    </pc:docChg>
  </pc:docChgLst>
  <pc:docChgLst>
    <pc:chgData name="Long" userId="c42fd0cf-339f-4bdd-a260-41f109f2c137" providerId="ADAL" clId="{110659E9-F4F3-4722-A3DD-08331C018CE7}"/>
    <pc:docChg chg="undo modSld">
      <pc:chgData name="Long" userId="c42fd0cf-339f-4bdd-a260-41f109f2c137" providerId="ADAL" clId="{110659E9-F4F3-4722-A3DD-08331C018CE7}" dt="2021-05-10T08:03:08.467" v="168" actId="20577"/>
      <pc:docMkLst>
        <pc:docMk/>
      </pc:docMkLst>
      <pc:sldChg chg="modSp">
        <pc:chgData name="Long" userId="c42fd0cf-339f-4bdd-a260-41f109f2c137" providerId="ADAL" clId="{110659E9-F4F3-4722-A3DD-08331C018CE7}" dt="2021-05-10T08:03:08.467" v="168" actId="20577"/>
        <pc:sldMkLst>
          <pc:docMk/>
          <pc:sldMk cId="2126594308" sldId="388"/>
        </pc:sldMkLst>
        <pc:spChg chg="mod">
          <ac:chgData name="Long" userId="c42fd0cf-339f-4bdd-a260-41f109f2c137" providerId="ADAL" clId="{110659E9-F4F3-4722-A3DD-08331C018CE7}" dt="2021-05-10T08:03:08.467" v="168" actId="20577"/>
          <ac:spMkLst>
            <pc:docMk/>
            <pc:sldMk cId="2126594308" sldId="388"/>
            <ac:spMk id="3" creationId="{00000000-0000-0000-0000-000000000000}"/>
          </ac:spMkLst>
        </pc:spChg>
      </pc:sldChg>
      <pc:sldChg chg="modSp">
        <pc:chgData name="Long" userId="c42fd0cf-339f-4bdd-a260-41f109f2c137" providerId="ADAL" clId="{110659E9-F4F3-4722-A3DD-08331C018CE7}" dt="2021-05-10T05:56:48.892" v="1" actId="20577"/>
        <pc:sldMkLst>
          <pc:docMk/>
          <pc:sldMk cId="3564280583" sldId="4174"/>
        </pc:sldMkLst>
        <pc:graphicFrameChg chg="modGraphic">
          <ac:chgData name="Long" userId="c42fd0cf-339f-4bdd-a260-41f109f2c137" providerId="ADAL" clId="{110659E9-F4F3-4722-A3DD-08331C018CE7}" dt="2021-05-10T05:56:48.892" v="1" actId="20577"/>
          <ac:graphicFrameMkLst>
            <pc:docMk/>
            <pc:sldMk cId="3564280583" sldId="4174"/>
            <ac:graphicFrameMk id="4" creationId="{E49568F6-D85A-41DB-930C-78975A9CAAF5}"/>
          </ac:graphicFrameMkLst>
        </pc:graphicFrameChg>
      </pc:sldChg>
      <pc:sldChg chg="modSp">
        <pc:chgData name="Long" userId="c42fd0cf-339f-4bdd-a260-41f109f2c137" providerId="ADAL" clId="{110659E9-F4F3-4722-A3DD-08331C018CE7}" dt="2021-05-10T05:03:25.427" v="0"/>
        <pc:sldMkLst>
          <pc:docMk/>
          <pc:sldMk cId="1089345563" sldId="4176"/>
        </pc:sldMkLst>
        <pc:graphicFrameChg chg="mod">
          <ac:chgData name="Long" userId="c42fd0cf-339f-4bdd-a260-41f109f2c137" providerId="ADAL" clId="{110659E9-F4F3-4722-A3DD-08331C018CE7}" dt="2021-05-10T05:03:25.427" v="0"/>
          <ac:graphicFrameMkLst>
            <pc:docMk/>
            <pc:sldMk cId="1089345563" sldId="4176"/>
            <ac:graphicFrameMk id="4" creationId="{E49568F6-D85A-41DB-930C-78975A9CAAF5}"/>
          </ac:graphicFrameMkLst>
        </pc:graphicFrameChg>
      </pc:sldChg>
      <pc:sldChg chg="modSp">
        <pc:chgData name="Long" userId="c42fd0cf-339f-4bdd-a260-41f109f2c137" providerId="ADAL" clId="{110659E9-F4F3-4722-A3DD-08331C018CE7}" dt="2021-05-10T05:57:24.002" v="3" actId="2711"/>
        <pc:sldMkLst>
          <pc:docMk/>
          <pc:sldMk cId="2198411769" sldId="4195"/>
        </pc:sldMkLst>
        <pc:graphicFrameChg chg="modGraphic">
          <ac:chgData name="Long" userId="c42fd0cf-339f-4bdd-a260-41f109f2c137" providerId="ADAL" clId="{110659E9-F4F3-4722-A3DD-08331C018CE7}" dt="2021-05-10T05:57:24.002" v="3" actId="2711"/>
          <ac:graphicFrameMkLst>
            <pc:docMk/>
            <pc:sldMk cId="2198411769" sldId="4195"/>
            <ac:graphicFrameMk id="7" creationId="{AC9F7646-2C71-41D0-A113-7D1E22FA9948}"/>
          </ac:graphicFrameMkLst>
        </pc:graphicFrameChg>
      </pc:sldChg>
      <pc:sldChg chg="modSp">
        <pc:chgData name="Long" userId="c42fd0cf-339f-4bdd-a260-41f109f2c137" providerId="ADAL" clId="{110659E9-F4F3-4722-A3DD-08331C018CE7}" dt="2021-05-10T06:01:24.115" v="167" actId="20577"/>
        <pc:sldMkLst>
          <pc:docMk/>
          <pc:sldMk cId="1631449479" sldId="4199"/>
        </pc:sldMkLst>
        <pc:graphicFrameChg chg="mod modGraphic">
          <ac:chgData name="Long" userId="c42fd0cf-339f-4bdd-a260-41f109f2c137" providerId="ADAL" clId="{110659E9-F4F3-4722-A3DD-08331C018CE7}" dt="2021-05-10T06:01:24.115" v="167" actId="20577"/>
          <ac:graphicFrameMkLst>
            <pc:docMk/>
            <pc:sldMk cId="1631449479" sldId="4199"/>
            <ac:graphicFrameMk id="7" creationId="{8CFE565E-67CE-40BB-9CEF-372477A8FB04}"/>
          </ac:graphicFrameMkLst>
        </pc:graphicFrameChg>
      </pc:sldChg>
    </pc:docChg>
  </pc:docChgLst>
  <pc:docChgLst>
    <pc:chgData name="Chu, Minh Long" userId="c42fd0cf-339f-4bdd-a260-41f109f2c137" providerId="ADAL" clId="{0B32FDE8-A8A4-4355-B83F-0128404BF4D5}"/>
    <pc:docChg chg="modSld">
      <pc:chgData name="Chu, Minh Long" userId="c42fd0cf-339f-4bdd-a260-41f109f2c137" providerId="ADAL" clId="{0B32FDE8-A8A4-4355-B83F-0128404BF4D5}" dt="2021-08-09T09:24:59.150" v="151" actId="13926"/>
      <pc:docMkLst>
        <pc:docMk/>
      </pc:docMkLst>
      <pc:sldChg chg="addSp modSp">
        <pc:chgData name="Chu, Minh Long" userId="c42fd0cf-339f-4bdd-a260-41f109f2c137" providerId="ADAL" clId="{0B32FDE8-A8A4-4355-B83F-0128404BF4D5}" dt="2021-08-09T09:24:09.543" v="149" actId="1037"/>
        <pc:sldMkLst>
          <pc:docMk/>
          <pc:sldMk cId="2126594308" sldId="388"/>
        </pc:sldMkLst>
        <pc:spChg chg="mod">
          <ac:chgData name="Chu, Minh Long" userId="c42fd0cf-339f-4bdd-a260-41f109f2c137" providerId="ADAL" clId="{0B32FDE8-A8A4-4355-B83F-0128404BF4D5}" dt="2021-08-09T09:23:55.669" v="5" actId="1076"/>
          <ac:spMkLst>
            <pc:docMk/>
            <pc:sldMk cId="2126594308" sldId="388"/>
            <ac:spMk id="3" creationId="{00000000-0000-0000-0000-000000000000}"/>
          </ac:spMkLst>
        </pc:spChg>
        <pc:picChg chg="add mod">
          <ac:chgData name="Chu, Minh Long" userId="c42fd0cf-339f-4bdd-a260-41f109f2c137" providerId="ADAL" clId="{0B32FDE8-A8A4-4355-B83F-0128404BF4D5}" dt="2021-08-09T09:24:09.543" v="149" actId="1037"/>
          <ac:picMkLst>
            <pc:docMk/>
            <pc:sldMk cId="2126594308" sldId="388"/>
            <ac:picMk id="3074" creationId="{B10DBE9F-2F92-4690-A1DA-6CC7FC7AA19E}"/>
          </ac:picMkLst>
        </pc:picChg>
      </pc:sldChg>
      <pc:sldChg chg="modSp">
        <pc:chgData name="Chu, Minh Long" userId="c42fd0cf-339f-4bdd-a260-41f109f2c137" providerId="ADAL" clId="{0B32FDE8-A8A4-4355-B83F-0128404BF4D5}" dt="2021-08-09T09:24:59.150" v="151" actId="13926"/>
        <pc:sldMkLst>
          <pc:docMk/>
          <pc:sldMk cId="3122869959" sldId="4182"/>
        </pc:sldMkLst>
        <pc:graphicFrameChg chg="modGraphic">
          <ac:chgData name="Chu, Minh Long" userId="c42fd0cf-339f-4bdd-a260-41f109f2c137" providerId="ADAL" clId="{0B32FDE8-A8A4-4355-B83F-0128404BF4D5}" dt="2021-08-09T09:24:59.150" v="151" actId="13926"/>
          <ac:graphicFrameMkLst>
            <pc:docMk/>
            <pc:sldMk cId="3122869959" sldId="4182"/>
            <ac:graphicFrameMk id="5" creationId="{5B4B9062-7FDA-4A16-945A-904E93A7CA6B}"/>
          </ac:graphicFrameMkLst>
        </pc:graphicFrameChg>
      </pc:sldChg>
      <pc:sldChg chg="modSp">
        <pc:chgData name="Chu, Minh Long" userId="c42fd0cf-339f-4bdd-a260-41f109f2c137" providerId="ADAL" clId="{0B32FDE8-A8A4-4355-B83F-0128404BF4D5}" dt="2021-08-09T09:24:53.856" v="150" actId="13926"/>
        <pc:sldMkLst>
          <pc:docMk/>
          <pc:sldMk cId="3101711940" sldId="4194"/>
        </pc:sldMkLst>
        <pc:spChg chg="mod">
          <ac:chgData name="Chu, Minh Long" userId="c42fd0cf-339f-4bdd-a260-41f109f2c137" providerId="ADAL" clId="{0B32FDE8-A8A4-4355-B83F-0128404BF4D5}" dt="2021-08-09T09:24:53.856" v="150" actId="13926"/>
          <ac:spMkLst>
            <pc:docMk/>
            <pc:sldMk cId="3101711940" sldId="4194"/>
            <ac:spMk id="3" creationId="{BDB6CC34-370D-48D3-9922-A119492BD8F5}"/>
          </ac:spMkLst>
        </pc:spChg>
      </pc:sldChg>
    </pc:docChg>
  </pc:docChgLst>
  <pc:docChgLst>
    <pc:chgData name="Chu, Minh Long" userId="c42fd0cf-339f-4bdd-a260-41f109f2c137" providerId="ADAL" clId="{741B6ACE-EE62-4156-A452-D6C352261B87}"/>
    <pc:docChg chg="undo redo custSel modSld modMainMaster">
      <pc:chgData name="Chu, Minh Long" userId="c42fd0cf-339f-4bdd-a260-41f109f2c137" providerId="ADAL" clId="{741B6ACE-EE62-4156-A452-D6C352261B87}" dt="2021-08-09T09:05:13.855" v="1690" actId="20577"/>
      <pc:docMkLst>
        <pc:docMk/>
      </pc:docMkLst>
      <pc:sldChg chg="modSp">
        <pc:chgData name="Chu, Minh Long" userId="c42fd0cf-339f-4bdd-a260-41f109f2c137" providerId="ADAL" clId="{741B6ACE-EE62-4156-A452-D6C352261B87}" dt="2021-08-09T08:17:51.177" v="2" actId="20577"/>
        <pc:sldMkLst>
          <pc:docMk/>
          <pc:sldMk cId="3781214673" sldId="318"/>
        </pc:sldMkLst>
        <pc:spChg chg="mod">
          <ac:chgData name="Chu, Minh Long" userId="c42fd0cf-339f-4bdd-a260-41f109f2c137" providerId="ADAL" clId="{741B6ACE-EE62-4156-A452-D6C352261B87}" dt="2021-08-09T08:17:51.177" v="2" actId="20577"/>
          <ac:spMkLst>
            <pc:docMk/>
            <pc:sldMk cId="3781214673" sldId="318"/>
            <ac:spMk id="2" creationId="{C042CF80-D3F9-4E8D-AB9B-0ED63A500309}"/>
          </ac:spMkLst>
        </pc:spChg>
      </pc:sldChg>
      <pc:sldChg chg="modSp">
        <pc:chgData name="Chu, Minh Long" userId="c42fd0cf-339f-4bdd-a260-41f109f2c137" providerId="ADAL" clId="{741B6ACE-EE62-4156-A452-D6C352261B87}" dt="2021-08-09T08:18:23.482" v="6" actId="20577"/>
        <pc:sldMkLst>
          <pc:docMk/>
          <pc:sldMk cId="2126594308" sldId="388"/>
        </pc:sldMkLst>
        <pc:spChg chg="mod">
          <ac:chgData name="Chu, Minh Long" userId="c42fd0cf-339f-4bdd-a260-41f109f2c137" providerId="ADAL" clId="{741B6ACE-EE62-4156-A452-D6C352261B87}" dt="2021-08-09T08:18:23.482" v="6" actId="20577"/>
          <ac:spMkLst>
            <pc:docMk/>
            <pc:sldMk cId="2126594308" sldId="388"/>
            <ac:spMk id="3" creationId="{00000000-0000-0000-0000-000000000000}"/>
          </ac:spMkLst>
        </pc:spChg>
      </pc:sldChg>
      <pc:sldChg chg="delCm">
        <pc:chgData name="Chu, Minh Long" userId="c42fd0cf-339f-4bdd-a260-41f109f2c137" providerId="ADAL" clId="{741B6ACE-EE62-4156-A452-D6C352261B87}" dt="2021-08-09T08:36:34.821" v="397" actId="1592"/>
        <pc:sldMkLst>
          <pc:docMk/>
          <pc:sldMk cId="1418421982" sldId="4169"/>
        </pc:sldMkLst>
      </pc:sldChg>
      <pc:sldChg chg="modSp delCm">
        <pc:chgData name="Chu, Minh Long" userId="c42fd0cf-339f-4bdd-a260-41f109f2c137" providerId="ADAL" clId="{741B6ACE-EE62-4156-A452-D6C352261B87}" dt="2021-08-09T08:36:34.805" v="395" actId="1592"/>
        <pc:sldMkLst>
          <pc:docMk/>
          <pc:sldMk cId="350550462" sldId="4170"/>
        </pc:sldMkLst>
        <pc:graphicFrameChg chg="modGraphic">
          <ac:chgData name="Chu, Minh Long" userId="c42fd0cf-339f-4bdd-a260-41f109f2c137" providerId="ADAL" clId="{741B6ACE-EE62-4156-A452-D6C352261B87}" dt="2021-08-09T08:29:28.527" v="391" actId="14734"/>
          <ac:graphicFrameMkLst>
            <pc:docMk/>
            <pc:sldMk cId="350550462" sldId="4170"/>
            <ac:graphicFrameMk id="5" creationId="{5B4B9062-7FDA-4A16-945A-904E93A7CA6B}"/>
          </ac:graphicFrameMkLst>
        </pc:graphicFrameChg>
      </pc:sldChg>
      <pc:sldChg chg="modSp">
        <pc:chgData name="Chu, Minh Long" userId="c42fd0cf-339f-4bdd-a260-41f109f2c137" providerId="ADAL" clId="{741B6ACE-EE62-4156-A452-D6C352261B87}" dt="2021-08-09T08:36:55.940" v="401"/>
        <pc:sldMkLst>
          <pc:docMk/>
          <pc:sldMk cId="3564280583" sldId="4174"/>
        </pc:sldMkLst>
        <pc:graphicFrameChg chg="mod">
          <ac:chgData name="Chu, Minh Long" userId="c42fd0cf-339f-4bdd-a260-41f109f2c137" providerId="ADAL" clId="{741B6ACE-EE62-4156-A452-D6C352261B87}" dt="2021-08-09T08:36:55.940" v="401"/>
          <ac:graphicFrameMkLst>
            <pc:docMk/>
            <pc:sldMk cId="3564280583" sldId="4174"/>
            <ac:graphicFrameMk id="4" creationId="{E49568F6-D85A-41DB-930C-78975A9CAAF5}"/>
          </ac:graphicFrameMkLst>
        </pc:graphicFrameChg>
      </pc:sldChg>
      <pc:sldChg chg="modSp">
        <pc:chgData name="Chu, Minh Long" userId="c42fd0cf-339f-4bdd-a260-41f109f2c137" providerId="ADAL" clId="{741B6ACE-EE62-4156-A452-D6C352261B87}" dt="2021-08-09T09:05:13.855" v="1690" actId="20577"/>
        <pc:sldMkLst>
          <pc:docMk/>
          <pc:sldMk cId="3122869959" sldId="4182"/>
        </pc:sldMkLst>
        <pc:graphicFrameChg chg="mod modGraphic">
          <ac:chgData name="Chu, Minh Long" userId="c42fd0cf-339f-4bdd-a260-41f109f2c137" providerId="ADAL" clId="{741B6ACE-EE62-4156-A452-D6C352261B87}" dt="2021-08-09T09:05:13.855" v="1690" actId="20577"/>
          <ac:graphicFrameMkLst>
            <pc:docMk/>
            <pc:sldMk cId="3122869959" sldId="4182"/>
            <ac:graphicFrameMk id="5" creationId="{5B4B9062-7FDA-4A16-945A-904E93A7CA6B}"/>
          </ac:graphicFrameMkLst>
        </pc:graphicFrameChg>
      </pc:sldChg>
      <pc:sldChg chg="modSp">
        <pc:chgData name="Chu, Minh Long" userId="c42fd0cf-339f-4bdd-a260-41f109f2c137" providerId="ADAL" clId="{741B6ACE-EE62-4156-A452-D6C352261B87}" dt="2021-08-09T08:29:33.616" v="392" actId="13926"/>
        <pc:sldMkLst>
          <pc:docMk/>
          <pc:sldMk cId="3101711940" sldId="4194"/>
        </pc:sldMkLst>
        <pc:spChg chg="mod">
          <ac:chgData name="Chu, Minh Long" userId="c42fd0cf-339f-4bdd-a260-41f109f2c137" providerId="ADAL" clId="{741B6ACE-EE62-4156-A452-D6C352261B87}" dt="2021-08-09T08:29:33.616" v="392" actId="13926"/>
          <ac:spMkLst>
            <pc:docMk/>
            <pc:sldMk cId="3101711940" sldId="4194"/>
            <ac:spMk id="3" creationId="{BDB6CC34-370D-48D3-9922-A119492BD8F5}"/>
          </ac:spMkLst>
        </pc:spChg>
      </pc:sldChg>
      <pc:sldChg chg="delCm">
        <pc:chgData name="Chu, Minh Long" userId="c42fd0cf-339f-4bdd-a260-41f109f2c137" providerId="ADAL" clId="{741B6ACE-EE62-4156-A452-D6C352261B87}" dt="2021-08-09T08:36:34.805" v="396" actId="1592"/>
        <pc:sldMkLst>
          <pc:docMk/>
          <pc:sldMk cId="1686085806" sldId="4198"/>
        </pc:sldMkLst>
      </pc:sldChg>
      <pc:sldChg chg="delCm">
        <pc:chgData name="Chu, Minh Long" userId="c42fd0cf-339f-4bdd-a260-41f109f2c137" providerId="ADAL" clId="{741B6ACE-EE62-4156-A452-D6C352261B87}" dt="2021-08-09T08:36:27.496" v="393" actId="1592"/>
        <pc:sldMkLst>
          <pc:docMk/>
          <pc:sldMk cId="1631449479" sldId="4199"/>
        </pc:sldMkLst>
      </pc:sldChg>
      <pc:sldMasterChg chg="modSldLayout">
        <pc:chgData name="Chu, Minh Long" userId="c42fd0cf-339f-4bdd-a260-41f109f2c137" providerId="ADAL" clId="{741B6ACE-EE62-4156-A452-D6C352261B87}" dt="2021-08-09T08:18:14.668" v="3" actId="478"/>
        <pc:sldMasterMkLst>
          <pc:docMk/>
          <pc:sldMasterMk cId="3521449419" sldId="2147483660"/>
        </pc:sldMasterMkLst>
        <pc:sldLayoutChg chg="delSp">
          <pc:chgData name="Chu, Minh Long" userId="c42fd0cf-339f-4bdd-a260-41f109f2c137" providerId="ADAL" clId="{741B6ACE-EE62-4156-A452-D6C352261B87}" dt="2021-08-09T08:18:14.668" v="3" actId="478"/>
          <pc:sldLayoutMkLst>
            <pc:docMk/>
            <pc:sldMasterMk cId="3521449419" sldId="2147483660"/>
            <pc:sldLayoutMk cId="383874466" sldId="2147483703"/>
          </pc:sldLayoutMkLst>
          <pc:spChg chg="del">
            <ac:chgData name="Chu, Minh Long" userId="c42fd0cf-339f-4bdd-a260-41f109f2c137" providerId="ADAL" clId="{741B6ACE-EE62-4156-A452-D6C352261B87}" dt="2021-08-09T08:18:14.668" v="3" actId="478"/>
            <ac:spMkLst>
              <pc:docMk/>
              <pc:sldMasterMk cId="3521449419" sldId="2147483660"/>
              <pc:sldLayoutMk cId="383874466" sldId="2147483703"/>
              <ac:spMk id="10"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3165EB-F0EF-44C6-BB82-E240B2944107}"/>
              </a:ext>
            </a:extLst>
          </p:cNvPr>
          <p:cNvSpPr>
            <a:spLocks noGrp="1"/>
          </p:cNvSpPr>
          <p:nvPr>
            <p:ph type="hdr" sz="quarter"/>
          </p:nvPr>
        </p:nvSpPr>
        <p:spPr>
          <a:xfrm>
            <a:off x="0" y="0"/>
            <a:ext cx="3077137" cy="512304"/>
          </a:xfrm>
          <a:prstGeom prst="rect">
            <a:avLst/>
          </a:prstGeom>
        </p:spPr>
        <p:txBody>
          <a:bodyPr vert="horz" lIns="94761" tIns="47381" rIns="94761" bIns="47381" rtlCol="0"/>
          <a:lstStyle>
            <a:lvl1pPr algn="l">
              <a:defRPr sz="1200"/>
            </a:lvl1pPr>
          </a:lstStyle>
          <a:p>
            <a:endParaRPr lang="en-SG"/>
          </a:p>
        </p:txBody>
      </p:sp>
      <p:sp>
        <p:nvSpPr>
          <p:cNvPr id="3" name="Date Placeholder 2">
            <a:extLst>
              <a:ext uri="{FF2B5EF4-FFF2-40B4-BE49-F238E27FC236}">
                <a16:creationId xmlns:a16="http://schemas.microsoft.com/office/drawing/2014/main" id="{B5295A13-45E9-40C5-80B7-D73631668F48}"/>
              </a:ext>
            </a:extLst>
          </p:cNvPr>
          <p:cNvSpPr>
            <a:spLocks noGrp="1"/>
          </p:cNvSpPr>
          <p:nvPr>
            <p:ph type="dt" sz="quarter" idx="1"/>
          </p:nvPr>
        </p:nvSpPr>
        <p:spPr>
          <a:xfrm>
            <a:off x="4020507" y="0"/>
            <a:ext cx="3077137" cy="512304"/>
          </a:xfrm>
          <a:prstGeom prst="rect">
            <a:avLst/>
          </a:prstGeom>
        </p:spPr>
        <p:txBody>
          <a:bodyPr vert="horz" lIns="94761" tIns="47381" rIns="94761" bIns="47381" rtlCol="0"/>
          <a:lstStyle>
            <a:lvl1pPr algn="r">
              <a:defRPr sz="1200"/>
            </a:lvl1pPr>
          </a:lstStyle>
          <a:p>
            <a:fld id="{29BA541E-A002-4659-AD7D-29651A776E12}" type="datetimeFigureOut">
              <a:rPr lang="en-SG" smtClean="0"/>
              <a:t>2/11/2021</a:t>
            </a:fld>
            <a:endParaRPr lang="en-SG"/>
          </a:p>
        </p:txBody>
      </p:sp>
      <p:sp>
        <p:nvSpPr>
          <p:cNvPr id="4" name="Footer Placeholder 3">
            <a:extLst>
              <a:ext uri="{FF2B5EF4-FFF2-40B4-BE49-F238E27FC236}">
                <a16:creationId xmlns:a16="http://schemas.microsoft.com/office/drawing/2014/main" id="{72F87521-B600-4255-90C3-B264B537C27A}"/>
              </a:ext>
            </a:extLst>
          </p:cNvPr>
          <p:cNvSpPr>
            <a:spLocks noGrp="1"/>
          </p:cNvSpPr>
          <p:nvPr>
            <p:ph type="ftr" sz="quarter" idx="2"/>
          </p:nvPr>
        </p:nvSpPr>
        <p:spPr>
          <a:xfrm>
            <a:off x="0" y="9722310"/>
            <a:ext cx="3077137" cy="512304"/>
          </a:xfrm>
          <a:prstGeom prst="rect">
            <a:avLst/>
          </a:prstGeom>
        </p:spPr>
        <p:txBody>
          <a:bodyPr vert="horz" lIns="94761" tIns="47381" rIns="94761" bIns="47381"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87DC2A6-573B-440B-A29C-8515832B3EFE}"/>
              </a:ext>
            </a:extLst>
          </p:cNvPr>
          <p:cNvSpPr>
            <a:spLocks noGrp="1"/>
          </p:cNvSpPr>
          <p:nvPr>
            <p:ph type="sldNum" sz="quarter" idx="3"/>
          </p:nvPr>
        </p:nvSpPr>
        <p:spPr>
          <a:xfrm>
            <a:off x="4020507" y="9722310"/>
            <a:ext cx="3077137" cy="512304"/>
          </a:xfrm>
          <a:prstGeom prst="rect">
            <a:avLst/>
          </a:prstGeom>
        </p:spPr>
        <p:txBody>
          <a:bodyPr vert="horz" lIns="94761" tIns="47381" rIns="94761" bIns="47381" rtlCol="0" anchor="b"/>
          <a:lstStyle>
            <a:lvl1pPr algn="r">
              <a:defRPr sz="1200"/>
            </a:lvl1pPr>
          </a:lstStyle>
          <a:p>
            <a:fld id="{504563EE-52E9-4FF7-8AD6-5EF11CCF7674}" type="slidenum">
              <a:rPr lang="en-SG" smtClean="0"/>
              <a:t>‹#›</a:t>
            </a:fld>
            <a:endParaRPr lang="en-SG"/>
          </a:p>
        </p:txBody>
      </p:sp>
    </p:spTree>
    <p:extLst>
      <p:ext uri="{BB962C8B-B14F-4D97-AF65-F5344CB8AC3E}">
        <p14:creationId xmlns:p14="http://schemas.microsoft.com/office/powerpoint/2010/main" val="7555241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3"/>
            <a:ext cx="3077138" cy="513858"/>
          </a:xfrm>
          <a:prstGeom prst="rect">
            <a:avLst/>
          </a:prstGeom>
        </p:spPr>
        <p:txBody>
          <a:bodyPr vert="horz" lIns="94263" tIns="47136" rIns="94263" bIns="47136" rtlCol="0"/>
          <a:lstStyle>
            <a:lvl1pPr algn="l">
              <a:defRPr sz="1200"/>
            </a:lvl1pPr>
          </a:lstStyle>
          <a:p>
            <a:endParaRPr lang="en-SG"/>
          </a:p>
        </p:txBody>
      </p:sp>
      <p:sp>
        <p:nvSpPr>
          <p:cNvPr id="3" name="Date Placeholder 2"/>
          <p:cNvSpPr>
            <a:spLocks noGrp="1"/>
          </p:cNvSpPr>
          <p:nvPr>
            <p:ph type="dt" idx="1"/>
          </p:nvPr>
        </p:nvSpPr>
        <p:spPr>
          <a:xfrm>
            <a:off x="4020510" y="13"/>
            <a:ext cx="3077138" cy="513858"/>
          </a:xfrm>
          <a:prstGeom prst="rect">
            <a:avLst/>
          </a:prstGeom>
        </p:spPr>
        <p:txBody>
          <a:bodyPr vert="horz" lIns="94263" tIns="47136" rIns="94263" bIns="47136" rtlCol="0"/>
          <a:lstStyle>
            <a:lvl1pPr algn="r">
              <a:defRPr sz="1200"/>
            </a:lvl1pPr>
          </a:lstStyle>
          <a:p>
            <a:fld id="{329D4E3D-0AC6-4C67-A493-E5C9B5102A84}" type="datetimeFigureOut">
              <a:rPr lang="en-SG" smtClean="0"/>
              <a:t>2/11/2021</a:t>
            </a:fld>
            <a:endParaRPr lang="en-SG"/>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4263" tIns="47136" rIns="94263" bIns="47136" rtlCol="0" anchor="ctr"/>
          <a:lstStyle/>
          <a:p>
            <a:endParaRPr lang="en-SG"/>
          </a:p>
        </p:txBody>
      </p:sp>
      <p:sp>
        <p:nvSpPr>
          <p:cNvPr id="5" name="Notes Placeholder 4"/>
          <p:cNvSpPr>
            <a:spLocks noGrp="1"/>
          </p:cNvSpPr>
          <p:nvPr>
            <p:ph type="body" sz="quarter" idx="3"/>
          </p:nvPr>
        </p:nvSpPr>
        <p:spPr>
          <a:xfrm>
            <a:off x="709608" y="4925847"/>
            <a:ext cx="5680103" cy="4029040"/>
          </a:xfrm>
          <a:prstGeom prst="rect">
            <a:avLst/>
          </a:prstGeom>
        </p:spPr>
        <p:txBody>
          <a:bodyPr vert="horz" lIns="94263" tIns="47136" rIns="94263" bIns="4713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4" y="9720768"/>
            <a:ext cx="3077138" cy="513858"/>
          </a:xfrm>
          <a:prstGeom prst="rect">
            <a:avLst/>
          </a:prstGeom>
        </p:spPr>
        <p:txBody>
          <a:bodyPr vert="horz" lIns="94263" tIns="47136" rIns="94263" bIns="47136" rtlCol="0" anchor="b"/>
          <a:lstStyle>
            <a:lvl1pPr algn="l">
              <a:defRPr sz="1200"/>
            </a:lvl1pPr>
          </a:lstStyle>
          <a:p>
            <a:endParaRPr lang="en-SG"/>
          </a:p>
        </p:txBody>
      </p:sp>
      <p:sp>
        <p:nvSpPr>
          <p:cNvPr id="7" name="Slide Number Placeholder 6"/>
          <p:cNvSpPr>
            <a:spLocks noGrp="1"/>
          </p:cNvSpPr>
          <p:nvPr>
            <p:ph type="sldNum" sz="quarter" idx="5"/>
          </p:nvPr>
        </p:nvSpPr>
        <p:spPr>
          <a:xfrm>
            <a:off x="4020510" y="9720768"/>
            <a:ext cx="3077138" cy="513858"/>
          </a:xfrm>
          <a:prstGeom prst="rect">
            <a:avLst/>
          </a:prstGeom>
        </p:spPr>
        <p:txBody>
          <a:bodyPr vert="horz" lIns="94263" tIns="47136" rIns="94263" bIns="47136" rtlCol="0" anchor="b"/>
          <a:lstStyle>
            <a:lvl1pPr algn="r">
              <a:defRPr sz="1200"/>
            </a:lvl1pPr>
          </a:lstStyle>
          <a:p>
            <a:fld id="{021B8CC2-E732-41E0-B56F-FE3D4B4CE5E1}" type="slidenum">
              <a:rPr lang="en-SG" smtClean="0"/>
              <a:t>‹#›</a:t>
            </a:fld>
            <a:endParaRPr lang="en-SG"/>
          </a:p>
        </p:txBody>
      </p:sp>
    </p:spTree>
    <p:extLst>
      <p:ext uri="{BB962C8B-B14F-4D97-AF65-F5344CB8AC3E}">
        <p14:creationId xmlns:p14="http://schemas.microsoft.com/office/powerpoint/2010/main" val="3431633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hyperlink" Target="https://intra.aspac.kpmg.com/sites/sg/clarity/Pages/Copyrights---Disclaimers.aspx"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 Right light vertical image">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0" y="0"/>
            <a:ext cx="9906000" cy="6858000"/>
          </a:xfrm>
          <a:prstGeom prst="rect">
            <a:avLst/>
          </a:prstGeom>
        </p:spPr>
      </p:pic>
      <p:sp>
        <p:nvSpPr>
          <p:cNvPr id="8" name="Title 1"/>
          <p:cNvSpPr>
            <a:spLocks noGrp="1"/>
          </p:cNvSpPr>
          <p:nvPr>
            <p:ph type="ctrTitle" hasCustomPrompt="1"/>
          </p:nvPr>
        </p:nvSpPr>
        <p:spPr>
          <a:xfrm>
            <a:off x="790700" y="1339200"/>
            <a:ext cx="6192000" cy="3510000"/>
          </a:xfrm>
        </p:spPr>
        <p:txBody>
          <a:bodyPr anchor="t" anchorCtr="0"/>
          <a:lstStyle>
            <a:lvl1pPr algn="l">
              <a:defRPr sz="11000">
                <a:solidFill>
                  <a:schemeClr val="bg1"/>
                </a:solidFill>
              </a:defRPr>
            </a:lvl1pPr>
          </a:lstStyle>
          <a:p>
            <a:r>
              <a:rPr lang="en-GB"/>
              <a:t>Title Slide 1 – </a:t>
            </a:r>
            <a:br>
              <a:rPr lang="en-GB"/>
            </a:br>
            <a:r>
              <a:rPr lang="en-GB"/>
              <a:t>Left light vertical image</a:t>
            </a:r>
            <a:endParaRPr lang="en-US"/>
          </a:p>
        </p:txBody>
      </p:sp>
      <p:sp>
        <p:nvSpPr>
          <p:cNvPr id="11" name="Freeform 19"/>
          <p:cNvSpPr>
            <a:spLocks noEditPoints="1"/>
          </p:cNvSpPr>
          <p:nvPr/>
        </p:nvSpPr>
        <p:spPr bwMode="auto">
          <a:xfrm>
            <a:off x="8195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4" name="Text Placeholder 3"/>
          <p:cNvSpPr>
            <a:spLocks noGrp="1"/>
          </p:cNvSpPr>
          <p:nvPr>
            <p:ph type="body" sz="quarter" idx="11"/>
          </p:nvPr>
        </p:nvSpPr>
        <p:spPr>
          <a:xfrm>
            <a:off x="819501"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7" name="Text Box 4"/>
          <p:cNvSpPr txBox="1">
            <a:spLocks noChangeArrowheads="1"/>
          </p:cNvSpPr>
          <p:nvPr>
            <p:custDataLst>
              <p:tags r:id="rId1"/>
            </p:custDataLst>
          </p:nvPr>
        </p:nvSpPr>
        <p:spPr bwMode="gray">
          <a:xfrm>
            <a:off x="2236108" y="5916707"/>
            <a:ext cx="3240360" cy="360040"/>
          </a:xfrm>
          <a:prstGeom prst="rect">
            <a:avLst/>
          </a:prstGeom>
          <a:noFill/>
          <a:ln w="6350" algn="ctr">
            <a:noFill/>
            <a:miter lim="800000"/>
            <a:headEnd/>
            <a:tailEnd/>
          </a:ln>
          <a:effectLst/>
        </p:spPr>
        <p:txBody>
          <a:bodyPr wrap="square" lIns="0" tIns="0" rIns="0" bIns="72000" anchor="b" anchorCtr="0">
            <a:noAutofit/>
          </a:bodyPr>
          <a:lstStyle/>
          <a:p>
            <a:pPr defTabSz="762000" eaLnBrk="0" hangingPunct="0">
              <a:lnSpc>
                <a:spcPct val="80000"/>
              </a:lnSpc>
              <a:spcBef>
                <a:spcPct val="20000"/>
              </a:spcBef>
            </a:pPr>
            <a:r>
              <a:rPr lang="en-GB" sz="1100" b="1">
                <a:solidFill>
                  <a:schemeClr val="bg1"/>
                </a:solidFill>
                <a:latin typeface="Arial" panose="020B0604020202020204" pitchFamily="34" charset="0"/>
              </a:rPr>
              <a:t>DRAFT FOR DISCUSSION PURPOSES ONLY</a:t>
            </a:r>
          </a:p>
        </p:txBody>
      </p:sp>
    </p:spTree>
    <p:extLst>
      <p:ext uri="{BB962C8B-B14F-4D97-AF65-F5344CB8AC3E}">
        <p14:creationId xmlns:p14="http://schemas.microsoft.com/office/powerpoint/2010/main" val="2986092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 Right dark vertical image">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8" name="Title 1"/>
          <p:cNvSpPr>
            <a:spLocks noGrp="1"/>
          </p:cNvSpPr>
          <p:nvPr>
            <p:ph type="ctrTitle" hasCustomPrompt="1"/>
          </p:nvPr>
        </p:nvSpPr>
        <p:spPr>
          <a:xfrm>
            <a:off x="790700" y="1339200"/>
            <a:ext cx="6192000" cy="3510000"/>
          </a:xfrm>
        </p:spPr>
        <p:txBody>
          <a:bodyPr anchor="t" anchorCtr="0"/>
          <a:lstStyle>
            <a:lvl1pPr algn="l">
              <a:defRPr sz="11000">
                <a:solidFill>
                  <a:schemeClr val="bg1"/>
                </a:solidFill>
              </a:defRPr>
            </a:lvl1pPr>
          </a:lstStyle>
          <a:p>
            <a:r>
              <a:rPr lang="en-GB"/>
              <a:t>Title Slide 2 – </a:t>
            </a:r>
            <a:br>
              <a:rPr lang="en-GB"/>
            </a:br>
            <a:r>
              <a:rPr lang="en-GB"/>
              <a:t>Right dark vertical image</a:t>
            </a:r>
            <a:endParaRPr lang="en-US"/>
          </a:p>
        </p:txBody>
      </p:sp>
      <p:sp>
        <p:nvSpPr>
          <p:cNvPr id="11" name="Freeform 19"/>
          <p:cNvSpPr>
            <a:spLocks noEditPoints="1"/>
          </p:cNvSpPr>
          <p:nvPr/>
        </p:nvSpPr>
        <p:spPr bwMode="auto">
          <a:xfrm>
            <a:off x="8195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Text Placeholder 3"/>
          <p:cNvSpPr>
            <a:spLocks noGrp="1"/>
          </p:cNvSpPr>
          <p:nvPr>
            <p:ph type="body" sz="quarter" idx="11"/>
          </p:nvPr>
        </p:nvSpPr>
        <p:spPr>
          <a:xfrm>
            <a:off x="819501"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 name="Text Box 4"/>
          <p:cNvSpPr txBox="1">
            <a:spLocks noChangeArrowheads="1"/>
          </p:cNvSpPr>
          <p:nvPr>
            <p:custDataLst>
              <p:tags r:id="rId1"/>
            </p:custDataLst>
          </p:nvPr>
        </p:nvSpPr>
        <p:spPr bwMode="gray">
          <a:xfrm>
            <a:off x="840939" y="5916707"/>
            <a:ext cx="3240360" cy="360040"/>
          </a:xfrm>
          <a:prstGeom prst="rect">
            <a:avLst/>
          </a:prstGeom>
          <a:noFill/>
          <a:ln w="6350" algn="ctr">
            <a:noFill/>
            <a:miter lim="800000"/>
            <a:headEnd/>
            <a:tailEnd/>
          </a:ln>
          <a:effectLst/>
        </p:spPr>
        <p:txBody>
          <a:bodyPr wrap="square" lIns="0" tIns="0" rIns="0" bIns="72000" anchor="b" anchorCtr="0">
            <a:noAutofit/>
          </a:bodyPr>
          <a:lstStyle/>
          <a:p>
            <a:pPr defTabSz="762000" eaLnBrk="0" hangingPunct="0">
              <a:lnSpc>
                <a:spcPct val="80000"/>
              </a:lnSpc>
              <a:spcBef>
                <a:spcPct val="20000"/>
              </a:spcBef>
            </a:pPr>
            <a:r>
              <a:rPr lang="en-GB" sz="1100" b="1">
                <a:solidFill>
                  <a:schemeClr val="bg1"/>
                </a:solidFill>
                <a:latin typeface="Arial" panose="020B0604020202020204" pitchFamily="34" charset="0"/>
              </a:rPr>
              <a:t>DRAFT FOR DISCUSSION PURPOSES ONLY</a:t>
            </a:r>
          </a:p>
        </p:txBody>
      </p:sp>
    </p:spTree>
    <p:extLst>
      <p:ext uri="{BB962C8B-B14F-4D97-AF65-F5344CB8AC3E}">
        <p14:creationId xmlns:p14="http://schemas.microsoft.com/office/powerpoint/2010/main" val="1480783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flipH="1">
            <a:off x="0" y="0"/>
            <a:ext cx="9906000" cy="6858000"/>
          </a:xfrm>
          <a:prstGeom prst="rect">
            <a:avLst/>
          </a:prstGeom>
        </p:spPr>
      </p:pic>
      <p:sp>
        <p:nvSpPr>
          <p:cNvPr id="8" name="Title 1"/>
          <p:cNvSpPr>
            <a:spLocks noGrp="1"/>
          </p:cNvSpPr>
          <p:nvPr>
            <p:ph type="ctrTitle" hasCustomPrompt="1"/>
          </p:nvPr>
        </p:nvSpPr>
        <p:spPr>
          <a:xfrm>
            <a:off x="4036911" y="1339200"/>
            <a:ext cx="5440464" cy="3510000"/>
          </a:xfrm>
        </p:spPr>
        <p:txBody>
          <a:bodyPr anchor="t" anchorCtr="0"/>
          <a:lstStyle>
            <a:lvl1pPr algn="l">
              <a:defRPr sz="11000">
                <a:solidFill>
                  <a:schemeClr val="bg1"/>
                </a:solidFill>
              </a:defRPr>
            </a:lvl1pPr>
          </a:lstStyle>
          <a:p>
            <a:r>
              <a:rPr lang="en-GB"/>
              <a:t>Title slide 3</a:t>
            </a:r>
            <a:br>
              <a:rPr lang="en-GB"/>
            </a:br>
            <a:r>
              <a:rPr lang="en-GB"/>
              <a:t>light right vertical image</a:t>
            </a:r>
            <a:endParaRPr lang="en-US"/>
          </a:p>
        </p:txBody>
      </p:sp>
      <p:sp>
        <p:nvSpPr>
          <p:cNvPr id="11" name="Freeform 19"/>
          <p:cNvSpPr>
            <a:spLocks noEditPoints="1"/>
          </p:cNvSpPr>
          <p:nvPr/>
        </p:nvSpPr>
        <p:spPr bwMode="auto">
          <a:xfrm>
            <a:off x="4065711"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Text Placeholder 3"/>
          <p:cNvSpPr>
            <a:spLocks noGrp="1"/>
          </p:cNvSpPr>
          <p:nvPr>
            <p:ph type="body" sz="quarter" idx="11"/>
          </p:nvPr>
        </p:nvSpPr>
        <p:spPr>
          <a:xfrm>
            <a:off x="4065711" y="5036400"/>
            <a:ext cx="5411664"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 name="Text Box 4"/>
          <p:cNvSpPr txBox="1">
            <a:spLocks noChangeArrowheads="1"/>
          </p:cNvSpPr>
          <p:nvPr>
            <p:custDataLst>
              <p:tags r:id="rId1"/>
            </p:custDataLst>
          </p:nvPr>
        </p:nvSpPr>
        <p:spPr bwMode="gray">
          <a:xfrm>
            <a:off x="2236108" y="5916707"/>
            <a:ext cx="3240360" cy="360040"/>
          </a:xfrm>
          <a:prstGeom prst="rect">
            <a:avLst/>
          </a:prstGeom>
          <a:noFill/>
          <a:ln w="6350" algn="ctr">
            <a:noFill/>
            <a:miter lim="800000"/>
            <a:headEnd/>
            <a:tailEnd/>
          </a:ln>
          <a:effectLst/>
        </p:spPr>
        <p:txBody>
          <a:bodyPr wrap="square" lIns="0" tIns="0" rIns="0" bIns="72000" anchor="b" anchorCtr="0">
            <a:noAutofit/>
          </a:bodyPr>
          <a:lstStyle/>
          <a:p>
            <a:pPr defTabSz="762000" eaLnBrk="0" hangingPunct="0">
              <a:lnSpc>
                <a:spcPct val="80000"/>
              </a:lnSpc>
              <a:spcBef>
                <a:spcPct val="20000"/>
              </a:spcBef>
            </a:pPr>
            <a:r>
              <a:rPr lang="en-GB" sz="1100" b="1">
                <a:solidFill>
                  <a:schemeClr val="bg1"/>
                </a:solidFill>
                <a:latin typeface="Arial" panose="020B0604020202020204" pitchFamily="34" charset="0"/>
              </a:rPr>
              <a:t>DRAFT FOR DISCUSSION PURPOSES ONLY</a:t>
            </a:r>
          </a:p>
        </p:txBody>
      </p:sp>
    </p:spTree>
    <p:extLst>
      <p:ext uri="{BB962C8B-B14F-4D97-AF65-F5344CB8AC3E}">
        <p14:creationId xmlns:p14="http://schemas.microsoft.com/office/powerpoint/2010/main" val="2578923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4 - Left dark vertical image">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flipH="1">
            <a:off x="-2" y="0"/>
            <a:ext cx="9906000" cy="6858000"/>
          </a:xfrm>
          <a:prstGeom prst="rect">
            <a:avLst/>
          </a:prstGeom>
        </p:spPr>
      </p:pic>
      <p:sp>
        <p:nvSpPr>
          <p:cNvPr id="7" name="Title 1"/>
          <p:cNvSpPr>
            <a:spLocks noGrp="1"/>
          </p:cNvSpPr>
          <p:nvPr>
            <p:ph type="ctrTitle" hasCustomPrompt="1"/>
          </p:nvPr>
        </p:nvSpPr>
        <p:spPr>
          <a:xfrm>
            <a:off x="4036911" y="1339200"/>
            <a:ext cx="5440464" cy="3510000"/>
          </a:xfrm>
        </p:spPr>
        <p:txBody>
          <a:bodyPr anchor="t" anchorCtr="0"/>
          <a:lstStyle>
            <a:lvl1pPr algn="l">
              <a:defRPr sz="11000">
                <a:solidFill>
                  <a:schemeClr val="bg1"/>
                </a:solidFill>
              </a:defRPr>
            </a:lvl1pPr>
          </a:lstStyle>
          <a:p>
            <a:r>
              <a:rPr lang="en-GB"/>
              <a:t>Title slide 4</a:t>
            </a:r>
            <a:br>
              <a:rPr lang="en-GB"/>
            </a:br>
            <a:r>
              <a:rPr lang="en-GB"/>
              <a:t>dark left vertical image</a:t>
            </a:r>
            <a:endParaRPr lang="en-US"/>
          </a:p>
        </p:txBody>
      </p:sp>
      <p:sp>
        <p:nvSpPr>
          <p:cNvPr id="9" name="Freeform 19"/>
          <p:cNvSpPr>
            <a:spLocks noEditPoints="1"/>
          </p:cNvSpPr>
          <p:nvPr/>
        </p:nvSpPr>
        <p:spPr bwMode="auto">
          <a:xfrm>
            <a:off x="4065711"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Text Placeholder 3"/>
          <p:cNvSpPr>
            <a:spLocks noGrp="1"/>
          </p:cNvSpPr>
          <p:nvPr>
            <p:ph type="body" sz="quarter" idx="11"/>
          </p:nvPr>
        </p:nvSpPr>
        <p:spPr>
          <a:xfrm>
            <a:off x="4065711" y="5036400"/>
            <a:ext cx="5411664"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3874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5 - Singular image">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r="950"/>
          <a:stretch/>
        </p:blipFill>
        <p:spPr>
          <a:xfrm>
            <a:off x="1" y="0"/>
            <a:ext cx="9905999" cy="6858000"/>
          </a:xfrm>
          <a:prstGeom prst="rect">
            <a:avLst/>
          </a:prstGeom>
        </p:spPr>
      </p:pic>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US"/>
              <a:t>Title slide 5</a:t>
            </a:r>
            <a:br>
              <a:rPr lang="en-US"/>
            </a:br>
            <a:r>
              <a:rPr lang="en-US"/>
              <a:t>singular </a:t>
            </a:r>
            <a:br>
              <a:rPr lang="en-US"/>
            </a:br>
            <a:r>
              <a:rPr lang="en-US"/>
              <a:t>image</a:t>
            </a:r>
          </a:p>
        </p:txBody>
      </p:sp>
      <p:sp>
        <p:nvSpPr>
          <p:cNvPr id="4" name="object 3"/>
          <p:cNvSpPr/>
          <p:nvPr/>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 name="Freeform 19"/>
          <p:cNvSpPr>
            <a:spLocks noEditPoints="1"/>
          </p:cNvSpPr>
          <p:nvPr/>
        </p:nvSpPr>
        <p:spPr bwMode="auto">
          <a:xfrm>
            <a:off x="2236108" y="784800"/>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9"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8" name="Text Box 4"/>
          <p:cNvSpPr txBox="1">
            <a:spLocks noChangeArrowheads="1"/>
          </p:cNvSpPr>
          <p:nvPr>
            <p:custDataLst>
              <p:tags r:id="rId1"/>
            </p:custDataLst>
          </p:nvPr>
        </p:nvSpPr>
        <p:spPr bwMode="gray">
          <a:xfrm>
            <a:off x="1980927" y="5964553"/>
            <a:ext cx="4215492" cy="360040"/>
          </a:xfrm>
          <a:prstGeom prst="rect">
            <a:avLst/>
          </a:prstGeom>
          <a:noFill/>
          <a:ln w="6350" algn="ctr">
            <a:noFill/>
            <a:miter lim="800000"/>
            <a:headEnd/>
            <a:tailEnd/>
          </a:ln>
          <a:effectLst/>
        </p:spPr>
        <p:txBody>
          <a:bodyPr wrap="square" lIns="0" tIns="0" rIns="0" bIns="72000" anchor="b" anchorCtr="0">
            <a:noAutofit/>
          </a:bodyPr>
          <a:lstStyle/>
          <a:p>
            <a:pPr defTabSz="762000" eaLnBrk="0" hangingPunct="0">
              <a:lnSpc>
                <a:spcPct val="80000"/>
              </a:lnSpc>
              <a:spcBef>
                <a:spcPct val="20000"/>
              </a:spcBef>
            </a:pPr>
            <a:r>
              <a:rPr lang="en-GB" sz="1100" b="1">
                <a:solidFill>
                  <a:schemeClr val="bg1"/>
                </a:solidFill>
                <a:latin typeface="Arial" panose="020B0604020202020204" pitchFamily="34" charset="0"/>
              </a:rPr>
              <a:t>DRAFT FOR DISCUSSION PURPOSES ONLY</a:t>
            </a:r>
          </a:p>
        </p:txBody>
      </p:sp>
      <p:sp>
        <p:nvSpPr>
          <p:cNvPr id="11" name="Text Box 4"/>
          <p:cNvSpPr txBox="1">
            <a:spLocks noChangeArrowheads="1"/>
          </p:cNvSpPr>
          <p:nvPr>
            <p:custDataLst>
              <p:tags r:id="rId2"/>
            </p:custDataLst>
          </p:nvPr>
        </p:nvSpPr>
        <p:spPr bwMode="gray">
          <a:xfrm>
            <a:off x="343314" y="5513916"/>
            <a:ext cx="3908826" cy="290568"/>
          </a:xfrm>
          <a:prstGeom prst="rect">
            <a:avLst/>
          </a:prstGeom>
          <a:noFill/>
          <a:ln w="6350" algn="ctr">
            <a:noFill/>
            <a:miter lim="800000"/>
            <a:headEnd/>
            <a:tailEnd/>
          </a:ln>
          <a:effectLst/>
        </p:spPr>
        <p:txBody>
          <a:bodyPr wrap="square" lIns="0" tIns="0" rIns="0" bIns="0" anchor="ctr" anchorCtr="0">
            <a:noAutofit/>
          </a:bodyPr>
          <a:lstStyle/>
          <a:p>
            <a:pPr algn="r" defTabSz="762000" eaLnBrk="0" hangingPunct="0"/>
            <a:r>
              <a:rPr lang="en-GB" sz="900" b="1">
                <a:solidFill>
                  <a:schemeClr val="accent4"/>
                </a:solidFill>
              </a:rPr>
              <a:t>DRAFT FOR DISCUSSION PURPOSES ONLY</a:t>
            </a:r>
          </a:p>
        </p:txBody>
      </p:sp>
    </p:spTree>
    <p:extLst>
      <p:ext uri="{BB962C8B-B14F-4D97-AF65-F5344CB8AC3E}">
        <p14:creationId xmlns:p14="http://schemas.microsoft.com/office/powerpoint/2010/main" val="3494990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Title slide 6</a:t>
            </a:r>
            <a:br>
              <a:rPr lang="en-GB"/>
            </a:br>
            <a:r>
              <a:rPr lang="en-GB"/>
              <a:t>no image</a:t>
            </a:r>
            <a:endParaRPr lang="en-US"/>
          </a:p>
        </p:txBody>
      </p:sp>
      <p:sp>
        <p:nvSpPr>
          <p:cNvPr id="4" name="object 3"/>
          <p:cNvSpPr/>
          <p:nvPr/>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9" name="Freeform 19"/>
          <p:cNvSpPr>
            <a:spLocks noEditPoints="1"/>
          </p:cNvSpPr>
          <p:nvPr/>
        </p:nvSpPr>
        <p:spPr bwMode="auto">
          <a:xfrm>
            <a:off x="2236108" y="784800"/>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48723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Letter two column">
    <p:spTree>
      <p:nvGrpSpPr>
        <p:cNvPr id="1" name=""/>
        <p:cNvGrpSpPr/>
        <p:nvPr/>
      </p:nvGrpSpPr>
      <p:grpSpPr>
        <a:xfrm>
          <a:off x="0" y="0"/>
          <a:ext cx="0" cy="0"/>
          <a:chOff x="0" y="0"/>
          <a:chExt cx="0" cy="0"/>
        </a:xfrm>
      </p:grpSpPr>
      <p:sp>
        <p:nvSpPr>
          <p:cNvPr id="25" name="Text Placeholder 24"/>
          <p:cNvSpPr>
            <a:spLocks noGrp="1"/>
          </p:cNvSpPr>
          <p:nvPr>
            <p:ph type="body" sz="quarter" idx="14"/>
          </p:nvPr>
        </p:nvSpPr>
        <p:spPr>
          <a:xfrm>
            <a:off x="5046663" y="445724"/>
            <a:ext cx="4378758" cy="365356"/>
          </a:xfrm>
        </p:spPr>
        <p:txBody>
          <a:bodyPr lIns="144000"/>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6" name="Text Placeholder 24"/>
          <p:cNvSpPr>
            <a:spLocks noGrp="1"/>
          </p:cNvSpPr>
          <p:nvPr>
            <p:ph type="body" sz="quarter" idx="15"/>
          </p:nvPr>
        </p:nvSpPr>
        <p:spPr>
          <a:xfrm>
            <a:off x="488950" y="445724"/>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p:nvPr>
        </p:nvSpPr>
        <p:spPr>
          <a:xfrm>
            <a:off x="488950" y="1177924"/>
            <a:ext cx="4370388" cy="4843463"/>
          </a:xfrm>
        </p:spPr>
        <p:txBody>
          <a:bodyPr/>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8"/>
          <p:cNvSpPr>
            <a:spLocks noGrp="1"/>
          </p:cNvSpPr>
          <p:nvPr>
            <p:ph type="body" sz="quarter" idx="11"/>
          </p:nvPr>
        </p:nvSpPr>
        <p:spPr>
          <a:xfrm>
            <a:off x="5061064" y="1177924"/>
            <a:ext cx="4355985" cy="4843463"/>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Rectangle 20"/>
          <p:cNvSpPr/>
          <p:nvPr/>
        </p:nvSpPr>
        <p:spPr>
          <a:xfrm>
            <a:off x="5047877" y="1177924"/>
            <a:ext cx="91081" cy="4843463"/>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GB" sz="1500">
              <a:solidFill>
                <a:schemeClr val="bg1"/>
              </a:solidFill>
            </a:endParaRPr>
          </a:p>
        </p:txBody>
      </p:sp>
      <p:sp>
        <p:nvSpPr>
          <p:cNvPr id="15" name="Freeform 19"/>
          <p:cNvSpPr>
            <a:spLocks noEditPoints="1"/>
          </p:cNvSpPr>
          <p:nvPr/>
        </p:nvSpPr>
        <p:spPr bwMode="auto">
          <a:xfrm>
            <a:off x="809508" y="6320118"/>
            <a:ext cx="4602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16" name="TextBox 15"/>
          <p:cNvSpPr txBox="1"/>
          <p:nvPr/>
        </p:nvSpPr>
        <p:spPr>
          <a:xfrm>
            <a:off x="1875900" y="6320118"/>
            <a:ext cx="1339038"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LLP, a UK limited liability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partnership, is a member of KPMG International, a Swiss cooperative</a:t>
            </a:r>
          </a:p>
        </p:txBody>
      </p:sp>
      <p:sp>
        <p:nvSpPr>
          <p:cNvPr id="17" name="TextBox 16"/>
          <p:cNvSpPr txBox="1"/>
          <p:nvPr/>
        </p:nvSpPr>
        <p:spPr>
          <a:xfrm>
            <a:off x="3392507" y="6320118"/>
            <a:ext cx="1655370"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Audit Plc, a company incorporated under the UK Companies Acts, is a member of KPMG International, a Swiss cooperative</a:t>
            </a:r>
          </a:p>
        </p:txBody>
      </p:sp>
      <p:sp>
        <p:nvSpPr>
          <p:cNvPr id="18" name="TextBox 17"/>
          <p:cNvSpPr txBox="1"/>
          <p:nvPr/>
        </p:nvSpPr>
        <p:spPr>
          <a:xfrm>
            <a:off x="5225447" y="6320118"/>
            <a:ext cx="1391575"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3110745</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22" name="TextBox 21"/>
          <p:cNvSpPr txBox="1"/>
          <p:nvPr/>
        </p:nvSpPr>
        <p:spPr>
          <a:xfrm>
            <a:off x="6794591" y="6320118"/>
            <a:ext cx="1546299"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OC301540</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23" name="Shape 8"/>
          <p:cNvSpPr txBox="1">
            <a:spLocks/>
          </p:cNvSpPr>
          <p:nvPr/>
        </p:nvSpPr>
        <p:spPr>
          <a:xfrm>
            <a:off x="8590360" y="6320118"/>
            <a:ext cx="500778"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tx2"/>
                </a:solidFill>
                <a:latin typeface="+mn-lt"/>
                <a:ea typeface="Arial"/>
                <a:cs typeface="Arial" panose="020B0604020202020204" pitchFamily="34" charset="0"/>
              </a:rPr>
              <a:pPr algn="r"/>
              <a:t>‹#›</a:t>
            </a:fld>
            <a:endParaRPr lang="en-US" sz="1000">
              <a:solidFill>
                <a:schemeClr val="tx2"/>
              </a:solidFill>
              <a:latin typeface="+mn-lt"/>
              <a:ea typeface="Arial"/>
              <a:cs typeface="Arial" panose="020B0604020202020204" pitchFamily="34" charset="0"/>
            </a:endParaRPr>
          </a:p>
        </p:txBody>
      </p:sp>
    </p:spTree>
    <p:extLst>
      <p:ext uri="{BB962C8B-B14F-4D97-AF65-F5344CB8AC3E}">
        <p14:creationId xmlns:p14="http://schemas.microsoft.com/office/powerpoint/2010/main" val="748663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tter continuation">
    <p:spTree>
      <p:nvGrpSpPr>
        <p:cNvPr id="1" name=""/>
        <p:cNvGrpSpPr/>
        <p:nvPr/>
      </p:nvGrpSpPr>
      <p:grpSpPr>
        <a:xfrm>
          <a:off x="0" y="0"/>
          <a:ext cx="0" cy="0"/>
          <a:chOff x="0" y="0"/>
          <a:chExt cx="0" cy="0"/>
        </a:xfrm>
      </p:grpSpPr>
      <p:sp>
        <p:nvSpPr>
          <p:cNvPr id="25" name="Text Placeholder 24"/>
          <p:cNvSpPr>
            <a:spLocks noGrp="1"/>
          </p:cNvSpPr>
          <p:nvPr>
            <p:ph type="body" sz="quarter" idx="14"/>
          </p:nvPr>
        </p:nvSpPr>
        <p:spPr>
          <a:xfrm>
            <a:off x="5046663" y="445724"/>
            <a:ext cx="4378758" cy="365356"/>
          </a:xfrm>
        </p:spPr>
        <p:txBody>
          <a:bodyPr lIns="144000"/>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6" name="Text Placeholder 24"/>
          <p:cNvSpPr>
            <a:spLocks noGrp="1"/>
          </p:cNvSpPr>
          <p:nvPr>
            <p:ph type="body" sz="quarter" idx="15"/>
          </p:nvPr>
        </p:nvSpPr>
        <p:spPr>
          <a:xfrm>
            <a:off x="488950" y="445724"/>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p:nvPr>
        </p:nvSpPr>
        <p:spPr>
          <a:xfrm>
            <a:off x="488950" y="1177924"/>
            <a:ext cx="4370388" cy="4843463"/>
          </a:xfrm>
        </p:spPr>
        <p:txBody>
          <a:bodyPr/>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8"/>
          <p:cNvSpPr>
            <a:spLocks noGrp="1"/>
          </p:cNvSpPr>
          <p:nvPr>
            <p:ph type="body" sz="quarter" idx="11"/>
          </p:nvPr>
        </p:nvSpPr>
        <p:spPr>
          <a:xfrm>
            <a:off x="5061064" y="1177924"/>
            <a:ext cx="4355985" cy="4843463"/>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Rectangle 20"/>
          <p:cNvSpPr/>
          <p:nvPr/>
        </p:nvSpPr>
        <p:spPr>
          <a:xfrm>
            <a:off x="5046663" y="1177924"/>
            <a:ext cx="91081" cy="4843463"/>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GB" sz="1500">
              <a:solidFill>
                <a:schemeClr val="bg1"/>
              </a:solidFill>
            </a:endParaRPr>
          </a:p>
        </p:txBody>
      </p:sp>
      <p:sp>
        <p:nvSpPr>
          <p:cNvPr id="15" name="Freeform 19"/>
          <p:cNvSpPr>
            <a:spLocks noEditPoints="1"/>
          </p:cNvSpPr>
          <p:nvPr/>
        </p:nvSpPr>
        <p:spPr bwMode="auto">
          <a:xfrm>
            <a:off x="809508" y="6320118"/>
            <a:ext cx="4602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16" name="TextBox 15"/>
          <p:cNvSpPr txBox="1"/>
          <p:nvPr/>
        </p:nvSpPr>
        <p:spPr>
          <a:xfrm>
            <a:off x="1875900" y="6320118"/>
            <a:ext cx="1339038"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LLP, a UK limited liability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partnership, is a member of KPMG International, a Swiss cooperative</a:t>
            </a:r>
          </a:p>
        </p:txBody>
      </p:sp>
      <p:sp>
        <p:nvSpPr>
          <p:cNvPr id="17" name="TextBox 16"/>
          <p:cNvSpPr txBox="1"/>
          <p:nvPr/>
        </p:nvSpPr>
        <p:spPr>
          <a:xfrm>
            <a:off x="3392507" y="6320118"/>
            <a:ext cx="1655370"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Audit Plc, a company incorporated under the UK Companies Acts, is a member of KPMG International, a Swiss cooperative</a:t>
            </a:r>
          </a:p>
        </p:txBody>
      </p:sp>
      <p:sp>
        <p:nvSpPr>
          <p:cNvPr id="18" name="TextBox 17"/>
          <p:cNvSpPr txBox="1"/>
          <p:nvPr/>
        </p:nvSpPr>
        <p:spPr>
          <a:xfrm>
            <a:off x="5225447" y="6320118"/>
            <a:ext cx="1391575"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3110745</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22" name="TextBox 21"/>
          <p:cNvSpPr txBox="1"/>
          <p:nvPr/>
        </p:nvSpPr>
        <p:spPr>
          <a:xfrm>
            <a:off x="6794591" y="6320118"/>
            <a:ext cx="1546299"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OC301540</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23" name="Shape 8"/>
          <p:cNvSpPr txBox="1">
            <a:spLocks/>
          </p:cNvSpPr>
          <p:nvPr/>
        </p:nvSpPr>
        <p:spPr>
          <a:xfrm>
            <a:off x="8590360" y="6320118"/>
            <a:ext cx="500778"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tx2"/>
                </a:solidFill>
                <a:latin typeface="+mn-lt"/>
                <a:ea typeface="Arial"/>
                <a:cs typeface="Arial" panose="020B0604020202020204" pitchFamily="34" charset="0"/>
              </a:rPr>
              <a:pPr algn="r"/>
              <a:t>‹#›</a:t>
            </a:fld>
            <a:endParaRPr lang="en-US" sz="1000">
              <a:solidFill>
                <a:schemeClr val="tx2"/>
              </a:solidFill>
              <a:latin typeface="+mn-lt"/>
              <a:ea typeface="Arial"/>
              <a:cs typeface="Arial" panose="020B0604020202020204" pitchFamily="34" charset="0"/>
            </a:endParaRPr>
          </a:p>
        </p:txBody>
      </p:sp>
    </p:spTree>
    <p:extLst>
      <p:ext uri="{BB962C8B-B14F-4D97-AF65-F5344CB8AC3E}">
        <p14:creationId xmlns:p14="http://schemas.microsoft.com/office/powerpoint/2010/main" val="1357102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tter important notice combinatio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177925"/>
            <a:ext cx="4370388" cy="4843462"/>
          </a:xfrm>
        </p:spPr>
        <p:txBody>
          <a:bodyPr/>
          <a:lstStyle>
            <a:lvl1pPr>
              <a:defRPr sz="800" baseline="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8"/>
          <p:cNvSpPr>
            <a:spLocks noGrp="1"/>
          </p:cNvSpPr>
          <p:nvPr>
            <p:ph type="body" sz="quarter" idx="11"/>
          </p:nvPr>
        </p:nvSpPr>
        <p:spPr>
          <a:xfrm>
            <a:off x="5046662" y="1177925"/>
            <a:ext cx="4370387" cy="4843462"/>
          </a:xfrm>
          <a:ln w="6350">
            <a:noFill/>
          </a:ln>
        </p:spPr>
        <p:txBody>
          <a:bodyPr lIns="0" tIns="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Freeform 19"/>
          <p:cNvSpPr>
            <a:spLocks noEditPoints="1"/>
          </p:cNvSpPr>
          <p:nvPr/>
        </p:nvSpPr>
        <p:spPr bwMode="auto">
          <a:xfrm>
            <a:off x="809508" y="6320118"/>
            <a:ext cx="4602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13" name="TextBox 12"/>
          <p:cNvSpPr txBox="1"/>
          <p:nvPr/>
        </p:nvSpPr>
        <p:spPr>
          <a:xfrm>
            <a:off x="1875900" y="6320118"/>
            <a:ext cx="1339038"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LLP, a UK limited liability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partnership, is a member of KPMG International, a Swiss cooperative</a:t>
            </a:r>
          </a:p>
        </p:txBody>
      </p:sp>
      <p:sp>
        <p:nvSpPr>
          <p:cNvPr id="14" name="TextBox 13"/>
          <p:cNvSpPr txBox="1"/>
          <p:nvPr/>
        </p:nvSpPr>
        <p:spPr>
          <a:xfrm>
            <a:off x="3392507" y="6320118"/>
            <a:ext cx="1655370"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Audit Plc, a company incorporated under the UK Companies Acts, is a member of KPMG International, a Swiss cooperative</a:t>
            </a:r>
          </a:p>
        </p:txBody>
      </p:sp>
      <p:sp>
        <p:nvSpPr>
          <p:cNvPr id="15" name="TextBox 14"/>
          <p:cNvSpPr txBox="1"/>
          <p:nvPr/>
        </p:nvSpPr>
        <p:spPr>
          <a:xfrm>
            <a:off x="5225447" y="6320118"/>
            <a:ext cx="1391575"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3110745</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16" name="TextBox 15"/>
          <p:cNvSpPr txBox="1"/>
          <p:nvPr/>
        </p:nvSpPr>
        <p:spPr>
          <a:xfrm>
            <a:off x="6794591" y="6320118"/>
            <a:ext cx="1546299"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OC301540</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17" name="Shape 8"/>
          <p:cNvSpPr txBox="1">
            <a:spLocks/>
          </p:cNvSpPr>
          <p:nvPr/>
        </p:nvSpPr>
        <p:spPr>
          <a:xfrm>
            <a:off x="8590360" y="6320118"/>
            <a:ext cx="500778"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tx2"/>
                </a:solidFill>
                <a:latin typeface="+mn-lt"/>
                <a:ea typeface="Arial"/>
                <a:cs typeface="Arial" panose="020B0604020202020204" pitchFamily="34" charset="0"/>
              </a:rPr>
              <a:pPr algn="r"/>
              <a:t>‹#›</a:t>
            </a:fld>
            <a:endParaRPr lang="en-US" sz="1000">
              <a:solidFill>
                <a:schemeClr val="tx2"/>
              </a:solidFill>
              <a:latin typeface="+mn-lt"/>
              <a:ea typeface="Arial"/>
              <a:cs typeface="Arial" panose="020B0604020202020204" pitchFamily="34" charset="0"/>
            </a:endParaRPr>
          </a:p>
        </p:txBody>
      </p:sp>
      <p:sp>
        <p:nvSpPr>
          <p:cNvPr id="11" name="Text Placeholder 24"/>
          <p:cNvSpPr>
            <a:spLocks noGrp="1"/>
          </p:cNvSpPr>
          <p:nvPr>
            <p:ph type="body" sz="quarter" idx="15"/>
          </p:nvPr>
        </p:nvSpPr>
        <p:spPr>
          <a:xfrm>
            <a:off x="488950" y="445724"/>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7358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KEY MESSAGE">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48" y="1422400"/>
            <a:ext cx="1746000"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1"/>
          </p:nvPr>
        </p:nvSpPr>
        <p:spPr>
          <a:xfrm>
            <a:off x="2451100" y="1422400"/>
            <a:ext cx="696595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6"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988297081"/>
      </p:ext>
    </p:extLst>
  </p:cSld>
  <p:clrMapOvr>
    <a:masterClrMapping/>
  </p:clrMapOvr>
  <p:extLst>
    <p:ext uri="{DCECCB84-F9BA-43D5-87BE-67443E8EF086}">
      <p15:sldGuideLst xmlns:p15="http://schemas.microsoft.com/office/powerpoint/2012/main">
        <p15:guide id="1" pos="15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1747838"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1"/>
          </p:nvPr>
        </p:nvSpPr>
        <p:spPr>
          <a:xfrm>
            <a:off x="2446338" y="1422400"/>
            <a:ext cx="340200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2"/>
          </p:nvPr>
        </p:nvSpPr>
        <p:spPr>
          <a:xfrm>
            <a:off x="6015990" y="1422400"/>
            <a:ext cx="340200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45295165"/>
      </p:ext>
    </p:extLst>
  </p:cSld>
  <p:clrMapOvr>
    <a:masterClrMapping/>
  </p:clrMapOvr>
  <p:extLst>
    <p:ext uri="{DCECCB84-F9BA-43D5-87BE-67443E8EF086}">
      <p15:sldGuideLst xmlns:p15="http://schemas.microsoft.com/office/powerpoint/2012/main">
        <p15:guide id="1" pos="1409">
          <p15:clr>
            <a:srgbClr val="FBAE40"/>
          </p15:clr>
        </p15:guide>
        <p15:guide id="2" pos="154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1747838"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2"/>
          </p:nvPr>
        </p:nvSpPr>
        <p:spPr>
          <a:xfrm>
            <a:off x="6015990" y="1422400"/>
            <a:ext cx="340200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4150666215"/>
      </p:ext>
    </p:extLst>
  </p:cSld>
  <p:clrMapOvr>
    <a:masterClrMapping/>
  </p:clrMapOvr>
  <p:extLst>
    <p:ext uri="{DCECCB84-F9BA-43D5-87BE-67443E8EF086}">
      <p15:sldGuideLst xmlns:p15="http://schemas.microsoft.com/office/powerpoint/2012/main">
        <p15:guide id="1" pos="1409">
          <p15:clr>
            <a:srgbClr val="FBAE40"/>
          </p15:clr>
        </p15:guide>
        <p15:guide id="2" pos="154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086707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892810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
        <p:nvSpPr>
          <p:cNvPr id="6" name="Title 5"/>
          <p:cNvSpPr>
            <a:spLocks noGrp="1"/>
          </p:cNvSpPr>
          <p:nvPr>
            <p:ph type="title"/>
          </p:nvPr>
        </p:nvSpPr>
        <p:spPr>
          <a:xfrm>
            <a:off x="488950" y="451575"/>
            <a:ext cx="8928100" cy="723600"/>
          </a:xfrm>
        </p:spPr>
        <p:txBody>
          <a:bodyPr/>
          <a:lstStyle/>
          <a:p>
            <a:r>
              <a:rPr lang="en-US"/>
              <a:t>Click to edit Master title style</a:t>
            </a:r>
            <a:endParaRPr lang="en-GB"/>
          </a:p>
        </p:txBody>
      </p:sp>
    </p:spTree>
    <p:extLst>
      <p:ext uri="{BB962C8B-B14F-4D97-AF65-F5344CB8AC3E}">
        <p14:creationId xmlns:p14="http://schemas.microsoft.com/office/powerpoint/2010/main" val="10761739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5043900" y="1422400"/>
            <a:ext cx="403650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a:xfrm>
            <a:off x="488950" y="451575"/>
            <a:ext cx="8591450" cy="723600"/>
          </a:xfrm>
        </p:spPr>
        <p:txBody>
          <a:bodyPr/>
          <a:lstStyle/>
          <a:p>
            <a:r>
              <a:rPr lang="en-US"/>
              <a:t>Click to edit Master title style</a:t>
            </a:r>
            <a:endParaRPr lang="en-GB"/>
          </a:p>
        </p:txBody>
      </p:sp>
      <p:sp>
        <p:nvSpPr>
          <p:cNvPr id="5"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760996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hart Placeholder 5"/>
          <p:cNvSpPr>
            <a:spLocks noGrp="1"/>
          </p:cNvSpPr>
          <p:nvPr>
            <p:ph type="chart" sz="quarter" idx="13"/>
          </p:nvPr>
        </p:nvSpPr>
        <p:spPr>
          <a:xfrm>
            <a:off x="5043900" y="1422400"/>
            <a:ext cx="4373150" cy="4604400"/>
          </a:xfrm>
        </p:spPr>
        <p:txBody>
          <a:bodyPr anchor="ctr"/>
          <a:lstStyle>
            <a:lvl1pPr algn="ctr">
              <a:defRPr/>
            </a:lvl1pPr>
          </a:lstStyle>
          <a:p>
            <a:r>
              <a:rPr lang="en-US"/>
              <a:t>Click icon to add chart</a:t>
            </a:r>
            <a:endParaRPr lang="en-GB"/>
          </a:p>
        </p:txBody>
      </p:sp>
      <p:sp>
        <p:nvSpPr>
          <p:cNvPr id="2" name="Title 1"/>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5" name="Text Placeholder 4"/>
          <p:cNvSpPr>
            <a:spLocks noGrp="1"/>
          </p:cNvSpPr>
          <p:nvPr>
            <p:ph type="body" sz="quarter" idx="11" hasCustomPrompt="1"/>
          </p:nvPr>
        </p:nvSpPr>
        <p:spPr>
          <a:xfrm>
            <a:off x="488950" y="203863"/>
            <a:ext cx="825480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468853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3830800"/>
            <a:ext cx="89281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488950" y="1422400"/>
            <a:ext cx="8928100" cy="2196000"/>
          </a:xfrm>
        </p:spPr>
        <p:txBody>
          <a:bodyPr anchor="ctr"/>
          <a:lstStyle>
            <a:lvl1pPr algn="ctr">
              <a:defRPr/>
            </a:lvl1pPr>
          </a:lstStyle>
          <a:p>
            <a:r>
              <a:rPr lang="en-US"/>
              <a:t>Click icon to add chart</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6"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778661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LUMN CHART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3531000" y="1422400"/>
            <a:ext cx="2844000" cy="21960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488950" y="1422400"/>
            <a:ext cx="2844000" cy="21960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488949" y="38308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6573050" y="1422400"/>
            <a:ext cx="2844000" cy="21960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3530999" y="38308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6573050" y="38308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1" name="Text Placeholder 4"/>
          <p:cNvSpPr>
            <a:spLocks noGrp="1"/>
          </p:cNvSpPr>
          <p:nvPr>
            <p:ph type="body" sz="quarter" idx="16"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4413369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PICTUR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88950" y="1422400"/>
            <a:ext cx="8928100" cy="4604400"/>
          </a:xfrm>
        </p:spPr>
        <p:txBody>
          <a:bodyPr anchor="ctr"/>
          <a:lstStyle>
            <a:lvl1pPr algn="ctr">
              <a:defRPr/>
            </a:lvl1pPr>
          </a:lstStyle>
          <a:p>
            <a:r>
              <a:rPr lang="en-US"/>
              <a:t>Click icon to add picture</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5"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546685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026800"/>
          </a:xfrm>
        </p:spPr>
        <p:txBody>
          <a:bodyPr anchor="ctr"/>
          <a:lstStyle>
            <a:lvl1pPr algn="ctr">
              <a:defRPr/>
            </a:lvl1pPr>
          </a:lstStyle>
          <a:p>
            <a:r>
              <a:rPr lang="en-US"/>
              <a:t>Click icon to add picture</a:t>
            </a:r>
            <a:endParaRPr lang="en-GB"/>
          </a:p>
        </p:txBody>
      </p:sp>
    </p:spTree>
    <p:extLst>
      <p:ext uri="{BB962C8B-B14F-4D97-AF65-F5344CB8AC3E}">
        <p14:creationId xmlns:p14="http://schemas.microsoft.com/office/powerpoint/2010/main" val="29006133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ROCESS FIVE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315975"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143000"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970025"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488950" y="1426659"/>
            <a:ext cx="1620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2315975"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4143000"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5970025"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7797050"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7797050"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4" name="Text Placeholder 4"/>
          <p:cNvSpPr>
            <a:spLocks noGrp="1"/>
          </p:cNvSpPr>
          <p:nvPr>
            <p:ph type="body" sz="quarter" idx="20"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287759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68983"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049016"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329050"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488950" y="1426659"/>
            <a:ext cx="2088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2768983"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049016"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329050"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1" name="Text Placeholder 4"/>
          <p:cNvSpPr>
            <a:spLocks noGrp="1"/>
          </p:cNvSpPr>
          <p:nvPr>
            <p:ph type="body" sz="quarter" idx="18"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2683865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963100" y="4532800"/>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963100" y="1775459"/>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4357201" y="3191932"/>
            <a:ext cx="1191600" cy="1191600"/>
          </a:xfrm>
          <a:prstGeom prst="ellipse">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8"/>
          <p:cNvSpPr>
            <a:spLocks noGrp="1"/>
          </p:cNvSpPr>
          <p:nvPr>
            <p:ph type="body" sz="quarter" idx="15"/>
          </p:nvPr>
        </p:nvSpPr>
        <p:spPr>
          <a:xfrm>
            <a:off x="5963100" y="1428430"/>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963100" y="4182242"/>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88950" y="4532800"/>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18"/>
          </p:nvPr>
        </p:nvSpPr>
        <p:spPr>
          <a:xfrm>
            <a:off x="488950" y="4182242"/>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75459"/>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488950" y="1428430"/>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Right Arrow 2"/>
          <p:cNvSpPr/>
          <p:nvPr/>
        </p:nvSpPr>
        <p:spPr>
          <a:xfrm rot="2655894">
            <a:off x="4100849" y="2812312"/>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21" name="Right Arrow 20"/>
          <p:cNvSpPr/>
          <p:nvPr/>
        </p:nvSpPr>
        <p:spPr>
          <a:xfrm rot="18944106" flipH="1">
            <a:off x="5391752" y="2812312"/>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22" name="Right Arrow 21"/>
          <p:cNvSpPr/>
          <p:nvPr/>
        </p:nvSpPr>
        <p:spPr>
          <a:xfrm rot="18944106" flipV="1">
            <a:off x="4100849" y="4385153"/>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23" name="Right Arrow 22"/>
          <p:cNvSpPr/>
          <p:nvPr/>
        </p:nvSpPr>
        <p:spPr>
          <a:xfrm rot="2655894" flipH="1" flipV="1">
            <a:off x="5391752" y="4385153"/>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GB"/>
          </a:p>
        </p:txBody>
      </p:sp>
      <p:sp>
        <p:nvSpPr>
          <p:cNvPr id="16" name="Text Placeholder 4"/>
          <p:cNvSpPr>
            <a:spLocks noGrp="1"/>
          </p:cNvSpPr>
          <p:nvPr>
            <p:ph type="body" sz="quarter" idx="11" hasCustomPrompt="1"/>
          </p:nvPr>
        </p:nvSpPr>
        <p:spPr>
          <a:xfrm>
            <a:off x="488950" y="203863"/>
            <a:ext cx="825480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6957156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88950" y="1781375"/>
            <a:ext cx="4373150" cy="4245425"/>
          </a:xfrm>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48895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5043900" y="1781375"/>
            <a:ext cx="4373150" cy="4245425"/>
          </a:xfrm>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504390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7"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85535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AD">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054324" y="4241200"/>
            <a:ext cx="4362725"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054324" y="1775459"/>
            <a:ext cx="4362725"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p:cNvSpPr>
            <a:spLocks noGrp="1"/>
          </p:cNvSpPr>
          <p:nvPr>
            <p:ph type="body" sz="quarter" idx="15"/>
          </p:nvPr>
        </p:nvSpPr>
        <p:spPr>
          <a:xfrm>
            <a:off x="5054324" y="1428430"/>
            <a:ext cx="4362725"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054324" y="3890142"/>
            <a:ext cx="4362725"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88950" y="4241200"/>
            <a:ext cx="4361750"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18"/>
          </p:nvPr>
        </p:nvSpPr>
        <p:spPr>
          <a:xfrm>
            <a:off x="488950" y="3890142"/>
            <a:ext cx="43617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75459"/>
            <a:ext cx="4361750"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488950" y="1428430"/>
            <a:ext cx="43617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899627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AD - NO HEADING">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064824" y="3829182"/>
            <a:ext cx="4352225" cy="22032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054324" y="1422400"/>
            <a:ext cx="4352225" cy="2204719"/>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17"/>
          </p:nvPr>
        </p:nvSpPr>
        <p:spPr>
          <a:xfrm>
            <a:off x="499450" y="3829182"/>
            <a:ext cx="4361750" cy="22032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8"/>
          <p:cNvSpPr>
            <a:spLocks noGrp="1"/>
          </p:cNvSpPr>
          <p:nvPr>
            <p:ph type="body" sz="quarter" idx="19"/>
          </p:nvPr>
        </p:nvSpPr>
        <p:spPr>
          <a:xfrm>
            <a:off x="488950" y="1422400"/>
            <a:ext cx="4361750" cy="2204719"/>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0628604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one title style</a:t>
            </a:r>
            <a:endParaRPr lang="en-US"/>
          </a:p>
        </p:txBody>
      </p:sp>
      <p:sp>
        <p:nvSpPr>
          <p:cNvPr id="4" name="object 3"/>
          <p:cNvSpPr/>
          <p:nvPr/>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3869611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two title style</a:t>
            </a:r>
            <a:endParaRPr lang="en-US"/>
          </a:p>
        </p:txBody>
      </p:sp>
      <p:sp>
        <p:nvSpPr>
          <p:cNvPr id="4" name="object 3"/>
          <p:cNvSpPr/>
          <p:nvPr/>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9627710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three title style</a:t>
            </a:r>
            <a:endParaRPr lang="en-US"/>
          </a:p>
        </p:txBody>
      </p:sp>
      <p:sp>
        <p:nvSpPr>
          <p:cNvPr id="4" name="object 3"/>
          <p:cNvSpPr/>
          <p:nvPr/>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89814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four title style</a:t>
            </a:r>
            <a:endParaRPr lang="en-US"/>
          </a:p>
        </p:txBody>
      </p:sp>
      <p:sp>
        <p:nvSpPr>
          <p:cNvPr id="4" name="object 3"/>
          <p:cNvSpPr/>
          <p:nvPr/>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9811532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REPORT 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16" name="Rectangle 6"/>
          <p:cNvSpPr>
            <a:spLocks noChangeArrowheads="1"/>
          </p:cNvSpPr>
          <p:nvPr/>
        </p:nvSpPr>
        <p:spPr bwMode="gray">
          <a:xfrm>
            <a:off x="1704314" y="6233914"/>
            <a:ext cx="1458955" cy="226590"/>
          </a:xfrm>
          <a:prstGeom prst="rect">
            <a:avLst/>
          </a:prstGeom>
          <a:noFill/>
          <a:ln w="6350">
            <a:noFill/>
            <a:miter lim="800000"/>
            <a:headEnd/>
            <a:tailEnd/>
          </a:ln>
          <a:effectLst/>
        </p:spPr>
        <p:txBody>
          <a:bodyPr lIns="0" tIns="0" rIns="0" bIns="0" anchor="t" anchorCtr="0"/>
          <a:lstStyle/>
          <a:p>
            <a:pPr defTabSz="825475" eaLnBrk="0" hangingPunct="0">
              <a:tabLst>
                <a:tab pos="2856487" algn="ctr"/>
                <a:tab pos="5712972" algn="r"/>
              </a:tabLst>
            </a:pPr>
            <a:r>
              <a:rPr lang="en-US" sz="550" b="0">
                <a:solidFill>
                  <a:schemeClr val="bg1">
                    <a:lumMod val="65000"/>
                  </a:schemeClr>
                </a:solidFill>
                <a:latin typeface="+mn-lt"/>
                <a:cs typeface="Arial" panose="020B0604020202020204" pitchFamily="34" charset="0"/>
              </a:rPr>
              <a:t>KPMG LLP, a UK limited liability partnership, is a member of KPMG International, </a:t>
            </a:r>
            <a:br>
              <a:rPr lang="en-US" sz="550" b="0">
                <a:solidFill>
                  <a:schemeClr val="bg1">
                    <a:lumMod val="65000"/>
                  </a:schemeClr>
                </a:solidFill>
                <a:latin typeface="+mn-lt"/>
                <a:cs typeface="Arial" panose="020B0604020202020204" pitchFamily="34" charset="0"/>
              </a:rPr>
            </a:br>
            <a:r>
              <a:rPr lang="en-US" sz="550" b="0">
                <a:solidFill>
                  <a:schemeClr val="bg1">
                    <a:lumMod val="65000"/>
                  </a:schemeClr>
                </a:solidFill>
                <a:latin typeface="+mn-lt"/>
                <a:cs typeface="Arial" panose="020B0604020202020204" pitchFamily="34" charset="0"/>
              </a:rPr>
              <a:t>a Swiss cooperative</a:t>
            </a:r>
          </a:p>
        </p:txBody>
      </p:sp>
      <p:sp>
        <p:nvSpPr>
          <p:cNvPr id="17" name="Rectangle 7"/>
          <p:cNvSpPr>
            <a:spLocks noChangeArrowheads="1"/>
          </p:cNvSpPr>
          <p:nvPr/>
        </p:nvSpPr>
        <p:spPr bwMode="gray">
          <a:xfrm>
            <a:off x="6869995" y="6233914"/>
            <a:ext cx="1228504" cy="218653"/>
          </a:xfrm>
          <a:prstGeom prst="rect">
            <a:avLst/>
          </a:prstGeom>
          <a:noFill/>
          <a:ln w="6350">
            <a:noFill/>
            <a:miter lim="800000"/>
            <a:headEnd/>
            <a:tailEnd/>
          </a:ln>
          <a:effectLst/>
        </p:spPr>
        <p:txBody>
          <a:bodyPr lIns="0" tIns="0" rIns="0" bIns="0" anchor="t" anchorCtr="0"/>
          <a:lstStyle/>
          <a:p>
            <a:pPr defTabSz="825475" eaLnBrk="0" hangingPunct="0">
              <a:tabLst>
                <a:tab pos="2856487" algn="ctr"/>
                <a:tab pos="5712972" algn="r"/>
              </a:tabLst>
            </a:pPr>
            <a:r>
              <a:rPr lang="en-US" sz="550" b="0">
                <a:solidFill>
                  <a:schemeClr val="bg1">
                    <a:lumMod val="65000"/>
                  </a:schemeClr>
                </a:solidFill>
                <a:latin typeface="+mn-lt"/>
                <a:cs typeface="Arial" panose="020B0604020202020204" pitchFamily="34" charset="0"/>
              </a:rPr>
              <a:t>Registered in England No OC301540</a:t>
            </a:r>
          </a:p>
          <a:p>
            <a:pPr defTabSz="825475" eaLnBrk="0" hangingPunct="0">
              <a:tabLst>
                <a:tab pos="2856487" algn="ctr"/>
                <a:tab pos="5712972" algn="r"/>
              </a:tabLst>
            </a:pPr>
            <a:r>
              <a:rPr lang="en-US" sz="550" b="0">
                <a:solidFill>
                  <a:schemeClr val="bg1">
                    <a:lumMod val="65000"/>
                  </a:schemeClr>
                </a:solidFill>
                <a:latin typeface="+mn-lt"/>
                <a:cs typeface="Arial" panose="020B0604020202020204" pitchFamily="34" charset="0"/>
              </a:rPr>
              <a:t>Registered office: 15 Canada Square, </a:t>
            </a:r>
            <a:br>
              <a:rPr lang="en-US" sz="550" b="0">
                <a:solidFill>
                  <a:schemeClr val="bg1">
                    <a:lumMod val="65000"/>
                  </a:schemeClr>
                </a:solidFill>
                <a:latin typeface="+mn-lt"/>
                <a:cs typeface="Arial" panose="020B0604020202020204" pitchFamily="34" charset="0"/>
              </a:rPr>
            </a:br>
            <a:r>
              <a:rPr lang="en-US" sz="550" b="0">
                <a:solidFill>
                  <a:schemeClr val="bg1">
                    <a:lumMod val="65000"/>
                  </a:schemeClr>
                </a:solidFill>
                <a:latin typeface="+mn-lt"/>
                <a:cs typeface="Arial" panose="020B0604020202020204" pitchFamily="34" charset="0"/>
              </a:rPr>
              <a:t>London E14 5GL </a:t>
            </a:r>
          </a:p>
        </p:txBody>
      </p:sp>
      <p:sp>
        <p:nvSpPr>
          <p:cNvPr id="18" name="Rectangle 6"/>
          <p:cNvSpPr>
            <a:spLocks noChangeArrowheads="1"/>
          </p:cNvSpPr>
          <p:nvPr/>
        </p:nvSpPr>
        <p:spPr bwMode="gray">
          <a:xfrm>
            <a:off x="3351380" y="6233914"/>
            <a:ext cx="1889785" cy="310198"/>
          </a:xfrm>
          <a:prstGeom prst="rect">
            <a:avLst/>
          </a:prstGeom>
          <a:noFill/>
          <a:ln w="6350">
            <a:noFill/>
            <a:miter lim="800000"/>
            <a:headEnd/>
            <a:tailEnd/>
          </a:ln>
          <a:effectLst/>
        </p:spPr>
        <p:txBody>
          <a:bodyPr lIns="0" tIns="0" rIns="0" bIns="0" anchor="t" anchorCtr="0"/>
          <a:lstStyle/>
          <a:p>
            <a:r>
              <a:rPr lang="en-US" sz="550">
                <a:solidFill>
                  <a:schemeClr val="bg1">
                    <a:lumMod val="65000"/>
                  </a:schemeClr>
                </a:solidFill>
                <a:latin typeface="+mn-lt"/>
                <a:cs typeface="Arial" panose="020B0604020202020204" pitchFamily="34" charset="0"/>
              </a:rPr>
              <a:t>KPMG Audit </a:t>
            </a:r>
            <a:r>
              <a:rPr lang="en-US" sz="550" err="1">
                <a:solidFill>
                  <a:schemeClr val="bg1">
                    <a:lumMod val="65000"/>
                  </a:schemeClr>
                </a:solidFill>
                <a:latin typeface="+mn-lt"/>
                <a:cs typeface="Arial" panose="020B0604020202020204" pitchFamily="34" charset="0"/>
              </a:rPr>
              <a:t>Plc</a:t>
            </a:r>
            <a:r>
              <a:rPr lang="en-US" sz="550">
                <a:solidFill>
                  <a:schemeClr val="bg1">
                    <a:lumMod val="65000"/>
                  </a:schemeClr>
                </a:solidFill>
                <a:latin typeface="+mn-lt"/>
                <a:cs typeface="Arial" panose="020B0604020202020204" pitchFamily="34" charset="0"/>
              </a:rPr>
              <a:t>, a company incorporated under the </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UK Companies Acts, is a member of KPMG International, </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a Swiss cooperative</a:t>
            </a:r>
          </a:p>
        </p:txBody>
      </p:sp>
      <p:sp>
        <p:nvSpPr>
          <p:cNvPr id="19" name="Rectangle 7"/>
          <p:cNvSpPr>
            <a:spLocks noChangeArrowheads="1"/>
          </p:cNvSpPr>
          <p:nvPr/>
        </p:nvSpPr>
        <p:spPr bwMode="gray">
          <a:xfrm>
            <a:off x="5429275" y="6233914"/>
            <a:ext cx="1252610" cy="218653"/>
          </a:xfrm>
          <a:prstGeom prst="rect">
            <a:avLst/>
          </a:prstGeom>
          <a:noFill/>
          <a:ln w="6350">
            <a:noFill/>
            <a:miter lim="800000"/>
            <a:headEnd/>
            <a:tailEnd/>
          </a:ln>
          <a:effectLst/>
        </p:spPr>
        <p:txBody>
          <a:bodyPr lIns="0" tIns="0" rIns="0" bIns="0" anchor="t" anchorCtr="0"/>
          <a:lstStyle/>
          <a:p>
            <a:r>
              <a:rPr lang="en-US" sz="550">
                <a:solidFill>
                  <a:schemeClr val="bg1">
                    <a:lumMod val="65000"/>
                  </a:schemeClr>
                </a:solidFill>
                <a:latin typeface="+mn-lt"/>
                <a:cs typeface="Arial" panose="020B0604020202020204" pitchFamily="34" charset="0"/>
              </a:rPr>
              <a:t>Registered in England No 3110745</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Registered office: 15 Canada Square, </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London E14 5GL </a:t>
            </a:r>
          </a:p>
        </p:txBody>
      </p:sp>
      <p:sp>
        <p:nvSpPr>
          <p:cNvPr id="20" name="Freeform 19"/>
          <p:cNvSpPr>
            <a:spLocks noEditPoints="1"/>
          </p:cNvSpPr>
          <p:nvPr/>
        </p:nvSpPr>
        <p:spPr bwMode="auto">
          <a:xfrm>
            <a:off x="488950" y="6233914"/>
            <a:ext cx="545578" cy="223557"/>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latin typeface="+mn-lt"/>
            </a:endParaRPr>
          </a:p>
        </p:txBody>
      </p:sp>
    </p:spTree>
    <p:extLst>
      <p:ext uri="{BB962C8B-B14F-4D97-AF65-F5344CB8AC3E}">
        <p14:creationId xmlns:p14="http://schemas.microsoft.com/office/powerpoint/2010/main" val="12721035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REPORT TITLE CONTENT">
    <p:spTree>
      <p:nvGrpSpPr>
        <p:cNvPr id="1" name=""/>
        <p:cNvGrpSpPr/>
        <p:nvPr/>
      </p:nvGrpSpPr>
      <p:grpSpPr>
        <a:xfrm>
          <a:off x="0" y="0"/>
          <a:ext cx="0" cy="0"/>
          <a:chOff x="0" y="0"/>
          <a:chExt cx="0" cy="0"/>
        </a:xfrm>
      </p:grpSpPr>
      <p:sp>
        <p:nvSpPr>
          <p:cNvPr id="10" name="Rectangle 6"/>
          <p:cNvSpPr>
            <a:spLocks noChangeArrowheads="1"/>
          </p:cNvSpPr>
          <p:nvPr/>
        </p:nvSpPr>
        <p:spPr bwMode="gray">
          <a:xfrm>
            <a:off x="1704314" y="6233914"/>
            <a:ext cx="1458955" cy="226590"/>
          </a:xfrm>
          <a:prstGeom prst="rect">
            <a:avLst/>
          </a:prstGeom>
          <a:noFill/>
          <a:ln w="6350">
            <a:noFill/>
            <a:miter lim="800000"/>
            <a:headEnd/>
            <a:tailEnd/>
          </a:ln>
          <a:effectLst/>
        </p:spPr>
        <p:txBody>
          <a:bodyPr lIns="0" tIns="0" rIns="0" bIns="0" anchor="t" anchorCtr="0"/>
          <a:lstStyle/>
          <a:p>
            <a:pPr defTabSz="825475" eaLnBrk="0" hangingPunct="0">
              <a:tabLst>
                <a:tab pos="2856487" algn="ctr"/>
                <a:tab pos="5712972" algn="r"/>
              </a:tabLst>
            </a:pPr>
            <a:r>
              <a:rPr lang="en-US" sz="550" b="0">
                <a:solidFill>
                  <a:schemeClr val="bg1">
                    <a:lumMod val="65000"/>
                  </a:schemeClr>
                </a:solidFill>
                <a:latin typeface="+mn-lt"/>
                <a:cs typeface="Arial" panose="020B0604020202020204" pitchFamily="34" charset="0"/>
              </a:rPr>
              <a:t>KPMG LLP, a UK limited liability partnership, is a member of KPMG International, </a:t>
            </a:r>
            <a:br>
              <a:rPr lang="en-US" sz="550" b="0">
                <a:solidFill>
                  <a:schemeClr val="bg1">
                    <a:lumMod val="65000"/>
                  </a:schemeClr>
                </a:solidFill>
                <a:latin typeface="+mn-lt"/>
                <a:cs typeface="Arial" panose="020B0604020202020204" pitchFamily="34" charset="0"/>
              </a:rPr>
            </a:br>
            <a:r>
              <a:rPr lang="en-US" sz="550" b="0">
                <a:solidFill>
                  <a:schemeClr val="bg1">
                    <a:lumMod val="65000"/>
                  </a:schemeClr>
                </a:solidFill>
                <a:latin typeface="+mn-lt"/>
                <a:cs typeface="Arial" panose="020B0604020202020204" pitchFamily="34" charset="0"/>
              </a:rPr>
              <a:t>a Swiss cooperative</a:t>
            </a:r>
          </a:p>
        </p:txBody>
      </p:sp>
      <p:sp>
        <p:nvSpPr>
          <p:cNvPr id="12" name="Rectangle 7"/>
          <p:cNvSpPr>
            <a:spLocks noChangeArrowheads="1"/>
          </p:cNvSpPr>
          <p:nvPr/>
        </p:nvSpPr>
        <p:spPr bwMode="gray">
          <a:xfrm>
            <a:off x="6869995" y="6233914"/>
            <a:ext cx="1228504" cy="218653"/>
          </a:xfrm>
          <a:prstGeom prst="rect">
            <a:avLst/>
          </a:prstGeom>
          <a:noFill/>
          <a:ln w="6350">
            <a:noFill/>
            <a:miter lim="800000"/>
            <a:headEnd/>
            <a:tailEnd/>
          </a:ln>
          <a:effectLst/>
        </p:spPr>
        <p:txBody>
          <a:bodyPr lIns="0" tIns="0" rIns="0" bIns="0" anchor="t" anchorCtr="0"/>
          <a:lstStyle/>
          <a:p>
            <a:pPr defTabSz="825475" eaLnBrk="0" hangingPunct="0">
              <a:tabLst>
                <a:tab pos="2856487" algn="ctr"/>
                <a:tab pos="5712972" algn="r"/>
              </a:tabLst>
            </a:pPr>
            <a:r>
              <a:rPr lang="en-US" sz="550" b="0">
                <a:solidFill>
                  <a:schemeClr val="bg1">
                    <a:lumMod val="65000"/>
                  </a:schemeClr>
                </a:solidFill>
                <a:latin typeface="+mn-lt"/>
                <a:cs typeface="Arial" panose="020B0604020202020204" pitchFamily="34" charset="0"/>
              </a:rPr>
              <a:t>Registered in England No OC301540</a:t>
            </a:r>
          </a:p>
          <a:p>
            <a:pPr defTabSz="825475" eaLnBrk="0" hangingPunct="0">
              <a:tabLst>
                <a:tab pos="2856487" algn="ctr"/>
                <a:tab pos="5712972" algn="r"/>
              </a:tabLst>
            </a:pPr>
            <a:r>
              <a:rPr lang="en-US" sz="550" b="0">
                <a:solidFill>
                  <a:schemeClr val="bg1">
                    <a:lumMod val="65000"/>
                  </a:schemeClr>
                </a:solidFill>
                <a:latin typeface="+mn-lt"/>
                <a:cs typeface="Arial" panose="020B0604020202020204" pitchFamily="34" charset="0"/>
              </a:rPr>
              <a:t>Registered office: 15 Canada Square, </a:t>
            </a:r>
            <a:br>
              <a:rPr lang="en-US" sz="550" b="0">
                <a:solidFill>
                  <a:schemeClr val="bg1">
                    <a:lumMod val="65000"/>
                  </a:schemeClr>
                </a:solidFill>
                <a:latin typeface="+mn-lt"/>
                <a:cs typeface="Arial" panose="020B0604020202020204" pitchFamily="34" charset="0"/>
              </a:rPr>
            </a:br>
            <a:r>
              <a:rPr lang="en-US" sz="550" b="0">
                <a:solidFill>
                  <a:schemeClr val="bg1">
                    <a:lumMod val="65000"/>
                  </a:schemeClr>
                </a:solidFill>
                <a:latin typeface="+mn-lt"/>
                <a:cs typeface="Arial" panose="020B0604020202020204" pitchFamily="34" charset="0"/>
              </a:rPr>
              <a:t>London E14 5GL </a:t>
            </a:r>
          </a:p>
        </p:txBody>
      </p:sp>
      <p:sp>
        <p:nvSpPr>
          <p:cNvPr id="13" name="Rectangle 6"/>
          <p:cNvSpPr>
            <a:spLocks noChangeArrowheads="1"/>
          </p:cNvSpPr>
          <p:nvPr/>
        </p:nvSpPr>
        <p:spPr bwMode="gray">
          <a:xfrm>
            <a:off x="3351380" y="6233914"/>
            <a:ext cx="1889785" cy="310198"/>
          </a:xfrm>
          <a:prstGeom prst="rect">
            <a:avLst/>
          </a:prstGeom>
          <a:noFill/>
          <a:ln w="6350">
            <a:noFill/>
            <a:miter lim="800000"/>
            <a:headEnd/>
            <a:tailEnd/>
          </a:ln>
          <a:effectLst/>
        </p:spPr>
        <p:txBody>
          <a:bodyPr lIns="0" tIns="0" rIns="0" bIns="0" anchor="t" anchorCtr="0"/>
          <a:lstStyle/>
          <a:p>
            <a:r>
              <a:rPr lang="en-US" sz="550">
                <a:solidFill>
                  <a:schemeClr val="bg1">
                    <a:lumMod val="65000"/>
                  </a:schemeClr>
                </a:solidFill>
                <a:latin typeface="+mn-lt"/>
                <a:cs typeface="Arial" panose="020B0604020202020204" pitchFamily="34" charset="0"/>
              </a:rPr>
              <a:t>KPMG Audit </a:t>
            </a:r>
            <a:r>
              <a:rPr lang="en-US" sz="550" err="1">
                <a:solidFill>
                  <a:schemeClr val="bg1">
                    <a:lumMod val="65000"/>
                  </a:schemeClr>
                </a:solidFill>
                <a:latin typeface="+mn-lt"/>
                <a:cs typeface="Arial" panose="020B0604020202020204" pitchFamily="34" charset="0"/>
              </a:rPr>
              <a:t>Plc</a:t>
            </a:r>
            <a:r>
              <a:rPr lang="en-US" sz="550">
                <a:solidFill>
                  <a:schemeClr val="bg1">
                    <a:lumMod val="65000"/>
                  </a:schemeClr>
                </a:solidFill>
                <a:latin typeface="+mn-lt"/>
                <a:cs typeface="Arial" panose="020B0604020202020204" pitchFamily="34" charset="0"/>
              </a:rPr>
              <a:t>, a company incorporated under the </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UK Companies Acts, is a member of KPMG International, </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a Swiss cooperative</a:t>
            </a:r>
          </a:p>
        </p:txBody>
      </p:sp>
      <p:sp>
        <p:nvSpPr>
          <p:cNvPr id="15" name="Rectangle 7"/>
          <p:cNvSpPr>
            <a:spLocks noChangeArrowheads="1"/>
          </p:cNvSpPr>
          <p:nvPr/>
        </p:nvSpPr>
        <p:spPr bwMode="gray">
          <a:xfrm>
            <a:off x="5429275" y="6233914"/>
            <a:ext cx="1252610" cy="218653"/>
          </a:xfrm>
          <a:prstGeom prst="rect">
            <a:avLst/>
          </a:prstGeom>
          <a:noFill/>
          <a:ln w="6350">
            <a:noFill/>
            <a:miter lim="800000"/>
            <a:headEnd/>
            <a:tailEnd/>
          </a:ln>
          <a:effectLst/>
        </p:spPr>
        <p:txBody>
          <a:bodyPr lIns="0" tIns="0" rIns="0" bIns="0" anchor="t" anchorCtr="0"/>
          <a:lstStyle/>
          <a:p>
            <a:r>
              <a:rPr lang="en-US" sz="550">
                <a:solidFill>
                  <a:schemeClr val="bg1">
                    <a:lumMod val="65000"/>
                  </a:schemeClr>
                </a:solidFill>
                <a:latin typeface="+mn-lt"/>
                <a:cs typeface="Arial" panose="020B0604020202020204" pitchFamily="34" charset="0"/>
              </a:rPr>
              <a:t>Registered in England No 3110745</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Registered office: 15 Canada Square, </a:t>
            </a:r>
            <a:br>
              <a:rPr lang="en-US" sz="550">
                <a:solidFill>
                  <a:schemeClr val="bg1">
                    <a:lumMod val="65000"/>
                  </a:schemeClr>
                </a:solidFill>
                <a:latin typeface="+mn-lt"/>
                <a:cs typeface="Arial" panose="020B0604020202020204" pitchFamily="34" charset="0"/>
              </a:rPr>
            </a:br>
            <a:r>
              <a:rPr lang="en-US" sz="550">
                <a:solidFill>
                  <a:schemeClr val="bg1">
                    <a:lumMod val="65000"/>
                  </a:schemeClr>
                </a:solidFill>
                <a:latin typeface="+mn-lt"/>
                <a:cs typeface="Arial" panose="020B0604020202020204" pitchFamily="34" charset="0"/>
              </a:rPr>
              <a:t>London E14 5GL </a:t>
            </a:r>
          </a:p>
        </p:txBody>
      </p:sp>
      <p:sp>
        <p:nvSpPr>
          <p:cNvPr id="16" name="Freeform 15"/>
          <p:cNvSpPr>
            <a:spLocks noEditPoints="1"/>
          </p:cNvSpPr>
          <p:nvPr/>
        </p:nvSpPr>
        <p:spPr bwMode="auto">
          <a:xfrm>
            <a:off x="488950" y="6233914"/>
            <a:ext cx="545578" cy="223557"/>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latin typeface="+mn-lt"/>
            </a:endParaRPr>
          </a:p>
        </p:txBody>
      </p:sp>
      <p:sp>
        <p:nvSpPr>
          <p:cNvPr id="3" name="Title 2"/>
          <p:cNvSpPr>
            <a:spLocks noGrp="1"/>
          </p:cNvSpPr>
          <p:nvPr>
            <p:ph type="title"/>
          </p:nvPr>
        </p:nvSpPr>
        <p:spPr>
          <a:xfrm>
            <a:off x="488950" y="451575"/>
            <a:ext cx="8591450" cy="723600"/>
          </a:xfrm>
        </p:spPr>
        <p:txBody>
          <a:bodyPr/>
          <a:lstStyle/>
          <a:p>
            <a:r>
              <a:rPr lang="en-US"/>
              <a:t>Click to edit Master title style</a:t>
            </a:r>
            <a:endParaRPr lang="en-GB"/>
          </a:p>
        </p:txBody>
      </p:sp>
      <p:sp>
        <p:nvSpPr>
          <p:cNvPr id="17" name="Text Placeholder 5"/>
          <p:cNvSpPr>
            <a:spLocks noGrp="1"/>
          </p:cNvSpPr>
          <p:nvPr>
            <p:ph type="body" sz="quarter" idx="10"/>
          </p:nvPr>
        </p:nvSpPr>
        <p:spPr>
          <a:xfrm>
            <a:off x="488950" y="1422400"/>
            <a:ext cx="8591450" cy="460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3690193"/>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REPORT 2 COLUMN AND COVER LETTER RUNOVER">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177925"/>
            <a:ext cx="4370388" cy="4843462"/>
          </a:xfrm>
        </p:spPr>
        <p:txBody>
          <a:bodyPr/>
          <a:lstStyle>
            <a:lvl1pPr>
              <a:defRPr sz="800" baseline="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8"/>
          <p:cNvSpPr>
            <a:spLocks noGrp="1"/>
          </p:cNvSpPr>
          <p:nvPr>
            <p:ph type="body" sz="quarter" idx="11"/>
          </p:nvPr>
        </p:nvSpPr>
        <p:spPr>
          <a:xfrm>
            <a:off x="5047876" y="1177925"/>
            <a:ext cx="4369173" cy="4843462"/>
          </a:xfrm>
          <a:ln w="6350">
            <a:noFill/>
          </a:ln>
        </p:spPr>
        <p:txBody>
          <a:bodyPr lIns="0" tIns="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24"/>
          <p:cNvSpPr>
            <a:spLocks noGrp="1"/>
          </p:cNvSpPr>
          <p:nvPr>
            <p:ph type="body" sz="quarter" idx="15"/>
          </p:nvPr>
        </p:nvSpPr>
        <p:spPr>
          <a:xfrm>
            <a:off x="488950" y="451705"/>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2" name="Freeform 19"/>
          <p:cNvSpPr>
            <a:spLocks noEditPoints="1"/>
          </p:cNvSpPr>
          <p:nvPr/>
        </p:nvSpPr>
        <p:spPr bwMode="auto">
          <a:xfrm>
            <a:off x="488950" y="6320118"/>
            <a:ext cx="4602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13" name="TextBox 12"/>
          <p:cNvSpPr txBox="1"/>
          <p:nvPr/>
        </p:nvSpPr>
        <p:spPr>
          <a:xfrm>
            <a:off x="1875900" y="6320118"/>
            <a:ext cx="1339038"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LLP, a UK limited liability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partnership, is a member of KPMG International, a Swiss cooperative</a:t>
            </a:r>
          </a:p>
        </p:txBody>
      </p:sp>
      <p:sp>
        <p:nvSpPr>
          <p:cNvPr id="14" name="TextBox 13"/>
          <p:cNvSpPr txBox="1"/>
          <p:nvPr/>
        </p:nvSpPr>
        <p:spPr>
          <a:xfrm>
            <a:off x="3392507" y="6320118"/>
            <a:ext cx="1655370"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KPMG Audit Plc, a company incorporated under the UK Companies Acts, is a member of KPMG International, a Swiss cooperative</a:t>
            </a:r>
          </a:p>
        </p:txBody>
      </p:sp>
      <p:sp>
        <p:nvSpPr>
          <p:cNvPr id="15" name="TextBox 14"/>
          <p:cNvSpPr txBox="1"/>
          <p:nvPr/>
        </p:nvSpPr>
        <p:spPr>
          <a:xfrm>
            <a:off x="5225447" y="6320118"/>
            <a:ext cx="1391575"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3110745</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16" name="TextBox 15"/>
          <p:cNvSpPr txBox="1"/>
          <p:nvPr/>
        </p:nvSpPr>
        <p:spPr>
          <a:xfrm>
            <a:off x="6794591" y="6320118"/>
            <a:ext cx="1546299" cy="226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in England No OC301540</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lumMod val="65000"/>
                  </a:schemeClr>
                </a:solidFill>
                <a:latin typeface="+mn-lt"/>
                <a:ea typeface="+mn-ea"/>
                <a:cs typeface="+mn-cs"/>
              </a:rPr>
              <a:t>Registered office: 15 Canada Square, </a:t>
            </a:r>
            <a:br>
              <a:rPr lang="en-GB" sz="600" kern="1200" noProof="0">
                <a:solidFill>
                  <a:schemeClr val="bg1">
                    <a:lumMod val="65000"/>
                  </a:schemeClr>
                </a:solidFill>
                <a:latin typeface="+mn-lt"/>
                <a:ea typeface="+mn-ea"/>
                <a:cs typeface="+mn-cs"/>
              </a:rPr>
            </a:br>
            <a:r>
              <a:rPr lang="en-GB" sz="600" kern="1200" noProof="0">
                <a:solidFill>
                  <a:schemeClr val="bg1">
                    <a:lumMod val="65000"/>
                  </a:schemeClr>
                </a:solidFill>
                <a:latin typeface="+mn-lt"/>
                <a:ea typeface="+mn-ea"/>
                <a:cs typeface="+mn-cs"/>
              </a:rPr>
              <a:t>London E14 5GL </a:t>
            </a:r>
          </a:p>
        </p:txBody>
      </p:sp>
      <p:sp>
        <p:nvSpPr>
          <p:cNvPr id="17" name="Shape 8"/>
          <p:cNvSpPr txBox="1">
            <a:spLocks/>
          </p:cNvSpPr>
          <p:nvPr/>
        </p:nvSpPr>
        <p:spPr>
          <a:xfrm>
            <a:off x="8916271" y="6320118"/>
            <a:ext cx="500778"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tx2"/>
                </a:solidFill>
                <a:latin typeface="+mn-lt"/>
                <a:ea typeface="Arial"/>
                <a:cs typeface="Arial" panose="020B0604020202020204" pitchFamily="34" charset="0"/>
              </a:rPr>
              <a:pPr algn="r"/>
              <a:t>‹#›</a:t>
            </a:fld>
            <a:endParaRPr lang="en-US" sz="1000">
              <a:solidFill>
                <a:schemeClr val="tx2"/>
              </a:solidFill>
              <a:latin typeface="+mn-lt"/>
              <a:ea typeface="Arial"/>
              <a:cs typeface="Arial" panose="020B0604020202020204" pitchFamily="34" charset="0"/>
            </a:endParaRPr>
          </a:p>
        </p:txBody>
      </p:sp>
    </p:spTree>
    <p:extLst>
      <p:ext uri="{BB962C8B-B14F-4D97-AF65-F5344CB8AC3E}">
        <p14:creationId xmlns:p14="http://schemas.microsoft.com/office/powerpoint/2010/main" val="29122729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ACTS">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flipH="1">
            <a:off x="0" y="0"/>
            <a:ext cx="9906000" cy="6858000"/>
          </a:xfrm>
          <a:prstGeom prst="rect">
            <a:avLst/>
          </a:prstGeom>
        </p:spPr>
      </p:pic>
      <p:sp>
        <p:nvSpPr>
          <p:cNvPr id="7" name="Text Placeholder 6"/>
          <p:cNvSpPr>
            <a:spLocks noGrp="1"/>
          </p:cNvSpPr>
          <p:nvPr>
            <p:ph type="body" sz="quarter" idx="10"/>
          </p:nvPr>
        </p:nvSpPr>
        <p:spPr>
          <a:xfrm>
            <a:off x="4659580" y="820739"/>
            <a:ext cx="3739884" cy="754061"/>
          </a:xfrm>
        </p:spPr>
        <p:txBody>
          <a:bodyPr/>
          <a:lstStyle>
            <a:lvl1pPr>
              <a:lnSpc>
                <a:spcPct val="70000"/>
              </a:lnSpc>
              <a:defRPr sz="4400" b="0">
                <a:solidFill>
                  <a:schemeClr val="bg1"/>
                </a:solidFill>
                <a:latin typeface="+mj-lt"/>
              </a:defRPr>
            </a:lvl1pPr>
          </a:lstStyle>
          <a:p>
            <a:pPr lvl="0"/>
            <a:r>
              <a:rPr lang="en-US"/>
              <a:t>Click to edit Master text styles</a:t>
            </a:r>
          </a:p>
        </p:txBody>
      </p:sp>
      <p:sp>
        <p:nvSpPr>
          <p:cNvPr id="9" name="Text Placeholder 10"/>
          <p:cNvSpPr>
            <a:spLocks noGrp="1"/>
          </p:cNvSpPr>
          <p:nvPr>
            <p:ph type="body" sz="quarter" idx="11"/>
          </p:nvPr>
        </p:nvSpPr>
        <p:spPr>
          <a:xfrm>
            <a:off x="4659580" y="1435735"/>
            <a:ext cx="3740400" cy="3267075"/>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Freeform 19"/>
          <p:cNvSpPr>
            <a:spLocks noEditPoints="1"/>
          </p:cNvSpPr>
          <p:nvPr/>
        </p:nvSpPr>
        <p:spPr bwMode="auto">
          <a:xfrm>
            <a:off x="465958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67859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FINAL SLIDE">
    <p:spTree>
      <p:nvGrpSpPr>
        <p:cNvPr id="1" name=""/>
        <p:cNvGrpSpPr/>
        <p:nvPr/>
      </p:nvGrpSpPr>
      <p:grpSpPr>
        <a:xfrm>
          <a:off x="0" y="0"/>
          <a:ext cx="0" cy="0"/>
          <a:chOff x="0" y="0"/>
          <a:chExt cx="0" cy="0"/>
        </a:xfrm>
      </p:grpSpPr>
      <p:sp>
        <p:nvSpPr>
          <p:cNvPr id="5" name="object 3"/>
          <p:cNvSpPr/>
          <p:nvPr/>
        </p:nvSpPr>
        <p:spPr>
          <a:xfrm>
            <a:off x="3" y="0"/>
            <a:ext cx="82867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a:latin typeface="Arial" panose="020B0604020202020204" pitchFamily="34" charset="0"/>
              <a:sym typeface="Arial" panose="020B0604020202020204" pitchFamily="34" charset="0"/>
            </a:endParaRPr>
          </a:p>
        </p:txBody>
      </p:sp>
      <p:sp>
        <p:nvSpPr>
          <p:cNvPr id="17" name="Freeform 19"/>
          <p:cNvSpPr>
            <a:spLocks noEditPoints="1"/>
          </p:cNvSpPr>
          <p:nvPr/>
        </p:nvSpPr>
        <p:spPr bwMode="auto">
          <a:xfrm>
            <a:off x="1715999"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16" name="Text Placeholder 2"/>
          <p:cNvSpPr>
            <a:spLocks noGrp="1"/>
          </p:cNvSpPr>
          <p:nvPr>
            <p:ph type="body" sz="quarter" idx="11"/>
          </p:nvPr>
        </p:nvSpPr>
        <p:spPr>
          <a:xfrm>
            <a:off x="1715999" y="5113339"/>
            <a:ext cx="7375525"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a:p>
            <a:pPr lvl="1"/>
            <a:r>
              <a:rPr lang="en-US"/>
              <a:t>Second level</a:t>
            </a:r>
          </a:p>
        </p:txBody>
      </p:sp>
      <p:sp>
        <p:nvSpPr>
          <p:cNvPr id="18" name="Text Placeholder 2"/>
          <p:cNvSpPr>
            <a:spLocks noGrp="1"/>
          </p:cNvSpPr>
          <p:nvPr>
            <p:ph type="body" sz="quarter" idx="12"/>
          </p:nvPr>
        </p:nvSpPr>
        <p:spPr>
          <a:xfrm>
            <a:off x="1715999" y="5902325"/>
            <a:ext cx="7375525"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sp>
        <p:nvSpPr>
          <p:cNvPr id="19" name="Text Placeholder 2"/>
          <p:cNvSpPr>
            <a:spLocks noGrp="1"/>
          </p:cNvSpPr>
          <p:nvPr>
            <p:ph type="body" sz="quarter" idx="13"/>
          </p:nvPr>
        </p:nvSpPr>
        <p:spPr>
          <a:xfrm>
            <a:off x="1715999" y="4313239"/>
            <a:ext cx="7375525"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a:p>
            <a:pPr lvl="1"/>
            <a:r>
              <a:rPr lang="en-US"/>
              <a:t>Second level</a:t>
            </a:r>
          </a:p>
        </p:txBody>
      </p:sp>
      <p:sp>
        <p:nvSpPr>
          <p:cNvPr id="20" name="Text Placeholder 2"/>
          <p:cNvSpPr>
            <a:spLocks noGrp="1"/>
          </p:cNvSpPr>
          <p:nvPr>
            <p:ph type="body" sz="quarter" idx="14"/>
          </p:nvPr>
        </p:nvSpPr>
        <p:spPr>
          <a:xfrm>
            <a:off x="1715999" y="3948112"/>
            <a:ext cx="2052000" cy="119064"/>
          </a:xfr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sp>
        <p:nvSpPr>
          <p:cNvPr id="21" name="Text Placeholder 2"/>
          <p:cNvSpPr>
            <a:spLocks noGrp="1"/>
          </p:cNvSpPr>
          <p:nvPr>
            <p:ph type="body" sz="quarter" idx="15"/>
          </p:nvPr>
        </p:nvSpPr>
        <p:spPr>
          <a:xfrm>
            <a:off x="4775338" y="3948112"/>
            <a:ext cx="2052000" cy="119064"/>
          </a:xfr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75338" y="3442555"/>
            <a:ext cx="1325883" cy="381001"/>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5999" y="3442555"/>
            <a:ext cx="2523749" cy="384049"/>
          </a:xfrm>
          <a:prstGeom prst="rect">
            <a:avLst/>
          </a:prstGeom>
        </p:spPr>
      </p:pic>
      <p:sp>
        <p:nvSpPr>
          <p:cNvPr id="11" name="TextBox 10"/>
          <p:cNvSpPr txBox="1"/>
          <p:nvPr/>
        </p:nvSpPr>
        <p:spPr>
          <a:xfrm>
            <a:off x="1828800" y="6687742"/>
            <a:ext cx="5934075" cy="12263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tx1"/>
                </a:solidFill>
                <a:latin typeface="+mn-lt"/>
                <a:ea typeface="+mn-ea"/>
                <a:cs typeface="+mn-cs"/>
              </a:rPr>
              <a:t>Document Classification: KPMG Confidential</a:t>
            </a:r>
          </a:p>
        </p:txBody>
      </p:sp>
    </p:spTree>
    <p:extLst>
      <p:ext uri="{BB962C8B-B14F-4D97-AF65-F5344CB8AC3E}">
        <p14:creationId xmlns:p14="http://schemas.microsoft.com/office/powerpoint/2010/main" val="32672736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0746" b="0" i="0">
                <a:solidFill>
                  <a:schemeClr val="bg1"/>
                </a:solidFill>
                <a:latin typeface="KPMG Extralight"/>
                <a:cs typeface="KPMG Extra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589" b="1" i="0">
                <a:solidFill>
                  <a:schemeClr val="tx1"/>
                </a:solidFill>
                <a:latin typeface="Arial"/>
                <a:cs typeface="Arial"/>
              </a:defRPr>
            </a:lvl1pPr>
          </a:lstStyle>
          <a:p>
            <a:pPr marL="11516">
              <a:spcBef>
                <a:spcPts val="32"/>
              </a:spcBef>
            </a:pPr>
            <a:r>
              <a:rPr lang="en-US" spc="-9"/>
              <a:t>Document Classification: </a:t>
            </a:r>
            <a:r>
              <a:rPr lang="en-US" spc="-5"/>
              <a:t>KPMG</a:t>
            </a:r>
            <a:r>
              <a:rPr lang="en-US" spc="23"/>
              <a:t> </a:t>
            </a:r>
            <a:r>
              <a:rPr lang="en-US" spc="-9"/>
              <a:t>Confidential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39168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r="950"/>
          <a:stretch/>
        </p:blipFill>
        <p:spPr>
          <a:xfrm>
            <a:off x="1" y="0"/>
            <a:ext cx="9905999" cy="6858000"/>
          </a:xfrm>
          <a:prstGeom prst="rect">
            <a:avLst/>
          </a:prstGeom>
        </p:spPr>
      </p:pic>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US"/>
              <a:t>Title slide 5</a:t>
            </a:r>
            <a:br>
              <a:rPr lang="en-US"/>
            </a:br>
            <a:r>
              <a:rPr lang="en-US"/>
              <a:t>singular </a:t>
            </a:r>
            <a:br>
              <a:rPr lang="en-US"/>
            </a:br>
            <a:r>
              <a:rPr lang="en-US"/>
              <a:t>image</a:t>
            </a:r>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 name="Freeform 19"/>
          <p:cNvSpPr>
            <a:spLocks noEditPoints="1"/>
          </p:cNvSpPr>
          <p:nvPr userDrawn="1"/>
        </p:nvSpPr>
        <p:spPr bwMode="auto">
          <a:xfrm>
            <a:off x="2236108" y="784800"/>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9"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Edit Master text styles</a:t>
            </a:r>
          </a:p>
        </p:txBody>
      </p:sp>
    </p:spTree>
    <p:extLst>
      <p:ext uri="{BB962C8B-B14F-4D97-AF65-F5344CB8AC3E}">
        <p14:creationId xmlns:p14="http://schemas.microsoft.com/office/powerpoint/2010/main" val="20539382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Title slide 6</a:t>
            </a:r>
            <a:br>
              <a:rPr lang="en-GB"/>
            </a:br>
            <a:r>
              <a:rPr lang="en-GB"/>
              <a:t>no image</a:t>
            </a:r>
            <a:endParaRPr lang="en-US"/>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9" name="Freeform 19"/>
          <p:cNvSpPr>
            <a:spLocks noEditPoints="1"/>
          </p:cNvSpPr>
          <p:nvPr userDrawn="1"/>
        </p:nvSpPr>
        <p:spPr bwMode="auto">
          <a:xfrm>
            <a:off x="2236108" y="784800"/>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Edit Master text styles</a:t>
            </a:r>
          </a:p>
        </p:txBody>
      </p:sp>
    </p:spTree>
    <p:extLst>
      <p:ext uri="{BB962C8B-B14F-4D97-AF65-F5344CB8AC3E}">
        <p14:creationId xmlns:p14="http://schemas.microsoft.com/office/powerpoint/2010/main" val="1651677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KEY MESSAGE">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48" y="1422400"/>
            <a:ext cx="1746000"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1"/>
          </p:nvPr>
        </p:nvSpPr>
        <p:spPr>
          <a:xfrm>
            <a:off x="2451100" y="1422400"/>
            <a:ext cx="6965950" cy="4604400"/>
          </a:xfrm>
          <a:ln>
            <a:solidFill>
              <a:schemeClr val="accent1"/>
            </a:solidFill>
          </a:ln>
        </p:spPr>
        <p:txBody>
          <a:bodyPr lIns="54000" tIns="54000" rIns="54000" bIns="54000"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6"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847794584"/>
      </p:ext>
    </p:extLst>
  </p:cSld>
  <p:clrMapOvr>
    <a:masterClrMapping/>
  </p:clrMapOvr>
  <p:extLst>
    <p:ext uri="{DCECCB84-F9BA-43D5-87BE-67443E8EF086}">
      <p15:sldGuideLst xmlns:p15="http://schemas.microsoft.com/office/powerpoint/2012/main">
        <p15:guide id="1" pos="154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1747838"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1"/>
          </p:nvPr>
        </p:nvSpPr>
        <p:spPr>
          <a:xfrm>
            <a:off x="2446338" y="1422400"/>
            <a:ext cx="3402000" cy="4604400"/>
          </a:xfrm>
          <a:ln>
            <a:solidFill>
              <a:schemeClr val="accent1"/>
            </a:solidFill>
          </a:ln>
        </p:spPr>
        <p:txBody>
          <a:bodyPr lIns="54000" tIns="54000" rIns="54000" bIns="54000"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2"/>
          </p:nvPr>
        </p:nvSpPr>
        <p:spPr>
          <a:xfrm>
            <a:off x="6015990" y="1422400"/>
            <a:ext cx="3402000" cy="4604400"/>
          </a:xfrm>
          <a:ln>
            <a:solidFill>
              <a:schemeClr val="accent1"/>
            </a:solidFill>
          </a:ln>
        </p:spPr>
        <p:txBody>
          <a:bodyPr lIns="54000" tIns="54000" rIns="54000" bIns="54000"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350286324"/>
      </p:ext>
    </p:extLst>
  </p:cSld>
  <p:clrMapOvr>
    <a:masterClrMapping/>
  </p:clrMapOvr>
  <p:extLst>
    <p:ext uri="{DCECCB84-F9BA-43D5-87BE-67443E8EF086}">
      <p15:sldGuideLst xmlns:p15="http://schemas.microsoft.com/office/powerpoint/2012/main">
        <p15:guide id="1" pos="1409">
          <p15:clr>
            <a:srgbClr val="FBAE40"/>
          </p15:clr>
        </p15:guide>
        <p15:guide id="2" pos="154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1747838"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2"/>
          </p:nvPr>
        </p:nvSpPr>
        <p:spPr>
          <a:xfrm>
            <a:off x="6015990" y="1422400"/>
            <a:ext cx="3402000" cy="4604400"/>
          </a:xfrm>
          <a:ln>
            <a:solidFill>
              <a:schemeClr val="accent1"/>
            </a:solidFill>
          </a:ln>
        </p:spPr>
        <p:txBody>
          <a:bodyPr lIns="54000" tIns="54000" rIns="54000" bIns="54000"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413735762"/>
      </p:ext>
    </p:extLst>
  </p:cSld>
  <p:clrMapOvr>
    <a:masterClrMapping/>
  </p:clrMapOvr>
  <p:extLst>
    <p:ext uri="{DCECCB84-F9BA-43D5-87BE-67443E8EF086}">
      <p15:sldGuideLst xmlns:p15="http://schemas.microsoft.com/office/powerpoint/2012/main">
        <p15:guide id="1" pos="1409">
          <p15:clr>
            <a:srgbClr val="FBAE40"/>
          </p15:clr>
        </p15:guide>
        <p15:guide id="2" pos="154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21300253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8928100" cy="460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
        <p:nvSpPr>
          <p:cNvPr id="6" name="Title 5"/>
          <p:cNvSpPr>
            <a:spLocks noGrp="1"/>
          </p:cNvSpPr>
          <p:nvPr>
            <p:ph type="title"/>
          </p:nvPr>
        </p:nvSpPr>
        <p:spPr>
          <a:xfrm>
            <a:off x="488950" y="451575"/>
            <a:ext cx="8928100" cy="723600"/>
          </a:xfrm>
        </p:spPr>
        <p:txBody>
          <a:bodyPr/>
          <a:lstStyle/>
          <a:p>
            <a:r>
              <a:rPr lang="en-US"/>
              <a:t>Click to edit Master title style</a:t>
            </a:r>
            <a:endParaRPr lang="en-GB"/>
          </a:p>
        </p:txBody>
      </p:sp>
    </p:spTree>
    <p:extLst>
      <p:ext uri="{BB962C8B-B14F-4D97-AF65-F5344CB8AC3E}">
        <p14:creationId xmlns:p14="http://schemas.microsoft.com/office/powerpoint/2010/main" val="14219583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4373150" cy="460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5043900" y="1422400"/>
            <a:ext cx="4036500" cy="460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a:xfrm>
            <a:off x="488950" y="451575"/>
            <a:ext cx="8591450" cy="723600"/>
          </a:xfrm>
        </p:spPr>
        <p:txBody>
          <a:bodyPr/>
          <a:lstStyle/>
          <a:p>
            <a:r>
              <a:rPr lang="en-US"/>
              <a:t>Click to edit Master title style</a:t>
            </a:r>
            <a:endParaRPr lang="en-GB"/>
          </a:p>
        </p:txBody>
      </p:sp>
      <p:sp>
        <p:nvSpPr>
          <p:cNvPr id="5"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2994710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4373150" cy="460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hart Placeholder 5"/>
          <p:cNvSpPr>
            <a:spLocks noGrp="1"/>
          </p:cNvSpPr>
          <p:nvPr>
            <p:ph type="chart" sz="quarter" idx="13"/>
          </p:nvPr>
        </p:nvSpPr>
        <p:spPr>
          <a:xfrm>
            <a:off x="5043900" y="1422400"/>
            <a:ext cx="4373150" cy="4604400"/>
          </a:xfrm>
        </p:spPr>
        <p:txBody>
          <a:bodyPr anchor="ctr"/>
          <a:lstStyle>
            <a:lvl1pPr algn="ctr">
              <a:defRPr/>
            </a:lvl1pPr>
          </a:lstStyle>
          <a:p>
            <a:r>
              <a:rPr lang="en-US"/>
              <a:t>Click icon to add chart</a:t>
            </a:r>
            <a:endParaRPr lang="en-GB"/>
          </a:p>
        </p:txBody>
      </p:sp>
      <p:sp>
        <p:nvSpPr>
          <p:cNvPr id="2" name="Title 1"/>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5" name="Text Placeholder 4"/>
          <p:cNvSpPr>
            <a:spLocks noGrp="1"/>
          </p:cNvSpPr>
          <p:nvPr>
            <p:ph type="body" sz="quarter" idx="11" hasCustomPrompt="1"/>
          </p:nvPr>
        </p:nvSpPr>
        <p:spPr>
          <a:xfrm>
            <a:off x="488950" y="203863"/>
            <a:ext cx="825480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6534846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3830800"/>
            <a:ext cx="8928100" cy="2196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488950" y="1422400"/>
            <a:ext cx="8928100" cy="2196000"/>
          </a:xfrm>
        </p:spPr>
        <p:txBody>
          <a:bodyPr anchor="ctr"/>
          <a:lstStyle>
            <a:lvl1pPr algn="ctr">
              <a:defRPr/>
            </a:lvl1pPr>
          </a:lstStyle>
          <a:p>
            <a:r>
              <a:rPr lang="en-US"/>
              <a:t>Click icon to add chart</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6"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890476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3531000" y="1422400"/>
            <a:ext cx="2844000" cy="21960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488950" y="1422400"/>
            <a:ext cx="2844000" cy="21960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488949" y="3830800"/>
            <a:ext cx="2844000" cy="2196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6573050" y="1422400"/>
            <a:ext cx="2844000" cy="21960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3530999" y="3830800"/>
            <a:ext cx="2844000" cy="2196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6573050" y="3830800"/>
            <a:ext cx="2844000" cy="2196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1" name="Text Placeholder 4"/>
          <p:cNvSpPr>
            <a:spLocks noGrp="1"/>
          </p:cNvSpPr>
          <p:nvPr>
            <p:ph type="body" sz="quarter" idx="16"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41631640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88950" y="1422400"/>
            <a:ext cx="8928100" cy="4604400"/>
          </a:xfrm>
        </p:spPr>
        <p:txBody>
          <a:bodyPr anchor="ctr"/>
          <a:lstStyle>
            <a:lvl1pPr algn="ctr">
              <a:defRPr/>
            </a:lvl1pPr>
          </a:lstStyle>
          <a:p>
            <a:r>
              <a:rPr lang="en-US"/>
              <a:t>Click icon to add picture</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5"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4479118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026800"/>
          </a:xfrm>
        </p:spPr>
        <p:txBody>
          <a:bodyPr anchor="ctr"/>
          <a:lstStyle>
            <a:lvl1pPr algn="ctr">
              <a:defRPr/>
            </a:lvl1pPr>
          </a:lstStyle>
          <a:p>
            <a:r>
              <a:rPr lang="en-US"/>
              <a:t>Click icon to add picture</a:t>
            </a:r>
            <a:endParaRPr lang="en-GB"/>
          </a:p>
        </p:txBody>
      </p:sp>
    </p:spTree>
    <p:extLst>
      <p:ext uri="{BB962C8B-B14F-4D97-AF65-F5344CB8AC3E}">
        <p14:creationId xmlns:p14="http://schemas.microsoft.com/office/powerpoint/2010/main" val="32893414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2336184"/>
            <a:ext cx="1620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315975" y="2336184"/>
            <a:ext cx="1620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143000" y="2336184"/>
            <a:ext cx="1620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970025" y="2336184"/>
            <a:ext cx="1620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488950" y="1426659"/>
            <a:ext cx="1620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2315975"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4143000"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5970025"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7797050"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7797050" y="2336184"/>
            <a:ext cx="1620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4" name="Text Placeholder 4"/>
          <p:cNvSpPr>
            <a:spLocks noGrp="1"/>
          </p:cNvSpPr>
          <p:nvPr>
            <p:ph type="body" sz="quarter" idx="20"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4599844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2336184"/>
            <a:ext cx="2088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68983" y="2336184"/>
            <a:ext cx="2088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049016" y="2336184"/>
            <a:ext cx="2088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329050" y="2336184"/>
            <a:ext cx="2088000" cy="3690616"/>
          </a:xfrm>
        </p:spPr>
        <p:txBody>
          <a:bodyPr/>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488950" y="1426659"/>
            <a:ext cx="2088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2768983"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049016"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329050"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1" name="Text Placeholder 4"/>
          <p:cNvSpPr>
            <a:spLocks noGrp="1"/>
          </p:cNvSpPr>
          <p:nvPr>
            <p:ph type="body" sz="quarter" idx="18"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0927050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963100" y="4532800"/>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963100" y="1775459"/>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4357201" y="3191932"/>
            <a:ext cx="1191600" cy="1191600"/>
          </a:xfrm>
          <a:prstGeom prst="ellipse">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8"/>
          <p:cNvSpPr>
            <a:spLocks noGrp="1"/>
          </p:cNvSpPr>
          <p:nvPr>
            <p:ph type="body" sz="quarter" idx="15"/>
          </p:nvPr>
        </p:nvSpPr>
        <p:spPr>
          <a:xfrm>
            <a:off x="5963100" y="1428430"/>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2" name="Text Placeholder 8"/>
          <p:cNvSpPr>
            <a:spLocks noGrp="1"/>
          </p:cNvSpPr>
          <p:nvPr>
            <p:ph type="body" sz="quarter" idx="16"/>
          </p:nvPr>
        </p:nvSpPr>
        <p:spPr>
          <a:xfrm>
            <a:off x="5963100" y="4182242"/>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4" name="Text Placeholder 8"/>
          <p:cNvSpPr>
            <a:spLocks noGrp="1"/>
          </p:cNvSpPr>
          <p:nvPr>
            <p:ph type="body" sz="quarter" idx="17"/>
          </p:nvPr>
        </p:nvSpPr>
        <p:spPr>
          <a:xfrm>
            <a:off x="488950" y="4532800"/>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18"/>
          </p:nvPr>
        </p:nvSpPr>
        <p:spPr>
          <a:xfrm>
            <a:off x="488950" y="4182242"/>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9" name="Text Placeholder 8"/>
          <p:cNvSpPr>
            <a:spLocks noGrp="1"/>
          </p:cNvSpPr>
          <p:nvPr>
            <p:ph type="body" sz="quarter" idx="19"/>
          </p:nvPr>
        </p:nvSpPr>
        <p:spPr>
          <a:xfrm>
            <a:off x="488950" y="1775459"/>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488950" y="1428430"/>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3" name="Right Arrow 2"/>
          <p:cNvSpPr/>
          <p:nvPr userDrawn="1"/>
        </p:nvSpPr>
        <p:spPr>
          <a:xfrm rot="2655894">
            <a:off x="4100849" y="2812312"/>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21" name="Right Arrow 20"/>
          <p:cNvSpPr/>
          <p:nvPr userDrawn="1"/>
        </p:nvSpPr>
        <p:spPr>
          <a:xfrm rot="18944106" flipH="1">
            <a:off x="5391752" y="2812312"/>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22" name="Right Arrow 21"/>
          <p:cNvSpPr/>
          <p:nvPr userDrawn="1"/>
        </p:nvSpPr>
        <p:spPr>
          <a:xfrm rot="18944106" flipV="1">
            <a:off x="4100849" y="4385153"/>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23" name="Right Arrow 22"/>
          <p:cNvSpPr/>
          <p:nvPr userDrawn="1"/>
        </p:nvSpPr>
        <p:spPr>
          <a:xfrm rot="2655894" flipH="1" flipV="1">
            <a:off x="5391752" y="4385153"/>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GB"/>
          </a:p>
        </p:txBody>
      </p:sp>
      <p:sp>
        <p:nvSpPr>
          <p:cNvPr id="16" name="Text Placeholder 4"/>
          <p:cNvSpPr>
            <a:spLocks noGrp="1"/>
          </p:cNvSpPr>
          <p:nvPr>
            <p:ph type="body" sz="quarter" idx="11" hasCustomPrompt="1"/>
          </p:nvPr>
        </p:nvSpPr>
        <p:spPr>
          <a:xfrm>
            <a:off x="488950" y="203863"/>
            <a:ext cx="825480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6276281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88950" y="1781375"/>
            <a:ext cx="4373150" cy="4245425"/>
          </a:xfrm>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48895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6" name="Text Placeholder 8"/>
          <p:cNvSpPr>
            <a:spLocks noGrp="1"/>
          </p:cNvSpPr>
          <p:nvPr>
            <p:ph type="body" sz="quarter" idx="21"/>
          </p:nvPr>
        </p:nvSpPr>
        <p:spPr>
          <a:xfrm>
            <a:off x="5043900" y="1781375"/>
            <a:ext cx="4373150" cy="4245425"/>
          </a:xfrm>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504390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7"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604199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054324" y="4241200"/>
            <a:ext cx="4362725"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054324" y="1775459"/>
            <a:ext cx="4362725"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p:cNvSpPr>
            <a:spLocks noGrp="1"/>
          </p:cNvSpPr>
          <p:nvPr>
            <p:ph type="body" sz="quarter" idx="15"/>
          </p:nvPr>
        </p:nvSpPr>
        <p:spPr>
          <a:xfrm>
            <a:off x="5054324" y="1428430"/>
            <a:ext cx="4362725"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2" name="Text Placeholder 8"/>
          <p:cNvSpPr>
            <a:spLocks noGrp="1"/>
          </p:cNvSpPr>
          <p:nvPr>
            <p:ph type="body" sz="quarter" idx="16"/>
          </p:nvPr>
        </p:nvSpPr>
        <p:spPr>
          <a:xfrm>
            <a:off x="5054324" y="3890142"/>
            <a:ext cx="4362725"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4" name="Text Placeholder 8"/>
          <p:cNvSpPr>
            <a:spLocks noGrp="1"/>
          </p:cNvSpPr>
          <p:nvPr>
            <p:ph type="body" sz="quarter" idx="17"/>
          </p:nvPr>
        </p:nvSpPr>
        <p:spPr>
          <a:xfrm>
            <a:off x="488950" y="4241200"/>
            <a:ext cx="4361750"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18"/>
          </p:nvPr>
        </p:nvSpPr>
        <p:spPr>
          <a:xfrm>
            <a:off x="488950" y="3890142"/>
            <a:ext cx="43617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19" name="Text Placeholder 8"/>
          <p:cNvSpPr>
            <a:spLocks noGrp="1"/>
          </p:cNvSpPr>
          <p:nvPr>
            <p:ph type="body" sz="quarter" idx="19"/>
          </p:nvPr>
        </p:nvSpPr>
        <p:spPr>
          <a:xfrm>
            <a:off x="488950" y="1775459"/>
            <a:ext cx="4361750"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488950" y="1428430"/>
            <a:ext cx="43617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Edit Master text styles</a:t>
            </a:r>
          </a:p>
        </p:txBody>
      </p:sp>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4401153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AD - NO HEADING">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064824" y="3829182"/>
            <a:ext cx="4352225" cy="22032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5054324" y="1422400"/>
            <a:ext cx="4352225" cy="2204719"/>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17"/>
          </p:nvPr>
        </p:nvSpPr>
        <p:spPr>
          <a:xfrm>
            <a:off x="499450" y="3829182"/>
            <a:ext cx="4361750" cy="22032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8"/>
          <p:cNvSpPr>
            <a:spLocks noGrp="1"/>
          </p:cNvSpPr>
          <p:nvPr>
            <p:ph type="body" sz="quarter" idx="19"/>
          </p:nvPr>
        </p:nvSpPr>
        <p:spPr>
          <a:xfrm>
            <a:off x="488950" y="1422400"/>
            <a:ext cx="4361750" cy="2204719"/>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a:p>
        </p:txBody>
      </p:sp>
      <p:sp>
        <p:nvSpPr>
          <p:cNvPr id="1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36812666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one title style</a:t>
            </a:r>
            <a:endParaRPr lang="en-US"/>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94049138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two title style</a:t>
            </a:r>
            <a:endParaRPr lang="en-US"/>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5161827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three title style</a:t>
            </a:r>
            <a:endParaRPr lang="en-US"/>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5882894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a:t>Section divider four title style</a:t>
            </a:r>
            <a:endParaRPr lang="en-US"/>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endParaRPr sz="180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264614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3" y="0"/>
            <a:ext cx="82867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a:latin typeface="Arial" panose="020B0604020202020204" pitchFamily="34" charset="0"/>
              <a:sym typeface="Arial" panose="020B0604020202020204" pitchFamily="34" charset="0"/>
            </a:endParaRPr>
          </a:p>
        </p:txBody>
      </p:sp>
      <p:sp>
        <p:nvSpPr>
          <p:cNvPr id="17" name="Freeform 19"/>
          <p:cNvSpPr>
            <a:spLocks noEditPoints="1"/>
          </p:cNvSpPr>
          <p:nvPr userDrawn="1"/>
        </p:nvSpPr>
        <p:spPr bwMode="auto">
          <a:xfrm>
            <a:off x="1715999"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TextBox 10"/>
          <p:cNvSpPr txBox="1"/>
          <p:nvPr userDrawn="1"/>
        </p:nvSpPr>
        <p:spPr>
          <a:xfrm>
            <a:off x="1828800" y="6687742"/>
            <a:ext cx="5934075" cy="12263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tx1"/>
                </a:solidFill>
                <a:latin typeface="+mn-lt"/>
                <a:ea typeface="+mn-ea"/>
                <a:cs typeface="+mn-cs"/>
              </a:rPr>
              <a:t>Document Classification: KPMG Confidential</a:t>
            </a:r>
          </a:p>
        </p:txBody>
      </p:sp>
      <p:sp>
        <p:nvSpPr>
          <p:cNvPr id="15" name="Rectangle 14"/>
          <p:cNvSpPr/>
          <p:nvPr userDrawn="1"/>
        </p:nvSpPr>
        <p:spPr>
          <a:xfrm>
            <a:off x="7503264" y="6158753"/>
            <a:ext cx="2415988" cy="69924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l"/>
            <a:r>
              <a:rPr lang="en-US" sz="1500">
                <a:solidFill>
                  <a:schemeClr val="bg1"/>
                </a:solidFill>
                <a:hlinkClick r:id="rId2"/>
              </a:rPr>
              <a:t>Click here</a:t>
            </a:r>
            <a:r>
              <a:rPr lang="en-US" sz="1500">
                <a:solidFill>
                  <a:schemeClr val="bg1"/>
                </a:solidFill>
              </a:rPr>
              <a:t>, for a different entity copyright statement.</a:t>
            </a:r>
          </a:p>
        </p:txBody>
      </p:sp>
    </p:spTree>
    <p:extLst>
      <p:ext uri="{BB962C8B-B14F-4D97-AF65-F5344CB8AC3E}">
        <p14:creationId xmlns:p14="http://schemas.microsoft.com/office/powerpoint/2010/main" val="39098574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theme" Target="../theme/theme2.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950" y="451575"/>
            <a:ext cx="8918244" cy="723600"/>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88951" y="1422400"/>
            <a:ext cx="8918242" cy="46044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p:nvSpPr>
        <p:spPr>
          <a:xfrm>
            <a:off x="9027000" y="6320118"/>
            <a:ext cx="390050"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900" smtClean="0">
                <a:solidFill>
                  <a:schemeClr val="tx2"/>
                </a:solidFill>
                <a:latin typeface="+mn-lt"/>
                <a:ea typeface="Arial"/>
                <a:cs typeface="Arial" panose="020B0604020202020204" pitchFamily="34" charset="0"/>
              </a:rPr>
              <a:pPr algn="r"/>
              <a:t>‹#›</a:t>
            </a:fld>
            <a:endParaRPr lang="en-US" sz="900">
              <a:solidFill>
                <a:schemeClr val="tx2"/>
              </a:solidFill>
              <a:latin typeface="+mn-lt"/>
              <a:ea typeface="Arial"/>
              <a:cs typeface="Arial" panose="020B0604020202020204" pitchFamily="34" charset="0"/>
            </a:endParaRPr>
          </a:p>
        </p:txBody>
      </p:sp>
      <p:sp>
        <p:nvSpPr>
          <p:cNvPr id="25" name="TextBox 24"/>
          <p:cNvSpPr txBox="1"/>
          <p:nvPr/>
        </p:nvSpPr>
        <p:spPr>
          <a:xfrm>
            <a:off x="1828800" y="6687742"/>
            <a:ext cx="5934075" cy="12263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tx1"/>
                </a:solidFill>
                <a:latin typeface="+mn-lt"/>
                <a:ea typeface="+mn-ea"/>
                <a:cs typeface="+mn-cs"/>
              </a:rPr>
              <a:t>Document Classification: KPMG Confidential</a:t>
            </a:r>
          </a:p>
        </p:txBody>
      </p:sp>
      <p:sp>
        <p:nvSpPr>
          <p:cNvPr id="27" name="Freeform 19"/>
          <p:cNvSpPr>
            <a:spLocks noEditPoints="1"/>
          </p:cNvSpPr>
          <p:nvPr/>
        </p:nvSpPr>
        <p:spPr bwMode="auto">
          <a:xfrm>
            <a:off x="48895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30" name="TextBox 29"/>
          <p:cNvSpPr txBox="1"/>
          <p:nvPr>
            <p:custDataLst>
              <p:tags r:id="rId38"/>
            </p:custDataLst>
          </p:nvPr>
        </p:nvSpPr>
        <p:spPr>
          <a:xfrm>
            <a:off x="1548364" y="6320118"/>
            <a:ext cx="68445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2021 KPMG Tax and Advisory Ltd, a Vietnam incorporated company and a member firm of the KPMG network of independent member firms affiliated with KPMG International Cooperative ("KPMG International"), a Swiss entity. All rights reserved.</a:t>
            </a:r>
            <a:endParaRPr lang="en-GB" sz="600" kern="1200" noProof="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661" r:id="rId1"/>
    <p:sldLayoutId id="2147483710" r:id="rId2"/>
    <p:sldLayoutId id="2147483709" r:id="rId3"/>
    <p:sldLayoutId id="2147483703" r:id="rId4"/>
    <p:sldLayoutId id="2147483675" r:id="rId5"/>
    <p:sldLayoutId id="2147483680" r:id="rId6"/>
    <p:sldLayoutId id="2147483707" r:id="rId7"/>
    <p:sldLayoutId id="2147483729" r:id="rId8"/>
    <p:sldLayoutId id="2147483708" r:id="rId9"/>
    <p:sldLayoutId id="2147483723" r:id="rId10"/>
    <p:sldLayoutId id="2147483726" r:id="rId11"/>
    <p:sldLayoutId id="2147483730" r:id="rId12"/>
    <p:sldLayoutId id="2147483666" r:id="rId13"/>
    <p:sldLayoutId id="2147483705" r:id="rId14"/>
    <p:sldLayoutId id="2147483689" r:id="rId15"/>
    <p:sldLayoutId id="2147483690" r:id="rId16"/>
    <p:sldLayoutId id="2147483692" r:id="rId17"/>
    <p:sldLayoutId id="2147483693" r:id="rId18"/>
    <p:sldLayoutId id="2147483694" r:id="rId19"/>
    <p:sldLayoutId id="2147483695" r:id="rId20"/>
    <p:sldLayoutId id="2147483701" r:id="rId21"/>
    <p:sldLayoutId id="2147483697" r:id="rId22"/>
    <p:sldLayoutId id="2147483698" r:id="rId23"/>
    <p:sldLayoutId id="2147483699" r:id="rId24"/>
    <p:sldLayoutId id="2147483711" r:id="rId25"/>
    <p:sldLayoutId id="2147483712" r:id="rId26"/>
    <p:sldLayoutId id="2147483682" r:id="rId27"/>
    <p:sldLayoutId id="2147483683" r:id="rId28"/>
    <p:sldLayoutId id="2147483684" r:id="rId29"/>
    <p:sldLayoutId id="2147483685" r:id="rId30"/>
    <p:sldLayoutId id="2147483720" r:id="rId31"/>
    <p:sldLayoutId id="2147483721" r:id="rId32"/>
    <p:sldLayoutId id="2147483719" r:id="rId33"/>
    <p:sldLayoutId id="2147483728" r:id="rId34"/>
    <p:sldLayoutId id="2147483667" r:id="rId35"/>
    <p:sldLayoutId id="2147483759" r:id="rId36"/>
  </p:sldLayoutIdLst>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308">
          <p15:clr>
            <a:srgbClr val="F26B43"/>
          </p15:clr>
        </p15:guide>
        <p15:guide id="3" pos="5932">
          <p15:clr>
            <a:srgbClr val="F26B43"/>
          </p15:clr>
        </p15:guide>
        <p15:guide id="4" orient="horz" pos="742">
          <p15:clr>
            <a:srgbClr val="F26B43"/>
          </p15:clr>
        </p15:guide>
        <p15:guide id="6" orient="horz" pos="279">
          <p15:clr>
            <a:srgbClr val="F26B43"/>
          </p15:clr>
        </p15:guide>
        <p15:guide id="7" orient="horz" pos="896">
          <p15:clr>
            <a:srgbClr val="F26B43"/>
          </p15:clr>
        </p15:guide>
        <p15:guide id="8" pos="3061">
          <p15:clr>
            <a:srgbClr val="F26B43"/>
          </p15:clr>
        </p15:guide>
        <p15:guide id="9" pos="317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950" y="451575"/>
            <a:ext cx="8918244" cy="723600"/>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88951" y="1422400"/>
            <a:ext cx="8918242" cy="4604400"/>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9027000" y="6320118"/>
            <a:ext cx="390050"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900" smtClean="0">
                <a:solidFill>
                  <a:schemeClr val="tx2"/>
                </a:solidFill>
                <a:latin typeface="+mn-lt"/>
                <a:ea typeface="Arial"/>
                <a:cs typeface="Arial" panose="020B0604020202020204" pitchFamily="34" charset="0"/>
              </a:rPr>
              <a:pPr algn="r"/>
              <a:t>‹#›</a:t>
            </a:fld>
            <a:endParaRPr lang="en-US" sz="900">
              <a:solidFill>
                <a:schemeClr val="tx2"/>
              </a:solidFill>
              <a:latin typeface="+mn-lt"/>
              <a:ea typeface="Arial"/>
              <a:cs typeface="Arial" panose="020B0604020202020204" pitchFamily="34" charset="0"/>
            </a:endParaRPr>
          </a:p>
        </p:txBody>
      </p:sp>
      <p:sp>
        <p:nvSpPr>
          <p:cNvPr id="30" name="TextBox 29"/>
          <p:cNvSpPr txBox="1"/>
          <p:nvPr userDrawn="1"/>
        </p:nvSpPr>
        <p:spPr>
          <a:xfrm>
            <a:off x="1548364" y="6320118"/>
            <a:ext cx="68445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2019 KPMG Services Pte. Ltd. (Registration No: 200003956G), a Singapore incorporated company and a member firm of the KPMG network of independent member firms affiliated with KPMG International Cooperative ("KPMG International"), a Swiss entity. All rights reserved. </a:t>
            </a:r>
          </a:p>
        </p:txBody>
      </p:sp>
      <p:sp>
        <p:nvSpPr>
          <p:cNvPr id="25" name="TextBox 24"/>
          <p:cNvSpPr txBox="1"/>
          <p:nvPr userDrawn="1"/>
        </p:nvSpPr>
        <p:spPr>
          <a:xfrm>
            <a:off x="1828800" y="6687742"/>
            <a:ext cx="5934075" cy="12263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tx1"/>
                </a:solidFill>
                <a:latin typeface="+mn-lt"/>
                <a:ea typeface="+mn-ea"/>
                <a:cs typeface="+mn-cs"/>
              </a:rPr>
              <a:t>Document Classification: KPMG Confidential</a:t>
            </a:r>
          </a:p>
        </p:txBody>
      </p:sp>
      <p:sp>
        <p:nvSpPr>
          <p:cNvPr id="27" name="Freeform 19"/>
          <p:cNvSpPr>
            <a:spLocks noEditPoints="1"/>
          </p:cNvSpPr>
          <p:nvPr userDrawn="1"/>
        </p:nvSpPr>
        <p:spPr bwMode="auto">
          <a:xfrm>
            <a:off x="48895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1328182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Lst>
  <p:txStyles>
    <p:titleStyle>
      <a:lvl1pPr algn="l" defTabSz="914400" rtl="0" eaLnBrk="1" latinLnBrk="0" hangingPunct="1">
        <a:lnSpc>
          <a:spcPct val="70000"/>
        </a:lnSpc>
        <a:spcBef>
          <a:spcPct val="0"/>
        </a:spcBef>
        <a:buNone/>
        <a:defRPr sz="3800" kern="1200" spc="10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308">
          <p15:clr>
            <a:srgbClr val="F26B43"/>
          </p15:clr>
        </p15:guide>
        <p15:guide id="3" pos="5932">
          <p15:clr>
            <a:srgbClr val="F26B43"/>
          </p15:clr>
        </p15:guide>
        <p15:guide id="4" orient="horz" pos="742">
          <p15:clr>
            <a:srgbClr val="F26B43"/>
          </p15:clr>
        </p15:guide>
        <p15:guide id="6" orient="horz" pos="279">
          <p15:clr>
            <a:srgbClr val="F26B43"/>
          </p15:clr>
        </p15:guide>
        <p15:guide id="7" orient="horz" pos="896">
          <p15:clr>
            <a:srgbClr val="F26B43"/>
          </p15:clr>
        </p15:guide>
        <p15:guide id="8" pos="3061">
          <p15:clr>
            <a:srgbClr val="F26B43"/>
          </p15:clr>
        </p15:guide>
        <p15:guide id="9" pos="3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7.emf"/><Relationship Id="rId4" Type="http://schemas.openxmlformats.org/officeDocument/2006/relationships/image" Target="../media/image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a:t>Background</a:t>
            </a:r>
          </a:p>
        </p:txBody>
      </p:sp>
      <p:sp>
        <p:nvSpPr>
          <p:cNvPr id="2" name="Text Placeholder 1">
            <a:extLst>
              <a:ext uri="{FF2B5EF4-FFF2-40B4-BE49-F238E27FC236}">
                <a16:creationId xmlns:a16="http://schemas.microsoft.com/office/drawing/2014/main" id="{AA29971E-9701-4DCC-8157-4ECFF7FA8E90}"/>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1785031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Structure and model for Vietnam</a:t>
            </a:r>
          </a:p>
        </p:txBody>
      </p:sp>
      <p:sp>
        <p:nvSpPr>
          <p:cNvPr id="7" name="Text Placeholder 6"/>
          <p:cNvSpPr>
            <a:spLocks noGrp="1"/>
          </p:cNvSpPr>
          <p:nvPr>
            <p:ph type="body" sz="quarter" idx="12"/>
          </p:nvPr>
        </p:nvSpPr>
        <p:spPr/>
        <p:txBody>
          <a:bodyPr/>
          <a:lstStyle/>
          <a:p>
            <a:r>
              <a:rPr lang="en-US"/>
              <a:t>Background</a:t>
            </a:r>
          </a:p>
        </p:txBody>
      </p:sp>
      <p:sp>
        <p:nvSpPr>
          <p:cNvPr id="3" name="Text Placeholder 2">
            <a:extLst>
              <a:ext uri="{FF2B5EF4-FFF2-40B4-BE49-F238E27FC236}">
                <a16:creationId xmlns:a16="http://schemas.microsoft.com/office/drawing/2014/main" id="{BDB6CC34-370D-48D3-9922-A119492BD8F5}"/>
              </a:ext>
            </a:extLst>
          </p:cNvPr>
          <p:cNvSpPr>
            <a:spLocks noGrp="1"/>
          </p:cNvSpPr>
          <p:nvPr>
            <p:ph type="body" sz="quarter" idx="11"/>
          </p:nvPr>
        </p:nvSpPr>
        <p:spPr>
          <a:xfrm>
            <a:off x="4953001" y="1173326"/>
            <a:ext cx="4717210" cy="4467541"/>
          </a:xfrm>
        </p:spPr>
        <p:txBody>
          <a:bodyPr/>
          <a:lstStyle/>
          <a:p>
            <a:pPr marL="228600" indent="-228600" algn="just"/>
            <a:r>
              <a:rPr lang="en-US" altLang="ja-JP" dirty="0"/>
              <a:t>Background understanding and assumption</a:t>
            </a:r>
            <a:endParaRPr lang="en-US" altLang="ja-JP" b="0" dirty="0"/>
          </a:p>
          <a:p>
            <a:pPr marL="180975" lvl="2" indent="-180975" algn="just">
              <a:buFont typeface="Arial" panose="020B0604020202020204" pitchFamily="34" charset="0"/>
              <a:buChar char="–"/>
              <a:tabLst>
                <a:tab pos="358775" algn="l"/>
              </a:tabLst>
            </a:pPr>
            <a:r>
              <a:rPr lang="en-US" altLang="ja-JP" dirty="0">
                <a:solidFill>
                  <a:schemeClr val="tx1"/>
                </a:solidFill>
              </a:rPr>
              <a:t>Under the latest ERC, the Company is licensed to generate power from rooftop solar power (i.e. licensing code 3511), installing rooftop solar power sites; providing management and technical advising services; performing repair, warranty, maintenance of rooftop solar power sites and distributing components. </a:t>
            </a:r>
          </a:p>
          <a:p>
            <a:pPr marL="180975" lvl="2" indent="-180975" algn="just">
              <a:buFont typeface="Arial" panose="020B0604020202020204" pitchFamily="34" charset="0"/>
              <a:buChar char="–"/>
              <a:tabLst>
                <a:tab pos="358775" algn="l"/>
              </a:tabLst>
            </a:pPr>
            <a:r>
              <a:rPr lang="en-US" altLang="ja-JP" dirty="0">
                <a:solidFill>
                  <a:schemeClr val="tx1"/>
                </a:solidFill>
              </a:rPr>
              <a:t>However, under the current company’s IRC, power generation activity (i.e. licensing code 3511) is not included yet. The current IRC also does not specify construction period for The Company’s rooftop solar projects.</a:t>
            </a:r>
          </a:p>
          <a:p>
            <a:pPr marL="180975" lvl="2" indent="-180975" algn="just">
              <a:buFont typeface="Arial" panose="020B0604020202020204" pitchFamily="34" charset="0"/>
              <a:buChar char="–"/>
              <a:tabLst>
                <a:tab pos="358775" algn="l"/>
              </a:tabLst>
            </a:pPr>
            <a:r>
              <a:rPr lang="en-US" altLang="ja-JP" dirty="0">
                <a:solidFill>
                  <a:schemeClr val="tx1"/>
                </a:solidFill>
              </a:rPr>
              <a:t>The Company is not required to obtain power generation permit as its rooftop solar (“RTS”) projects will be:</a:t>
            </a:r>
          </a:p>
          <a:p>
            <a:pPr marL="540975" lvl="4" indent="-180975" algn="just">
              <a:buFont typeface="Wingdings" panose="05000000000000000000" pitchFamily="2" charset="2"/>
              <a:buChar char="§"/>
              <a:tabLst>
                <a:tab pos="358775" algn="l"/>
              </a:tabLst>
            </a:pPr>
            <a:r>
              <a:rPr lang="en-US" altLang="ja-JP" dirty="0">
                <a:solidFill>
                  <a:schemeClr val="tx1"/>
                </a:solidFill>
              </a:rPr>
              <a:t>installed on rooftops of the construction works with independent functions;</a:t>
            </a:r>
          </a:p>
          <a:p>
            <a:pPr marL="540975" lvl="4" indent="-180975" algn="just">
              <a:buFont typeface="Wingdings" panose="05000000000000000000" pitchFamily="2" charset="2"/>
              <a:buChar char="§"/>
              <a:tabLst>
                <a:tab pos="358775" algn="l"/>
              </a:tabLst>
            </a:pPr>
            <a:r>
              <a:rPr lang="en-US" altLang="ja-JP" dirty="0">
                <a:solidFill>
                  <a:schemeClr val="tx1"/>
                </a:solidFill>
              </a:rPr>
              <a:t>capacity not exceeding 1MW ( for one (1) RTS power system); and</a:t>
            </a:r>
          </a:p>
          <a:p>
            <a:pPr marL="540975" lvl="4" indent="-180975" algn="just">
              <a:buFont typeface="Wingdings" panose="05000000000000000000" pitchFamily="2" charset="2"/>
              <a:buChar char="§"/>
              <a:tabLst>
                <a:tab pos="358775" algn="l"/>
              </a:tabLst>
            </a:pPr>
            <a:r>
              <a:rPr lang="en-US" altLang="ja-JP" dirty="0">
                <a:solidFill>
                  <a:schemeClr val="tx1"/>
                </a:solidFill>
              </a:rPr>
              <a:t>Voltage of the connected grid not exceeding 35kV;</a:t>
            </a:r>
          </a:p>
          <a:p>
            <a:pPr marL="180975" lvl="2" indent="-180975" algn="just">
              <a:buFont typeface="Arial" panose="020B0604020202020204" pitchFamily="34" charset="0"/>
              <a:buChar char="–"/>
              <a:tabLst>
                <a:tab pos="358775" algn="l"/>
              </a:tabLst>
            </a:pPr>
            <a:r>
              <a:rPr lang="en-US" altLang="ja-JP" dirty="0">
                <a:solidFill>
                  <a:schemeClr val="tx1"/>
                </a:solidFill>
              </a:rPr>
              <a:t>The Company will sign private </a:t>
            </a:r>
            <a:r>
              <a:rPr lang="en-SG" altLang="ja-JP" dirty="0">
                <a:solidFill>
                  <a:schemeClr val="tx1"/>
                </a:solidFill>
              </a:rPr>
              <a:t>power purchase agreements (“PPA”) </a:t>
            </a:r>
            <a:r>
              <a:rPr lang="en-US" altLang="ja-JP" dirty="0">
                <a:solidFill>
                  <a:schemeClr val="tx1"/>
                </a:solidFill>
              </a:rPr>
              <a:t>with clients. Project sites for each PPA may be located across Vietnam.</a:t>
            </a:r>
          </a:p>
          <a:p>
            <a:pPr marL="180975" lvl="2" indent="-180975" algn="just">
              <a:buFont typeface="Arial" panose="020B0604020202020204" pitchFamily="34" charset="0"/>
              <a:buChar char="–"/>
              <a:tabLst>
                <a:tab pos="358775" algn="l"/>
              </a:tabLst>
            </a:pPr>
            <a:r>
              <a:rPr lang="en-US" altLang="ja-JP" dirty="0">
                <a:solidFill>
                  <a:schemeClr val="tx1"/>
                </a:solidFill>
              </a:rPr>
              <a:t>The Company may sign additional rooftop lease contract with customer for RTS project implementation only if it required by its clients.</a:t>
            </a:r>
          </a:p>
          <a:p>
            <a:pPr marL="180975" lvl="2" indent="-180975" algn="just">
              <a:buFont typeface="Arial" panose="020B0604020202020204" pitchFamily="34" charset="0"/>
              <a:buChar char="–"/>
              <a:tabLst>
                <a:tab pos="358775" algn="l"/>
              </a:tabLst>
            </a:pPr>
            <a:r>
              <a:rPr lang="en-US" altLang="ja-JP" dirty="0">
                <a:solidFill>
                  <a:schemeClr val="tx1"/>
                </a:solidFill>
              </a:rPr>
              <a:t>The Company will not implement private PPAs in form of solar panel leasing contract.</a:t>
            </a:r>
          </a:p>
          <a:p>
            <a:pPr marL="0" lvl="2" indent="0" algn="just">
              <a:buNone/>
              <a:tabLst>
                <a:tab pos="358775" algn="l"/>
              </a:tabLst>
            </a:pPr>
            <a:r>
              <a:rPr lang="en-US" altLang="ja-JP" i="1" dirty="0">
                <a:solidFill>
                  <a:schemeClr val="tx1"/>
                </a:solidFill>
              </a:rPr>
              <a:t>*We understand your legal advisors have confirmed the above are sufficient from legal perspective. </a:t>
            </a:r>
          </a:p>
          <a:p>
            <a:pPr marL="180975" lvl="2" indent="-180975" algn="just">
              <a:buFont typeface="Arial" panose="020B0604020202020204" pitchFamily="34" charset="0"/>
              <a:buChar char="–"/>
              <a:tabLst>
                <a:tab pos="358775" algn="l"/>
              </a:tabLst>
            </a:pPr>
            <a:endParaRPr lang="en-SG" altLang="ja-JP" dirty="0">
              <a:solidFill>
                <a:schemeClr val="tx1"/>
              </a:solidFill>
            </a:endParaRPr>
          </a:p>
          <a:p>
            <a:pPr marL="180975" lvl="2" indent="-180975" algn="just">
              <a:buFont typeface="Arial" panose="020B0604020202020204" pitchFamily="34" charset="0"/>
              <a:buChar char="–"/>
              <a:tabLst>
                <a:tab pos="358775" algn="l"/>
              </a:tabLst>
            </a:pPr>
            <a:endParaRPr lang="en-SG" altLang="ja-JP" dirty="0">
              <a:solidFill>
                <a:schemeClr val="tx1"/>
              </a:solidFill>
            </a:endParaRPr>
          </a:p>
          <a:p>
            <a:pPr marL="180975" lvl="2" indent="-180975" algn="just">
              <a:buFont typeface="Arial" panose="020B0604020202020204" pitchFamily="34" charset="0"/>
              <a:buChar char="–"/>
              <a:tabLst>
                <a:tab pos="358775" algn="l"/>
              </a:tabLst>
            </a:pPr>
            <a:endParaRPr lang="en-SG" altLang="ja-JP" dirty="0">
              <a:solidFill>
                <a:schemeClr val="tx1"/>
              </a:solidFill>
            </a:endParaRPr>
          </a:p>
        </p:txBody>
      </p:sp>
      <p:cxnSp>
        <p:nvCxnSpPr>
          <p:cNvPr id="23" name="Straight Arrow Connector 22">
            <a:extLst>
              <a:ext uri="{FF2B5EF4-FFF2-40B4-BE49-F238E27FC236}">
                <a16:creationId xmlns:a16="http://schemas.microsoft.com/office/drawing/2014/main" id="{868794AD-1F87-4746-B95B-A630A578EC33}"/>
              </a:ext>
            </a:extLst>
          </p:cNvPr>
          <p:cNvCxnSpPr>
            <a:cxnSpLocks/>
            <a:stCxn id="30" idx="2"/>
            <a:endCxn id="51" idx="0"/>
          </p:cNvCxnSpPr>
          <p:nvPr/>
        </p:nvCxnSpPr>
        <p:spPr>
          <a:xfrm flipH="1">
            <a:off x="2398378" y="1570997"/>
            <a:ext cx="1" cy="456305"/>
          </a:xfrm>
          <a:prstGeom prst="straightConnector1">
            <a:avLst/>
          </a:prstGeom>
          <a:ln>
            <a:solidFill>
              <a:schemeClr val="tx1"/>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25DFCC0-F4E8-4F16-B500-E8936B48D730}"/>
              </a:ext>
            </a:extLst>
          </p:cNvPr>
          <p:cNvSpPr/>
          <p:nvPr/>
        </p:nvSpPr>
        <p:spPr>
          <a:xfrm>
            <a:off x="2025846" y="1110187"/>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dirty="0">
                <a:solidFill>
                  <a:schemeClr val="tx2"/>
                </a:solidFill>
              </a:rPr>
              <a:t>Foreign SPV 1</a:t>
            </a:r>
          </a:p>
          <a:p>
            <a:pPr algn="ctr"/>
            <a:r>
              <a:rPr lang="en-AU" sz="600" dirty="0">
                <a:solidFill>
                  <a:schemeClr val="tx2"/>
                </a:solidFill>
              </a:rPr>
              <a:t>(Japan)</a:t>
            </a:r>
          </a:p>
        </p:txBody>
      </p:sp>
      <p:sp>
        <p:nvSpPr>
          <p:cNvPr id="31" name="Rectangle 30">
            <a:extLst>
              <a:ext uri="{FF2B5EF4-FFF2-40B4-BE49-F238E27FC236}">
                <a16:creationId xmlns:a16="http://schemas.microsoft.com/office/drawing/2014/main" id="{5A404587-00D8-4AEF-ACE1-893E4DE52EE5}"/>
              </a:ext>
            </a:extLst>
          </p:cNvPr>
          <p:cNvSpPr/>
          <p:nvPr/>
        </p:nvSpPr>
        <p:spPr>
          <a:xfrm>
            <a:off x="2025846" y="2894217"/>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600" dirty="0">
                <a:solidFill>
                  <a:schemeClr val="tx2"/>
                </a:solidFill>
              </a:rPr>
              <a:t>Local Project Co</a:t>
            </a:r>
          </a:p>
          <a:p>
            <a:pPr algn="ctr"/>
            <a:r>
              <a:rPr lang="en-AU" sz="600" dirty="0">
                <a:solidFill>
                  <a:schemeClr val="tx2"/>
                </a:solidFill>
              </a:rPr>
              <a:t>(Vietnam)</a:t>
            </a:r>
          </a:p>
        </p:txBody>
      </p:sp>
      <p:sp>
        <p:nvSpPr>
          <p:cNvPr id="33" name="Rectangle 32">
            <a:extLst>
              <a:ext uri="{FF2B5EF4-FFF2-40B4-BE49-F238E27FC236}">
                <a16:creationId xmlns:a16="http://schemas.microsoft.com/office/drawing/2014/main" id="{B587FF4F-4A3F-4D2F-8952-D00539F2732A}"/>
              </a:ext>
            </a:extLst>
          </p:cNvPr>
          <p:cNvSpPr/>
          <p:nvPr/>
        </p:nvSpPr>
        <p:spPr>
          <a:xfrm>
            <a:off x="3647271" y="2894217"/>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Vietnam customer 1</a:t>
            </a:r>
          </a:p>
        </p:txBody>
      </p:sp>
      <p:sp>
        <p:nvSpPr>
          <p:cNvPr id="37" name="Rectangle 36">
            <a:extLst>
              <a:ext uri="{FF2B5EF4-FFF2-40B4-BE49-F238E27FC236}">
                <a16:creationId xmlns:a16="http://schemas.microsoft.com/office/drawing/2014/main" id="{B0A4084A-DBCF-48E0-9CB9-25FCAA320BD2}"/>
              </a:ext>
            </a:extLst>
          </p:cNvPr>
          <p:cNvSpPr/>
          <p:nvPr/>
        </p:nvSpPr>
        <p:spPr>
          <a:xfrm>
            <a:off x="477756" y="2892212"/>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EPC + O&amp;M        contractors (Vietnam)</a:t>
            </a:r>
          </a:p>
        </p:txBody>
      </p:sp>
      <p:cxnSp>
        <p:nvCxnSpPr>
          <p:cNvPr id="42" name="Straight Arrow Connector 41">
            <a:extLst>
              <a:ext uri="{FF2B5EF4-FFF2-40B4-BE49-F238E27FC236}">
                <a16:creationId xmlns:a16="http://schemas.microsoft.com/office/drawing/2014/main" id="{B0A7BEFA-3BB1-488B-A37F-06993A2652B7}"/>
              </a:ext>
            </a:extLst>
          </p:cNvPr>
          <p:cNvCxnSpPr>
            <a:cxnSpLocks/>
            <a:stCxn id="31" idx="1"/>
            <a:endCxn id="37" idx="3"/>
          </p:cNvCxnSpPr>
          <p:nvPr/>
        </p:nvCxnSpPr>
        <p:spPr>
          <a:xfrm flipH="1" flipV="1">
            <a:off x="1222822" y="3122617"/>
            <a:ext cx="803024" cy="2005"/>
          </a:xfrm>
          <a:prstGeom prst="straightConnector1">
            <a:avLst/>
          </a:prstGeom>
          <a:ln>
            <a:solidFill>
              <a:srgbClr val="009A44"/>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F8A5784-3EA8-43AA-BD04-2AA14B9C514E}"/>
              </a:ext>
            </a:extLst>
          </p:cNvPr>
          <p:cNvSpPr/>
          <p:nvPr/>
        </p:nvSpPr>
        <p:spPr>
          <a:xfrm>
            <a:off x="1254758" y="3087442"/>
            <a:ext cx="713130" cy="415498"/>
          </a:xfrm>
          <a:prstGeom prst="rect">
            <a:avLst/>
          </a:prstGeom>
        </p:spPr>
        <p:txBody>
          <a:bodyPr wrap="square">
            <a:spAutoFit/>
          </a:bodyPr>
          <a:lstStyle/>
          <a:p>
            <a:pPr algn="ctr"/>
            <a:r>
              <a:rPr lang="en-SG" sz="700" i="1">
                <a:solidFill>
                  <a:srgbClr val="009A44"/>
                </a:solidFill>
              </a:rPr>
              <a:t>EPC and O&amp;M </a:t>
            </a:r>
            <a:r>
              <a:rPr lang="en-AU" sz="700" i="1">
                <a:solidFill>
                  <a:srgbClr val="009A44"/>
                </a:solidFill>
              </a:rPr>
              <a:t>agreements</a:t>
            </a:r>
            <a:endParaRPr lang="en-SG" sz="700" i="1">
              <a:solidFill>
                <a:srgbClr val="009A44"/>
              </a:solidFill>
            </a:endParaRPr>
          </a:p>
        </p:txBody>
      </p:sp>
      <p:sp>
        <p:nvSpPr>
          <p:cNvPr id="51" name="Rectangle 50">
            <a:extLst>
              <a:ext uri="{FF2B5EF4-FFF2-40B4-BE49-F238E27FC236}">
                <a16:creationId xmlns:a16="http://schemas.microsoft.com/office/drawing/2014/main" id="{85E9E1B5-4098-4972-91DE-D6B5482E0482}"/>
              </a:ext>
            </a:extLst>
          </p:cNvPr>
          <p:cNvSpPr/>
          <p:nvPr/>
        </p:nvSpPr>
        <p:spPr>
          <a:xfrm>
            <a:off x="2025845" y="2027302"/>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dirty="0">
                <a:solidFill>
                  <a:schemeClr val="tx2"/>
                </a:solidFill>
              </a:rPr>
              <a:t>Foreign SPV 2 (Singapore)</a:t>
            </a:r>
          </a:p>
        </p:txBody>
      </p:sp>
      <p:sp>
        <p:nvSpPr>
          <p:cNvPr id="27" name="Rectangle 26">
            <a:extLst>
              <a:ext uri="{FF2B5EF4-FFF2-40B4-BE49-F238E27FC236}">
                <a16:creationId xmlns:a16="http://schemas.microsoft.com/office/drawing/2014/main" id="{B53DC29E-102C-4BF2-8B3E-F1AD69468269}"/>
              </a:ext>
            </a:extLst>
          </p:cNvPr>
          <p:cNvSpPr/>
          <p:nvPr/>
        </p:nvSpPr>
        <p:spPr>
          <a:xfrm>
            <a:off x="2852526" y="2939742"/>
            <a:ext cx="713130" cy="200055"/>
          </a:xfrm>
          <a:prstGeom prst="rect">
            <a:avLst/>
          </a:prstGeom>
        </p:spPr>
        <p:txBody>
          <a:bodyPr wrap="square">
            <a:spAutoFit/>
          </a:bodyPr>
          <a:lstStyle/>
          <a:p>
            <a:pPr algn="ctr"/>
            <a:r>
              <a:rPr lang="en-AU" sz="700" i="1">
                <a:solidFill>
                  <a:srgbClr val="009A44"/>
                </a:solidFill>
              </a:rPr>
              <a:t>PPAs</a:t>
            </a:r>
          </a:p>
        </p:txBody>
      </p:sp>
      <p:sp>
        <p:nvSpPr>
          <p:cNvPr id="32" name="Rectangle 31">
            <a:extLst>
              <a:ext uri="{FF2B5EF4-FFF2-40B4-BE49-F238E27FC236}">
                <a16:creationId xmlns:a16="http://schemas.microsoft.com/office/drawing/2014/main" id="{B5DC318F-D30E-49A9-A0F1-F01D369E9F38}"/>
              </a:ext>
            </a:extLst>
          </p:cNvPr>
          <p:cNvSpPr/>
          <p:nvPr/>
        </p:nvSpPr>
        <p:spPr>
          <a:xfrm>
            <a:off x="1856700" y="2578959"/>
            <a:ext cx="713130" cy="200055"/>
          </a:xfrm>
          <a:prstGeom prst="rect">
            <a:avLst/>
          </a:prstGeom>
        </p:spPr>
        <p:txBody>
          <a:bodyPr wrap="square">
            <a:spAutoFit/>
          </a:bodyPr>
          <a:lstStyle/>
          <a:p>
            <a:pPr algn="ctr"/>
            <a:r>
              <a:rPr lang="en-SG" sz="700" i="1"/>
              <a:t>100%</a:t>
            </a:r>
          </a:p>
        </p:txBody>
      </p:sp>
      <p:cxnSp>
        <p:nvCxnSpPr>
          <p:cNvPr id="24" name="Straight Arrow Connector 23">
            <a:extLst>
              <a:ext uri="{FF2B5EF4-FFF2-40B4-BE49-F238E27FC236}">
                <a16:creationId xmlns:a16="http://schemas.microsoft.com/office/drawing/2014/main" id="{6CB8EAD8-3424-4BC2-920D-DCFF0A80DBE0}"/>
              </a:ext>
            </a:extLst>
          </p:cNvPr>
          <p:cNvCxnSpPr>
            <a:cxnSpLocks/>
            <a:stCxn id="51" idx="2"/>
            <a:endCxn id="31" idx="0"/>
          </p:cNvCxnSpPr>
          <p:nvPr/>
        </p:nvCxnSpPr>
        <p:spPr>
          <a:xfrm>
            <a:off x="2398378" y="2488112"/>
            <a:ext cx="1" cy="40610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08C4336-4280-4BFD-B485-FBE9043CEE4A}"/>
              </a:ext>
            </a:extLst>
          </p:cNvPr>
          <p:cNvSpPr/>
          <p:nvPr/>
        </p:nvSpPr>
        <p:spPr>
          <a:xfrm>
            <a:off x="1856700" y="1686185"/>
            <a:ext cx="713130" cy="200055"/>
          </a:xfrm>
          <a:prstGeom prst="rect">
            <a:avLst/>
          </a:prstGeom>
        </p:spPr>
        <p:txBody>
          <a:bodyPr wrap="square">
            <a:spAutoFit/>
          </a:bodyPr>
          <a:lstStyle/>
          <a:p>
            <a:pPr algn="ctr"/>
            <a:r>
              <a:rPr lang="en-SG" sz="700" i="1"/>
              <a:t>100%</a:t>
            </a:r>
          </a:p>
        </p:txBody>
      </p:sp>
      <p:sp>
        <p:nvSpPr>
          <p:cNvPr id="39" name="Rectangle 38">
            <a:extLst>
              <a:ext uri="{FF2B5EF4-FFF2-40B4-BE49-F238E27FC236}">
                <a16:creationId xmlns:a16="http://schemas.microsoft.com/office/drawing/2014/main" id="{7054C173-7FC0-4FE2-939F-FFA520927271}"/>
              </a:ext>
            </a:extLst>
          </p:cNvPr>
          <p:cNvSpPr/>
          <p:nvPr/>
        </p:nvSpPr>
        <p:spPr>
          <a:xfrm>
            <a:off x="3647271" y="3553151"/>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Vietnam customer 2</a:t>
            </a:r>
          </a:p>
        </p:txBody>
      </p:sp>
      <p:sp>
        <p:nvSpPr>
          <p:cNvPr id="40" name="Rectangle 39">
            <a:extLst>
              <a:ext uri="{FF2B5EF4-FFF2-40B4-BE49-F238E27FC236}">
                <a16:creationId xmlns:a16="http://schemas.microsoft.com/office/drawing/2014/main" id="{8536F08D-FFE8-4F6F-9C64-8115B683B652}"/>
              </a:ext>
            </a:extLst>
          </p:cNvPr>
          <p:cNvSpPr/>
          <p:nvPr/>
        </p:nvSpPr>
        <p:spPr>
          <a:xfrm>
            <a:off x="3647271" y="4206074"/>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Vietnam customer …</a:t>
            </a:r>
          </a:p>
        </p:txBody>
      </p:sp>
      <p:cxnSp>
        <p:nvCxnSpPr>
          <p:cNvPr id="52" name="Connector: Elbow 51">
            <a:extLst>
              <a:ext uri="{FF2B5EF4-FFF2-40B4-BE49-F238E27FC236}">
                <a16:creationId xmlns:a16="http://schemas.microsoft.com/office/drawing/2014/main" id="{A85ACD0C-BBA1-4A7F-8C3D-74A47D99DBC2}"/>
              </a:ext>
            </a:extLst>
          </p:cNvPr>
          <p:cNvCxnSpPr>
            <a:cxnSpLocks/>
            <a:endCxn id="39" idx="1"/>
          </p:cNvCxnSpPr>
          <p:nvPr/>
        </p:nvCxnSpPr>
        <p:spPr>
          <a:xfrm>
            <a:off x="2770911" y="3124622"/>
            <a:ext cx="876360" cy="658934"/>
          </a:xfrm>
          <a:prstGeom prst="bentConnector3">
            <a:avLst>
              <a:gd name="adj1" fmla="val 50000"/>
            </a:avLst>
          </a:prstGeom>
          <a:ln w="9525" cap="flat" cmpd="sng" algn="ctr">
            <a:solidFill>
              <a:schemeClr val="accent6"/>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3" name="Connector: Elbow 52">
            <a:extLst>
              <a:ext uri="{FF2B5EF4-FFF2-40B4-BE49-F238E27FC236}">
                <a16:creationId xmlns:a16="http://schemas.microsoft.com/office/drawing/2014/main" id="{5CFF26CB-68B6-4363-A6D0-7F93B72F14FD}"/>
              </a:ext>
            </a:extLst>
          </p:cNvPr>
          <p:cNvCxnSpPr>
            <a:cxnSpLocks/>
            <a:stCxn id="31" idx="3"/>
            <a:endCxn id="40" idx="1"/>
          </p:cNvCxnSpPr>
          <p:nvPr/>
        </p:nvCxnSpPr>
        <p:spPr>
          <a:xfrm>
            <a:off x="2770912" y="3124622"/>
            <a:ext cx="876359" cy="1311857"/>
          </a:xfrm>
          <a:prstGeom prst="bentConnector3">
            <a:avLst>
              <a:gd name="adj1" fmla="val 50000"/>
            </a:avLst>
          </a:prstGeom>
          <a:ln w="9525" cap="flat" cmpd="sng" algn="ctr">
            <a:solidFill>
              <a:schemeClr val="accent6"/>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8" name="Straight Arrow Connector 57">
            <a:extLst>
              <a:ext uri="{FF2B5EF4-FFF2-40B4-BE49-F238E27FC236}">
                <a16:creationId xmlns:a16="http://schemas.microsoft.com/office/drawing/2014/main" id="{B91821BF-1264-4A4C-9052-E910394A7356}"/>
              </a:ext>
            </a:extLst>
          </p:cNvPr>
          <p:cNvCxnSpPr>
            <a:cxnSpLocks/>
            <a:stCxn id="31" idx="3"/>
            <a:endCxn id="33" idx="1"/>
          </p:cNvCxnSpPr>
          <p:nvPr/>
        </p:nvCxnSpPr>
        <p:spPr>
          <a:xfrm>
            <a:off x="2770912" y="3124622"/>
            <a:ext cx="876359" cy="0"/>
          </a:xfrm>
          <a:prstGeom prst="straightConnector1">
            <a:avLst/>
          </a:prstGeom>
          <a:ln w="9525" cap="flat" cmpd="sng" algn="ctr">
            <a:solidFill>
              <a:schemeClr val="accent6"/>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5" name="Rectangle 24">
            <a:extLst>
              <a:ext uri="{FF2B5EF4-FFF2-40B4-BE49-F238E27FC236}">
                <a16:creationId xmlns:a16="http://schemas.microsoft.com/office/drawing/2014/main" id="{AF901823-2C56-4A8C-8B31-0B84DC1746BB}"/>
              </a:ext>
            </a:extLst>
          </p:cNvPr>
          <p:cNvSpPr/>
          <p:nvPr/>
        </p:nvSpPr>
        <p:spPr>
          <a:xfrm>
            <a:off x="477756" y="2027302"/>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Foreign contractors (Offshore)</a:t>
            </a:r>
          </a:p>
        </p:txBody>
      </p:sp>
      <p:cxnSp>
        <p:nvCxnSpPr>
          <p:cNvPr id="26" name="Straight Arrow Connector 25">
            <a:extLst>
              <a:ext uri="{FF2B5EF4-FFF2-40B4-BE49-F238E27FC236}">
                <a16:creationId xmlns:a16="http://schemas.microsoft.com/office/drawing/2014/main" id="{E7AE17B8-5E13-4FEC-9450-9512B8A98C22}"/>
              </a:ext>
            </a:extLst>
          </p:cNvPr>
          <p:cNvCxnSpPr>
            <a:cxnSpLocks/>
            <a:stCxn id="31" idx="1"/>
            <a:endCxn id="25" idx="3"/>
          </p:cNvCxnSpPr>
          <p:nvPr/>
        </p:nvCxnSpPr>
        <p:spPr>
          <a:xfrm flipH="1" flipV="1">
            <a:off x="1222822" y="2257707"/>
            <a:ext cx="803024" cy="866915"/>
          </a:xfrm>
          <a:prstGeom prst="straightConnector1">
            <a:avLst/>
          </a:prstGeom>
          <a:ln>
            <a:solidFill>
              <a:srgbClr val="009A44"/>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FED9AC64-7F02-4553-BA92-1B0D57B518AC}"/>
              </a:ext>
            </a:extLst>
          </p:cNvPr>
          <p:cNvSpPr/>
          <p:nvPr/>
        </p:nvSpPr>
        <p:spPr>
          <a:xfrm rot="2895703">
            <a:off x="1342486" y="2355018"/>
            <a:ext cx="713130" cy="307777"/>
          </a:xfrm>
          <a:prstGeom prst="rect">
            <a:avLst/>
          </a:prstGeom>
        </p:spPr>
        <p:txBody>
          <a:bodyPr wrap="square">
            <a:spAutoFit/>
          </a:bodyPr>
          <a:lstStyle/>
          <a:p>
            <a:pPr algn="ctr"/>
            <a:r>
              <a:rPr lang="en-SG" sz="700" i="1">
                <a:solidFill>
                  <a:srgbClr val="009A44"/>
                </a:solidFill>
              </a:rPr>
              <a:t>Loan/Service </a:t>
            </a:r>
            <a:r>
              <a:rPr lang="en-AU" sz="700" i="1">
                <a:solidFill>
                  <a:srgbClr val="009A44"/>
                </a:solidFill>
              </a:rPr>
              <a:t>agreements</a:t>
            </a:r>
            <a:endParaRPr lang="en-SG" sz="700" i="1">
              <a:solidFill>
                <a:srgbClr val="009A44"/>
              </a:solidFill>
            </a:endParaRPr>
          </a:p>
        </p:txBody>
      </p:sp>
      <p:cxnSp>
        <p:nvCxnSpPr>
          <p:cNvPr id="29" name="Connector: Elbow 28">
            <a:extLst>
              <a:ext uri="{FF2B5EF4-FFF2-40B4-BE49-F238E27FC236}">
                <a16:creationId xmlns:a16="http://schemas.microsoft.com/office/drawing/2014/main" id="{17D6668A-EE68-499F-A945-BAE11C35D473}"/>
              </a:ext>
            </a:extLst>
          </p:cNvPr>
          <p:cNvCxnSpPr>
            <a:cxnSpLocks/>
            <a:stCxn id="31" idx="2"/>
            <a:endCxn id="40" idx="2"/>
          </p:cNvCxnSpPr>
          <p:nvPr/>
        </p:nvCxnSpPr>
        <p:spPr>
          <a:xfrm rot="16200000" flipH="1">
            <a:off x="2553163" y="3200242"/>
            <a:ext cx="1311857" cy="1621425"/>
          </a:xfrm>
          <a:prstGeom prst="bentConnector3">
            <a:avLst>
              <a:gd name="adj1" fmla="val 117426"/>
            </a:avLst>
          </a:prstGeom>
          <a:ln w="9525" cap="flat" cmpd="sng" algn="ctr">
            <a:solidFill>
              <a:schemeClr val="dk1"/>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35" name="Rectangle 34">
            <a:extLst>
              <a:ext uri="{FF2B5EF4-FFF2-40B4-BE49-F238E27FC236}">
                <a16:creationId xmlns:a16="http://schemas.microsoft.com/office/drawing/2014/main" id="{84652DD2-8ECC-449C-B59A-F6131B5D3720}"/>
              </a:ext>
            </a:extLst>
          </p:cNvPr>
          <p:cNvSpPr/>
          <p:nvPr/>
        </p:nvSpPr>
        <p:spPr>
          <a:xfrm>
            <a:off x="2569830" y="4882112"/>
            <a:ext cx="1240170" cy="307777"/>
          </a:xfrm>
          <a:prstGeom prst="rect">
            <a:avLst/>
          </a:prstGeom>
        </p:spPr>
        <p:txBody>
          <a:bodyPr wrap="square">
            <a:spAutoFit/>
          </a:bodyPr>
          <a:lstStyle/>
          <a:p>
            <a:pPr algn="ctr"/>
            <a:r>
              <a:rPr lang="en-AU" sz="700" i="1"/>
              <a:t>Rooftop lease agreement (if requested)</a:t>
            </a:r>
          </a:p>
        </p:txBody>
      </p:sp>
    </p:spTree>
    <p:extLst>
      <p:ext uri="{BB962C8B-B14F-4D97-AF65-F5344CB8AC3E}">
        <p14:creationId xmlns:p14="http://schemas.microsoft.com/office/powerpoint/2010/main" val="107667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Structure and model for Vietnam</a:t>
            </a:r>
          </a:p>
        </p:txBody>
      </p:sp>
      <p:sp>
        <p:nvSpPr>
          <p:cNvPr id="7" name="Text Placeholder 6"/>
          <p:cNvSpPr>
            <a:spLocks noGrp="1"/>
          </p:cNvSpPr>
          <p:nvPr>
            <p:ph type="body" sz="quarter" idx="12"/>
          </p:nvPr>
        </p:nvSpPr>
        <p:spPr/>
        <p:txBody>
          <a:bodyPr/>
          <a:lstStyle/>
          <a:p>
            <a:r>
              <a:rPr lang="en-US"/>
              <a:t>Background</a:t>
            </a:r>
          </a:p>
        </p:txBody>
      </p:sp>
      <p:sp>
        <p:nvSpPr>
          <p:cNvPr id="3" name="Text Placeholder 2">
            <a:extLst>
              <a:ext uri="{FF2B5EF4-FFF2-40B4-BE49-F238E27FC236}">
                <a16:creationId xmlns:a16="http://schemas.microsoft.com/office/drawing/2014/main" id="{BDB6CC34-370D-48D3-9922-A119492BD8F5}"/>
              </a:ext>
            </a:extLst>
          </p:cNvPr>
          <p:cNvSpPr>
            <a:spLocks noGrp="1"/>
          </p:cNvSpPr>
          <p:nvPr>
            <p:ph type="body" sz="quarter" idx="11"/>
          </p:nvPr>
        </p:nvSpPr>
        <p:spPr>
          <a:xfrm>
            <a:off x="4953001" y="1173326"/>
            <a:ext cx="4717210" cy="4467541"/>
          </a:xfrm>
        </p:spPr>
        <p:txBody>
          <a:bodyPr/>
          <a:lstStyle/>
          <a:p>
            <a:pPr marL="228600" indent="-228600" algn="just"/>
            <a:r>
              <a:rPr lang="en-US" altLang="ja-JP" dirty="0"/>
              <a:t>Background understanding and assumption (</a:t>
            </a:r>
            <a:r>
              <a:rPr lang="en-US" altLang="ja-JP" dirty="0" err="1"/>
              <a:t>cont</a:t>
            </a:r>
            <a:r>
              <a:rPr lang="en-US" altLang="ja-JP" dirty="0"/>
              <a:t>)</a:t>
            </a:r>
            <a:endParaRPr lang="en-US" altLang="ja-JP" b="0" dirty="0"/>
          </a:p>
          <a:p>
            <a:pPr marL="180975" lvl="2" indent="-180975" algn="just">
              <a:buFont typeface="Arial" panose="020B0604020202020204" pitchFamily="34" charset="0"/>
              <a:buChar char="–"/>
              <a:tabLst>
                <a:tab pos="358775" algn="l"/>
              </a:tabLst>
            </a:pPr>
            <a:r>
              <a:rPr lang="en-US" altLang="ja-JP" dirty="0">
                <a:solidFill>
                  <a:schemeClr val="tx1"/>
                </a:solidFill>
              </a:rPr>
              <a:t>The Company is considering to either (</a:t>
            </a:r>
            <a:r>
              <a:rPr lang="en-US" altLang="ja-JP" dirty="0" err="1">
                <a:solidFill>
                  <a:schemeClr val="tx1"/>
                </a:solidFill>
              </a:rPr>
              <a:t>i</a:t>
            </a:r>
            <a:r>
              <a:rPr lang="en-US" altLang="ja-JP" dirty="0">
                <a:solidFill>
                  <a:schemeClr val="tx1"/>
                </a:solidFill>
              </a:rPr>
              <a:t>) amend the current IRC at company level to include power generation business line (i.e.3511) and/or (ii) obtain sub – IRC on project level including power generation business line (i.e.3511) (The Company will be the investor in each sub – IRC).</a:t>
            </a:r>
          </a:p>
          <a:p>
            <a:pPr marL="180975" lvl="2" indent="-180975" algn="just">
              <a:buFont typeface="Arial" panose="020B0604020202020204" pitchFamily="34" charset="0"/>
              <a:buChar char="–"/>
              <a:tabLst>
                <a:tab pos="358775" algn="l"/>
              </a:tabLst>
            </a:pPr>
            <a:r>
              <a:rPr lang="en-US" kern="0" dirty="0">
                <a:solidFill>
                  <a:srgbClr val="000000"/>
                </a:solidFill>
                <a:cs typeface="Arial" panose="020B0604020202020204" pitchFamily="34" charset="0"/>
              </a:rPr>
              <a:t>At the current stage, there are 3 scenarios that may happen to the IRC arrangement:</a:t>
            </a:r>
          </a:p>
          <a:p>
            <a:pPr marL="593491" lvl="1" indent="-171450" defTabSz="844083">
              <a:buFont typeface="Wingdings" panose="05000000000000000000" pitchFamily="2" charset="2"/>
              <a:buChar char="ü"/>
              <a:defRPr/>
            </a:pPr>
            <a:r>
              <a:rPr lang="en-US" b="1" kern="0" dirty="0">
                <a:solidFill>
                  <a:srgbClr val="000000"/>
                </a:solidFill>
                <a:cs typeface="Arial" panose="020B0604020202020204" pitchFamily="34" charset="0"/>
              </a:rPr>
              <a:t>Scenario 1</a:t>
            </a:r>
            <a:r>
              <a:rPr lang="en-US" kern="0" dirty="0">
                <a:solidFill>
                  <a:srgbClr val="000000"/>
                </a:solidFill>
                <a:cs typeface="Arial" panose="020B0604020202020204" pitchFamily="34" charset="0"/>
              </a:rPr>
              <a:t>: (</a:t>
            </a:r>
            <a:r>
              <a:rPr lang="en-US" kern="0" dirty="0" err="1">
                <a:solidFill>
                  <a:srgbClr val="000000"/>
                </a:solidFill>
                <a:cs typeface="Arial" panose="020B0604020202020204" pitchFamily="34" charset="0"/>
              </a:rPr>
              <a:t>i</a:t>
            </a:r>
            <a:r>
              <a:rPr lang="en-US" kern="0" dirty="0">
                <a:solidFill>
                  <a:srgbClr val="000000"/>
                </a:solidFill>
                <a:cs typeface="Arial" panose="020B0604020202020204" pitchFamily="34" charset="0"/>
              </a:rPr>
              <a:t>) The Company will </a:t>
            </a:r>
            <a:r>
              <a:rPr lang="en-US" b="1" u="sng" kern="0" dirty="0">
                <a:solidFill>
                  <a:srgbClr val="000000"/>
                </a:solidFill>
                <a:cs typeface="Arial" panose="020B0604020202020204" pitchFamily="34" charset="0"/>
              </a:rPr>
              <a:t>only </a:t>
            </a:r>
            <a:r>
              <a:rPr lang="en-US" kern="0" dirty="0">
                <a:solidFill>
                  <a:srgbClr val="000000"/>
                </a:solidFill>
                <a:cs typeface="Arial" panose="020B0604020202020204" pitchFamily="34" charset="0"/>
              </a:rPr>
              <a:t>be able to amend the current IRC at company level and (ii) there will be </a:t>
            </a:r>
            <a:r>
              <a:rPr lang="en-US" b="1" u="sng" kern="0" dirty="0">
                <a:solidFill>
                  <a:srgbClr val="000000"/>
                </a:solidFill>
                <a:cs typeface="Arial" panose="020B0604020202020204" pitchFamily="34" charset="0"/>
              </a:rPr>
              <a:t>no</a:t>
            </a:r>
            <a:r>
              <a:rPr lang="en-US" kern="0" dirty="0">
                <a:solidFill>
                  <a:srgbClr val="000000"/>
                </a:solidFill>
                <a:cs typeface="Arial" panose="020B0604020202020204" pitchFamily="34" charset="0"/>
              </a:rPr>
              <a:t> sub – IRC at project level.</a:t>
            </a:r>
          </a:p>
          <a:p>
            <a:pPr marL="593491" lvl="1" indent="-171450" defTabSz="844083">
              <a:buFont typeface="Wingdings" panose="05000000000000000000" pitchFamily="2" charset="2"/>
              <a:buChar char="ü"/>
              <a:defRPr/>
            </a:pPr>
            <a:r>
              <a:rPr lang="en-US" b="1" kern="0" dirty="0">
                <a:solidFill>
                  <a:srgbClr val="000000"/>
                </a:solidFill>
                <a:cs typeface="Arial" panose="020B0604020202020204" pitchFamily="34" charset="0"/>
              </a:rPr>
              <a:t>Scenario 2</a:t>
            </a:r>
            <a:r>
              <a:rPr lang="en-US" kern="0" dirty="0">
                <a:solidFill>
                  <a:srgbClr val="000000"/>
                </a:solidFill>
                <a:cs typeface="Arial" panose="020B0604020202020204" pitchFamily="34" charset="0"/>
              </a:rPr>
              <a:t>: (</a:t>
            </a:r>
            <a:r>
              <a:rPr lang="en-US" kern="0" dirty="0" err="1">
                <a:solidFill>
                  <a:srgbClr val="000000"/>
                </a:solidFill>
                <a:cs typeface="Arial" panose="020B0604020202020204" pitchFamily="34" charset="0"/>
              </a:rPr>
              <a:t>i</a:t>
            </a:r>
            <a:r>
              <a:rPr lang="en-US" kern="0" dirty="0">
                <a:solidFill>
                  <a:srgbClr val="000000"/>
                </a:solidFill>
                <a:cs typeface="Arial" panose="020B0604020202020204" pitchFamily="34" charset="0"/>
              </a:rPr>
              <a:t>) The Company </a:t>
            </a:r>
            <a:r>
              <a:rPr lang="en-US" b="1" u="sng" kern="0" dirty="0">
                <a:solidFill>
                  <a:srgbClr val="000000"/>
                </a:solidFill>
                <a:cs typeface="Arial" panose="020B0604020202020204" pitchFamily="34" charset="0"/>
              </a:rPr>
              <a:t>will be able </a:t>
            </a:r>
            <a:r>
              <a:rPr lang="en-US" kern="0" dirty="0">
                <a:solidFill>
                  <a:srgbClr val="000000"/>
                </a:solidFill>
                <a:cs typeface="Arial" panose="020B0604020202020204" pitchFamily="34" charset="0"/>
              </a:rPr>
              <a:t>to amend the current IRC at company level and (ii) there will be </a:t>
            </a:r>
            <a:r>
              <a:rPr lang="en-US" b="1" u="sng" kern="0" dirty="0">
                <a:solidFill>
                  <a:srgbClr val="000000"/>
                </a:solidFill>
                <a:cs typeface="Arial" panose="020B0604020202020204" pitchFamily="34" charset="0"/>
              </a:rPr>
              <a:t>multiple</a:t>
            </a:r>
            <a:r>
              <a:rPr lang="en-US" kern="0" dirty="0">
                <a:solidFill>
                  <a:srgbClr val="000000"/>
                </a:solidFill>
                <a:cs typeface="Arial" panose="020B0604020202020204" pitchFamily="34" charset="0"/>
              </a:rPr>
              <a:t> sub – IRC at project level.</a:t>
            </a:r>
          </a:p>
          <a:p>
            <a:pPr marL="593491" lvl="1" indent="-171450" defTabSz="844083">
              <a:buFont typeface="Wingdings" panose="05000000000000000000" pitchFamily="2" charset="2"/>
              <a:buChar char="ü"/>
              <a:defRPr/>
            </a:pPr>
            <a:r>
              <a:rPr lang="en-US" b="1" kern="0" dirty="0">
                <a:solidFill>
                  <a:srgbClr val="000000"/>
                </a:solidFill>
                <a:cs typeface="Arial" panose="020B0604020202020204" pitchFamily="34" charset="0"/>
              </a:rPr>
              <a:t>Scenario 3</a:t>
            </a:r>
            <a:r>
              <a:rPr lang="en-US" kern="0" dirty="0">
                <a:solidFill>
                  <a:srgbClr val="000000"/>
                </a:solidFill>
                <a:cs typeface="Arial" panose="020B0604020202020204" pitchFamily="34" charset="0"/>
              </a:rPr>
              <a:t>: (</a:t>
            </a:r>
            <a:r>
              <a:rPr lang="en-US" kern="0" dirty="0" err="1">
                <a:solidFill>
                  <a:srgbClr val="000000"/>
                </a:solidFill>
                <a:cs typeface="Arial" panose="020B0604020202020204" pitchFamily="34" charset="0"/>
              </a:rPr>
              <a:t>i</a:t>
            </a:r>
            <a:r>
              <a:rPr lang="en-US" kern="0" dirty="0">
                <a:solidFill>
                  <a:srgbClr val="000000"/>
                </a:solidFill>
                <a:cs typeface="Arial" panose="020B0604020202020204" pitchFamily="34" charset="0"/>
              </a:rPr>
              <a:t>) The Company will </a:t>
            </a:r>
            <a:r>
              <a:rPr lang="en-US" b="1" u="sng" kern="0" dirty="0">
                <a:solidFill>
                  <a:srgbClr val="000000"/>
                </a:solidFill>
                <a:cs typeface="Arial" panose="020B0604020202020204" pitchFamily="34" charset="0"/>
              </a:rPr>
              <a:t>not </a:t>
            </a:r>
            <a:r>
              <a:rPr lang="en-US" kern="0" dirty="0">
                <a:solidFill>
                  <a:srgbClr val="000000"/>
                </a:solidFill>
                <a:cs typeface="Arial" panose="020B0604020202020204" pitchFamily="34" charset="0"/>
              </a:rPr>
              <a:t>be able to amend the current IRC at company level and (ii) there will </a:t>
            </a:r>
            <a:r>
              <a:rPr lang="en-US" b="1" u="sng" kern="0" dirty="0">
                <a:solidFill>
                  <a:srgbClr val="000000"/>
                </a:solidFill>
                <a:cs typeface="Arial" panose="020B0604020202020204" pitchFamily="34" charset="0"/>
              </a:rPr>
              <a:t>not</a:t>
            </a:r>
            <a:r>
              <a:rPr lang="en-US" kern="0" dirty="0">
                <a:solidFill>
                  <a:srgbClr val="000000"/>
                </a:solidFill>
                <a:cs typeface="Arial" panose="020B0604020202020204" pitchFamily="34" charset="0"/>
              </a:rPr>
              <a:t> be multiple sub – IRC at project level.</a:t>
            </a:r>
            <a:endParaRPr lang="en-GB" kern="0" dirty="0">
              <a:solidFill>
                <a:srgbClr val="000000"/>
              </a:solidFill>
              <a:cs typeface="Arial" panose="020B0604020202020204" pitchFamily="34" charset="0"/>
            </a:endParaRPr>
          </a:p>
          <a:p>
            <a:pPr marL="180975" lvl="2" indent="-180975" algn="just">
              <a:buFont typeface="Arial" panose="020B0604020202020204" pitchFamily="34" charset="0"/>
              <a:buChar char="–"/>
              <a:tabLst>
                <a:tab pos="358775" algn="l"/>
              </a:tabLst>
            </a:pPr>
            <a:r>
              <a:rPr lang="en-SG" altLang="ja-JP" dirty="0">
                <a:solidFill>
                  <a:schemeClr val="tx1"/>
                </a:solidFill>
              </a:rPr>
              <a:t>Based on further discussion on 9</a:t>
            </a:r>
            <a:r>
              <a:rPr lang="en-SG" altLang="ja-JP" baseline="30000" dirty="0">
                <a:solidFill>
                  <a:schemeClr val="tx1"/>
                </a:solidFill>
              </a:rPr>
              <a:t>th</a:t>
            </a:r>
            <a:r>
              <a:rPr lang="en-SG" altLang="ja-JP" dirty="0">
                <a:solidFill>
                  <a:schemeClr val="tx1"/>
                </a:solidFill>
              </a:rPr>
              <a:t> August 2021, we understand that: In case IRC at company level is amended to add </a:t>
            </a:r>
            <a:r>
              <a:rPr lang="en-US" altLang="ja-JP" dirty="0">
                <a:solidFill>
                  <a:schemeClr val="tx1"/>
                </a:solidFill>
              </a:rPr>
              <a:t>power generation business line (i.e.3511), the amended IRC will not specify operating location of such power generation business;</a:t>
            </a:r>
          </a:p>
          <a:p>
            <a:pPr marL="180975" lvl="2" indent="-180975" algn="just">
              <a:buFont typeface="Arial" panose="020B0604020202020204" pitchFamily="34" charset="0"/>
              <a:buChar char="–"/>
              <a:tabLst>
                <a:tab pos="358775" algn="l"/>
              </a:tabLst>
            </a:pPr>
            <a:endParaRPr lang="en-SG" altLang="ja-JP" dirty="0">
              <a:solidFill>
                <a:schemeClr val="tx1"/>
              </a:solidFill>
            </a:endParaRPr>
          </a:p>
        </p:txBody>
      </p:sp>
      <p:cxnSp>
        <p:nvCxnSpPr>
          <p:cNvPr id="36" name="Straight Arrow Connector 35">
            <a:extLst>
              <a:ext uri="{FF2B5EF4-FFF2-40B4-BE49-F238E27FC236}">
                <a16:creationId xmlns:a16="http://schemas.microsoft.com/office/drawing/2014/main" id="{C5E2137E-B4AD-43C9-97E1-1CCF67BD103C}"/>
              </a:ext>
            </a:extLst>
          </p:cNvPr>
          <p:cNvCxnSpPr>
            <a:cxnSpLocks/>
            <a:stCxn id="38" idx="2"/>
            <a:endCxn id="48" idx="0"/>
          </p:cNvCxnSpPr>
          <p:nvPr/>
        </p:nvCxnSpPr>
        <p:spPr>
          <a:xfrm flipH="1">
            <a:off x="2398378" y="1570997"/>
            <a:ext cx="1" cy="456305"/>
          </a:xfrm>
          <a:prstGeom prst="straightConnector1">
            <a:avLst/>
          </a:prstGeom>
          <a:ln>
            <a:solidFill>
              <a:schemeClr val="tx1"/>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72AB42FF-40FD-4298-BF95-62861F6BE537}"/>
              </a:ext>
            </a:extLst>
          </p:cNvPr>
          <p:cNvSpPr/>
          <p:nvPr/>
        </p:nvSpPr>
        <p:spPr>
          <a:xfrm>
            <a:off x="2025846" y="1110187"/>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dirty="0">
                <a:solidFill>
                  <a:schemeClr val="tx2"/>
                </a:solidFill>
              </a:rPr>
              <a:t>Foreign SPV 1</a:t>
            </a:r>
          </a:p>
          <a:p>
            <a:pPr algn="ctr"/>
            <a:r>
              <a:rPr lang="en-AU" sz="600" dirty="0">
                <a:solidFill>
                  <a:schemeClr val="tx2"/>
                </a:solidFill>
              </a:rPr>
              <a:t>(Japan)</a:t>
            </a:r>
          </a:p>
        </p:txBody>
      </p:sp>
      <p:sp>
        <p:nvSpPr>
          <p:cNvPr id="41" name="Rectangle 40">
            <a:extLst>
              <a:ext uri="{FF2B5EF4-FFF2-40B4-BE49-F238E27FC236}">
                <a16:creationId xmlns:a16="http://schemas.microsoft.com/office/drawing/2014/main" id="{04130991-B0F9-4C7D-A6AB-C19708BDED53}"/>
              </a:ext>
            </a:extLst>
          </p:cNvPr>
          <p:cNvSpPr/>
          <p:nvPr/>
        </p:nvSpPr>
        <p:spPr>
          <a:xfrm>
            <a:off x="2025846" y="2894217"/>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600" dirty="0">
                <a:solidFill>
                  <a:schemeClr val="tx2"/>
                </a:solidFill>
              </a:rPr>
              <a:t>Local Project Co</a:t>
            </a:r>
          </a:p>
          <a:p>
            <a:pPr algn="ctr"/>
            <a:r>
              <a:rPr lang="en-AU" sz="600" dirty="0">
                <a:solidFill>
                  <a:schemeClr val="tx2"/>
                </a:solidFill>
              </a:rPr>
              <a:t>(Vietnam)</a:t>
            </a:r>
          </a:p>
        </p:txBody>
      </p:sp>
      <p:sp>
        <p:nvSpPr>
          <p:cNvPr id="44" name="Rectangle 43">
            <a:extLst>
              <a:ext uri="{FF2B5EF4-FFF2-40B4-BE49-F238E27FC236}">
                <a16:creationId xmlns:a16="http://schemas.microsoft.com/office/drawing/2014/main" id="{B32DDFA8-4025-42DE-874A-AB19B5ECADD4}"/>
              </a:ext>
            </a:extLst>
          </p:cNvPr>
          <p:cNvSpPr/>
          <p:nvPr/>
        </p:nvSpPr>
        <p:spPr>
          <a:xfrm>
            <a:off x="3647271" y="2894217"/>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Vietnam customer 1</a:t>
            </a:r>
          </a:p>
        </p:txBody>
      </p:sp>
      <p:sp>
        <p:nvSpPr>
          <p:cNvPr id="45" name="Rectangle 44">
            <a:extLst>
              <a:ext uri="{FF2B5EF4-FFF2-40B4-BE49-F238E27FC236}">
                <a16:creationId xmlns:a16="http://schemas.microsoft.com/office/drawing/2014/main" id="{9100ECBD-17A2-4A9C-9820-D4EE81A48F0C}"/>
              </a:ext>
            </a:extLst>
          </p:cNvPr>
          <p:cNvSpPr/>
          <p:nvPr/>
        </p:nvSpPr>
        <p:spPr>
          <a:xfrm>
            <a:off x="477756" y="2892212"/>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EPC + O&amp;M        contractors (Vietnam)</a:t>
            </a:r>
          </a:p>
        </p:txBody>
      </p:sp>
      <p:cxnSp>
        <p:nvCxnSpPr>
          <p:cNvPr id="46" name="Straight Arrow Connector 45">
            <a:extLst>
              <a:ext uri="{FF2B5EF4-FFF2-40B4-BE49-F238E27FC236}">
                <a16:creationId xmlns:a16="http://schemas.microsoft.com/office/drawing/2014/main" id="{1B9125B2-8C9E-4803-B281-A8F8F6290A4E}"/>
              </a:ext>
            </a:extLst>
          </p:cNvPr>
          <p:cNvCxnSpPr>
            <a:cxnSpLocks/>
            <a:stCxn id="41" idx="1"/>
            <a:endCxn id="45" idx="3"/>
          </p:cNvCxnSpPr>
          <p:nvPr/>
        </p:nvCxnSpPr>
        <p:spPr>
          <a:xfrm flipH="1" flipV="1">
            <a:off x="1222822" y="3122617"/>
            <a:ext cx="803024" cy="2005"/>
          </a:xfrm>
          <a:prstGeom prst="straightConnector1">
            <a:avLst/>
          </a:prstGeom>
          <a:ln>
            <a:solidFill>
              <a:srgbClr val="009A44"/>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9C22F5CA-175D-401A-8CE3-1EE2836894E0}"/>
              </a:ext>
            </a:extLst>
          </p:cNvPr>
          <p:cNvSpPr/>
          <p:nvPr/>
        </p:nvSpPr>
        <p:spPr>
          <a:xfrm>
            <a:off x="1254758" y="3087442"/>
            <a:ext cx="713130" cy="415498"/>
          </a:xfrm>
          <a:prstGeom prst="rect">
            <a:avLst/>
          </a:prstGeom>
        </p:spPr>
        <p:txBody>
          <a:bodyPr wrap="square">
            <a:spAutoFit/>
          </a:bodyPr>
          <a:lstStyle/>
          <a:p>
            <a:pPr algn="ctr"/>
            <a:r>
              <a:rPr lang="en-SG" sz="700" i="1">
                <a:solidFill>
                  <a:srgbClr val="009A44"/>
                </a:solidFill>
              </a:rPr>
              <a:t>EPC and O&amp;M </a:t>
            </a:r>
            <a:r>
              <a:rPr lang="en-AU" sz="700" i="1">
                <a:solidFill>
                  <a:srgbClr val="009A44"/>
                </a:solidFill>
              </a:rPr>
              <a:t>agreements</a:t>
            </a:r>
            <a:endParaRPr lang="en-SG" sz="700" i="1">
              <a:solidFill>
                <a:srgbClr val="009A44"/>
              </a:solidFill>
            </a:endParaRPr>
          </a:p>
        </p:txBody>
      </p:sp>
      <p:sp>
        <p:nvSpPr>
          <p:cNvPr id="48" name="Rectangle 47">
            <a:extLst>
              <a:ext uri="{FF2B5EF4-FFF2-40B4-BE49-F238E27FC236}">
                <a16:creationId xmlns:a16="http://schemas.microsoft.com/office/drawing/2014/main" id="{6472AD03-1CD1-4EA3-AE5E-772BB134319B}"/>
              </a:ext>
            </a:extLst>
          </p:cNvPr>
          <p:cNvSpPr/>
          <p:nvPr/>
        </p:nvSpPr>
        <p:spPr>
          <a:xfrm>
            <a:off x="2025845" y="2027302"/>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dirty="0">
                <a:solidFill>
                  <a:schemeClr val="tx2"/>
                </a:solidFill>
              </a:rPr>
              <a:t>Foreign SPV 2 (Singapore)</a:t>
            </a:r>
          </a:p>
        </p:txBody>
      </p:sp>
      <p:sp>
        <p:nvSpPr>
          <p:cNvPr id="49" name="Rectangle 48">
            <a:extLst>
              <a:ext uri="{FF2B5EF4-FFF2-40B4-BE49-F238E27FC236}">
                <a16:creationId xmlns:a16="http://schemas.microsoft.com/office/drawing/2014/main" id="{46568749-7FE1-4B83-B0AB-99994B044E5D}"/>
              </a:ext>
            </a:extLst>
          </p:cNvPr>
          <p:cNvSpPr/>
          <p:nvPr/>
        </p:nvSpPr>
        <p:spPr>
          <a:xfrm>
            <a:off x="2852526" y="2939742"/>
            <a:ext cx="713130" cy="200055"/>
          </a:xfrm>
          <a:prstGeom prst="rect">
            <a:avLst/>
          </a:prstGeom>
        </p:spPr>
        <p:txBody>
          <a:bodyPr wrap="square">
            <a:spAutoFit/>
          </a:bodyPr>
          <a:lstStyle/>
          <a:p>
            <a:pPr algn="ctr"/>
            <a:r>
              <a:rPr lang="en-AU" sz="700" i="1">
                <a:solidFill>
                  <a:srgbClr val="009A44"/>
                </a:solidFill>
              </a:rPr>
              <a:t>PPAs</a:t>
            </a:r>
          </a:p>
        </p:txBody>
      </p:sp>
      <p:sp>
        <p:nvSpPr>
          <p:cNvPr id="50" name="Rectangle 49">
            <a:extLst>
              <a:ext uri="{FF2B5EF4-FFF2-40B4-BE49-F238E27FC236}">
                <a16:creationId xmlns:a16="http://schemas.microsoft.com/office/drawing/2014/main" id="{BF21A6DD-4CE8-4165-8EF9-D0B1030DD11D}"/>
              </a:ext>
            </a:extLst>
          </p:cNvPr>
          <p:cNvSpPr/>
          <p:nvPr/>
        </p:nvSpPr>
        <p:spPr>
          <a:xfrm>
            <a:off x="1856700" y="2578959"/>
            <a:ext cx="713130" cy="200055"/>
          </a:xfrm>
          <a:prstGeom prst="rect">
            <a:avLst/>
          </a:prstGeom>
        </p:spPr>
        <p:txBody>
          <a:bodyPr wrap="square">
            <a:spAutoFit/>
          </a:bodyPr>
          <a:lstStyle/>
          <a:p>
            <a:pPr algn="ctr"/>
            <a:r>
              <a:rPr lang="en-SG" sz="700" i="1"/>
              <a:t>100%</a:t>
            </a:r>
          </a:p>
        </p:txBody>
      </p:sp>
      <p:cxnSp>
        <p:nvCxnSpPr>
          <p:cNvPr id="54" name="Straight Arrow Connector 53">
            <a:extLst>
              <a:ext uri="{FF2B5EF4-FFF2-40B4-BE49-F238E27FC236}">
                <a16:creationId xmlns:a16="http://schemas.microsoft.com/office/drawing/2014/main" id="{73D1B221-E16A-4B61-A89B-2AB08AF35447}"/>
              </a:ext>
            </a:extLst>
          </p:cNvPr>
          <p:cNvCxnSpPr>
            <a:cxnSpLocks/>
            <a:stCxn id="48" idx="2"/>
            <a:endCxn id="41" idx="0"/>
          </p:cNvCxnSpPr>
          <p:nvPr/>
        </p:nvCxnSpPr>
        <p:spPr>
          <a:xfrm>
            <a:off x="2398378" y="2488112"/>
            <a:ext cx="1" cy="40610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8347D9C-7CAC-4464-9DBB-BEE4D3905D6B}"/>
              </a:ext>
            </a:extLst>
          </p:cNvPr>
          <p:cNvSpPr/>
          <p:nvPr/>
        </p:nvSpPr>
        <p:spPr>
          <a:xfrm>
            <a:off x="1856700" y="1686185"/>
            <a:ext cx="713130" cy="200055"/>
          </a:xfrm>
          <a:prstGeom prst="rect">
            <a:avLst/>
          </a:prstGeom>
        </p:spPr>
        <p:txBody>
          <a:bodyPr wrap="square">
            <a:spAutoFit/>
          </a:bodyPr>
          <a:lstStyle/>
          <a:p>
            <a:pPr algn="ctr"/>
            <a:r>
              <a:rPr lang="en-SG" sz="700" i="1"/>
              <a:t>100%</a:t>
            </a:r>
          </a:p>
        </p:txBody>
      </p:sp>
      <p:sp>
        <p:nvSpPr>
          <p:cNvPr id="56" name="Rectangle 55">
            <a:extLst>
              <a:ext uri="{FF2B5EF4-FFF2-40B4-BE49-F238E27FC236}">
                <a16:creationId xmlns:a16="http://schemas.microsoft.com/office/drawing/2014/main" id="{3EA1539D-1E13-465D-B946-8291FA97690C}"/>
              </a:ext>
            </a:extLst>
          </p:cNvPr>
          <p:cNvSpPr/>
          <p:nvPr/>
        </p:nvSpPr>
        <p:spPr>
          <a:xfrm>
            <a:off x="3647271" y="3553151"/>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Vietnam customer 2</a:t>
            </a:r>
          </a:p>
        </p:txBody>
      </p:sp>
      <p:sp>
        <p:nvSpPr>
          <p:cNvPr id="57" name="Rectangle 56">
            <a:extLst>
              <a:ext uri="{FF2B5EF4-FFF2-40B4-BE49-F238E27FC236}">
                <a16:creationId xmlns:a16="http://schemas.microsoft.com/office/drawing/2014/main" id="{E9A8FF00-E792-479B-BFD3-1644D08B0634}"/>
              </a:ext>
            </a:extLst>
          </p:cNvPr>
          <p:cNvSpPr/>
          <p:nvPr/>
        </p:nvSpPr>
        <p:spPr>
          <a:xfrm>
            <a:off x="3647271" y="4206074"/>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Vietnam customer …</a:t>
            </a:r>
          </a:p>
        </p:txBody>
      </p:sp>
      <p:cxnSp>
        <p:nvCxnSpPr>
          <p:cNvPr id="59" name="Connector: Elbow 58">
            <a:extLst>
              <a:ext uri="{FF2B5EF4-FFF2-40B4-BE49-F238E27FC236}">
                <a16:creationId xmlns:a16="http://schemas.microsoft.com/office/drawing/2014/main" id="{6A02D519-531E-4736-868D-8130972907EF}"/>
              </a:ext>
            </a:extLst>
          </p:cNvPr>
          <p:cNvCxnSpPr>
            <a:cxnSpLocks/>
            <a:endCxn id="56" idx="1"/>
          </p:cNvCxnSpPr>
          <p:nvPr/>
        </p:nvCxnSpPr>
        <p:spPr>
          <a:xfrm>
            <a:off x="2770911" y="3124622"/>
            <a:ext cx="876360" cy="658934"/>
          </a:xfrm>
          <a:prstGeom prst="bentConnector3">
            <a:avLst>
              <a:gd name="adj1" fmla="val 50000"/>
            </a:avLst>
          </a:prstGeom>
          <a:ln w="9525" cap="flat" cmpd="sng" algn="ctr">
            <a:solidFill>
              <a:schemeClr val="accent6"/>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60" name="Connector: Elbow 59">
            <a:extLst>
              <a:ext uri="{FF2B5EF4-FFF2-40B4-BE49-F238E27FC236}">
                <a16:creationId xmlns:a16="http://schemas.microsoft.com/office/drawing/2014/main" id="{3B631A2A-A32D-45D7-802A-06A8C32EC35F}"/>
              </a:ext>
            </a:extLst>
          </p:cNvPr>
          <p:cNvCxnSpPr>
            <a:cxnSpLocks/>
            <a:stCxn id="41" idx="3"/>
            <a:endCxn id="57" idx="1"/>
          </p:cNvCxnSpPr>
          <p:nvPr/>
        </p:nvCxnSpPr>
        <p:spPr>
          <a:xfrm>
            <a:off x="2770912" y="3124622"/>
            <a:ext cx="876359" cy="1311857"/>
          </a:xfrm>
          <a:prstGeom prst="bentConnector3">
            <a:avLst>
              <a:gd name="adj1" fmla="val 50000"/>
            </a:avLst>
          </a:prstGeom>
          <a:ln w="9525" cap="flat" cmpd="sng" algn="ctr">
            <a:solidFill>
              <a:schemeClr val="accent6"/>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61" name="Straight Arrow Connector 60">
            <a:extLst>
              <a:ext uri="{FF2B5EF4-FFF2-40B4-BE49-F238E27FC236}">
                <a16:creationId xmlns:a16="http://schemas.microsoft.com/office/drawing/2014/main" id="{59A0C30D-6C4C-42ED-B385-3480AA8C344F}"/>
              </a:ext>
            </a:extLst>
          </p:cNvPr>
          <p:cNvCxnSpPr>
            <a:cxnSpLocks/>
            <a:stCxn id="41" idx="3"/>
            <a:endCxn id="44" idx="1"/>
          </p:cNvCxnSpPr>
          <p:nvPr/>
        </p:nvCxnSpPr>
        <p:spPr>
          <a:xfrm>
            <a:off x="2770912" y="3124622"/>
            <a:ext cx="876359" cy="0"/>
          </a:xfrm>
          <a:prstGeom prst="straightConnector1">
            <a:avLst/>
          </a:prstGeom>
          <a:ln w="9525" cap="flat" cmpd="sng" algn="ctr">
            <a:solidFill>
              <a:schemeClr val="accent6"/>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62" name="Rectangle 61">
            <a:extLst>
              <a:ext uri="{FF2B5EF4-FFF2-40B4-BE49-F238E27FC236}">
                <a16:creationId xmlns:a16="http://schemas.microsoft.com/office/drawing/2014/main" id="{B584FFCF-ABF3-4E56-B6B8-77599CC11716}"/>
              </a:ext>
            </a:extLst>
          </p:cNvPr>
          <p:cNvSpPr/>
          <p:nvPr/>
        </p:nvSpPr>
        <p:spPr>
          <a:xfrm>
            <a:off x="477756" y="2027302"/>
            <a:ext cx="745066" cy="460810"/>
          </a:xfrm>
          <a:prstGeom prst="rect">
            <a:avLst/>
          </a:prstGeom>
          <a:solidFill>
            <a:schemeClr val="bg1"/>
          </a:solidFill>
          <a:ln w="6350">
            <a:solidFill>
              <a:srgbClr val="1D4A9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AU" sz="600">
                <a:solidFill>
                  <a:schemeClr val="tx2"/>
                </a:solidFill>
              </a:rPr>
              <a:t>Foreign contractors (Offshore)</a:t>
            </a:r>
          </a:p>
        </p:txBody>
      </p:sp>
      <p:cxnSp>
        <p:nvCxnSpPr>
          <p:cNvPr id="63" name="Straight Arrow Connector 62">
            <a:extLst>
              <a:ext uri="{FF2B5EF4-FFF2-40B4-BE49-F238E27FC236}">
                <a16:creationId xmlns:a16="http://schemas.microsoft.com/office/drawing/2014/main" id="{A82C3C35-5704-4DA8-9BE9-B21926167B0B}"/>
              </a:ext>
            </a:extLst>
          </p:cNvPr>
          <p:cNvCxnSpPr>
            <a:cxnSpLocks/>
            <a:stCxn id="41" idx="1"/>
            <a:endCxn id="62" idx="3"/>
          </p:cNvCxnSpPr>
          <p:nvPr/>
        </p:nvCxnSpPr>
        <p:spPr>
          <a:xfrm flipH="1" flipV="1">
            <a:off x="1222822" y="2257707"/>
            <a:ext cx="803024" cy="866915"/>
          </a:xfrm>
          <a:prstGeom prst="straightConnector1">
            <a:avLst/>
          </a:prstGeom>
          <a:ln>
            <a:solidFill>
              <a:srgbClr val="009A44"/>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C74C2695-2B75-4567-B761-4162846D5A55}"/>
              </a:ext>
            </a:extLst>
          </p:cNvPr>
          <p:cNvSpPr/>
          <p:nvPr/>
        </p:nvSpPr>
        <p:spPr>
          <a:xfrm rot="2895703">
            <a:off x="1342486" y="2355018"/>
            <a:ext cx="713130" cy="307777"/>
          </a:xfrm>
          <a:prstGeom prst="rect">
            <a:avLst/>
          </a:prstGeom>
        </p:spPr>
        <p:txBody>
          <a:bodyPr wrap="square">
            <a:spAutoFit/>
          </a:bodyPr>
          <a:lstStyle/>
          <a:p>
            <a:pPr algn="ctr"/>
            <a:r>
              <a:rPr lang="en-SG" sz="700" i="1">
                <a:solidFill>
                  <a:srgbClr val="009A44"/>
                </a:solidFill>
              </a:rPr>
              <a:t>Loan/Service </a:t>
            </a:r>
            <a:r>
              <a:rPr lang="en-AU" sz="700" i="1">
                <a:solidFill>
                  <a:srgbClr val="009A44"/>
                </a:solidFill>
              </a:rPr>
              <a:t>agreements</a:t>
            </a:r>
            <a:endParaRPr lang="en-SG" sz="700" i="1">
              <a:solidFill>
                <a:srgbClr val="009A44"/>
              </a:solidFill>
            </a:endParaRPr>
          </a:p>
        </p:txBody>
      </p:sp>
      <p:cxnSp>
        <p:nvCxnSpPr>
          <p:cNvPr id="65" name="Connector: Elbow 64">
            <a:extLst>
              <a:ext uri="{FF2B5EF4-FFF2-40B4-BE49-F238E27FC236}">
                <a16:creationId xmlns:a16="http://schemas.microsoft.com/office/drawing/2014/main" id="{967DF9F3-4E7C-4AB3-BA4F-414B74AF4A12}"/>
              </a:ext>
            </a:extLst>
          </p:cNvPr>
          <p:cNvCxnSpPr>
            <a:cxnSpLocks/>
            <a:stCxn id="41" idx="2"/>
            <a:endCxn id="57" idx="2"/>
          </p:cNvCxnSpPr>
          <p:nvPr/>
        </p:nvCxnSpPr>
        <p:spPr>
          <a:xfrm rot="16200000" flipH="1">
            <a:off x="2553163" y="3200242"/>
            <a:ext cx="1311857" cy="1621425"/>
          </a:xfrm>
          <a:prstGeom prst="bentConnector3">
            <a:avLst>
              <a:gd name="adj1" fmla="val 117426"/>
            </a:avLst>
          </a:prstGeom>
          <a:ln w="9525" cap="flat" cmpd="sng" algn="ctr">
            <a:solidFill>
              <a:schemeClr val="dk1"/>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66" name="Rectangle 65">
            <a:extLst>
              <a:ext uri="{FF2B5EF4-FFF2-40B4-BE49-F238E27FC236}">
                <a16:creationId xmlns:a16="http://schemas.microsoft.com/office/drawing/2014/main" id="{939748EE-3A96-401E-AF36-76D19E8E0470}"/>
              </a:ext>
            </a:extLst>
          </p:cNvPr>
          <p:cNvSpPr/>
          <p:nvPr/>
        </p:nvSpPr>
        <p:spPr>
          <a:xfrm>
            <a:off x="2569830" y="4882112"/>
            <a:ext cx="1240170" cy="307777"/>
          </a:xfrm>
          <a:prstGeom prst="rect">
            <a:avLst/>
          </a:prstGeom>
        </p:spPr>
        <p:txBody>
          <a:bodyPr wrap="square">
            <a:spAutoFit/>
          </a:bodyPr>
          <a:lstStyle/>
          <a:p>
            <a:pPr algn="ctr"/>
            <a:r>
              <a:rPr lang="en-AU" sz="700" i="1"/>
              <a:t>Rooftop lease agreement (if requested)</a:t>
            </a:r>
          </a:p>
        </p:txBody>
      </p:sp>
    </p:spTree>
    <p:extLst>
      <p:ext uri="{BB962C8B-B14F-4D97-AF65-F5344CB8AC3E}">
        <p14:creationId xmlns:p14="http://schemas.microsoft.com/office/powerpoint/2010/main" val="3101711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a:t>Executive Summary</a:t>
            </a:r>
          </a:p>
        </p:txBody>
      </p:sp>
      <p:sp>
        <p:nvSpPr>
          <p:cNvPr id="2" name="Text Placeholder 1">
            <a:extLst>
              <a:ext uri="{FF2B5EF4-FFF2-40B4-BE49-F238E27FC236}">
                <a16:creationId xmlns:a16="http://schemas.microsoft.com/office/drawing/2014/main" id="{AA29971E-9701-4DCC-8157-4ECFF7FA8E90}"/>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1927414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5991-FF08-47B6-A7D8-CEF2488853AB}"/>
              </a:ext>
            </a:extLst>
          </p:cNvPr>
          <p:cNvSpPr>
            <a:spLocks noGrp="1"/>
          </p:cNvSpPr>
          <p:nvPr>
            <p:ph type="title"/>
          </p:nvPr>
        </p:nvSpPr>
        <p:spPr/>
        <p:txBody>
          <a:bodyPr/>
          <a:lstStyle/>
          <a:p>
            <a:r>
              <a:rPr lang="en-US" sz="3600" dirty="0"/>
              <a:t>Vietnam Tax implication (1/2)</a:t>
            </a:r>
            <a:endParaRPr lang="en-SG" sz="3600" dirty="0"/>
          </a:p>
        </p:txBody>
      </p:sp>
      <p:sp>
        <p:nvSpPr>
          <p:cNvPr id="34" name="Text Placeholder 33">
            <a:extLst>
              <a:ext uri="{FF2B5EF4-FFF2-40B4-BE49-F238E27FC236}">
                <a16:creationId xmlns:a16="http://schemas.microsoft.com/office/drawing/2014/main" id="{8ED39286-103B-4CDA-B433-BB855E77AB67}"/>
              </a:ext>
            </a:extLst>
          </p:cNvPr>
          <p:cNvSpPr>
            <a:spLocks noGrp="1"/>
          </p:cNvSpPr>
          <p:nvPr>
            <p:ph type="body" sz="quarter" idx="11"/>
          </p:nvPr>
        </p:nvSpPr>
        <p:spPr/>
        <p:txBody>
          <a:bodyPr/>
          <a:lstStyle/>
          <a:p>
            <a:r>
              <a:rPr lang="en-SG" altLang="en-US"/>
              <a:t>Executive Summary</a:t>
            </a:r>
            <a:endParaRPr lang="en-GB" altLang="en-US" b="0">
              <a:solidFill>
                <a:schemeClr val="bg1">
                  <a:lumMod val="85000"/>
                </a:schemeClr>
              </a:solidFill>
            </a:endParaRPr>
          </a:p>
        </p:txBody>
      </p:sp>
      <p:graphicFrame>
        <p:nvGraphicFramePr>
          <p:cNvPr id="5" name="Table 4">
            <a:extLst>
              <a:ext uri="{FF2B5EF4-FFF2-40B4-BE49-F238E27FC236}">
                <a16:creationId xmlns:a16="http://schemas.microsoft.com/office/drawing/2014/main" id="{5B4B9062-7FDA-4A16-945A-904E93A7CA6B}"/>
              </a:ext>
            </a:extLst>
          </p:cNvPr>
          <p:cNvGraphicFramePr>
            <a:graphicFrameLocks noGrp="1"/>
          </p:cNvGraphicFramePr>
          <p:nvPr>
            <p:custDataLst>
              <p:tags r:id="rId1"/>
            </p:custDataLst>
            <p:extLst>
              <p:ext uri="{D42A27DB-BD31-4B8C-83A1-F6EECF244321}">
                <p14:modId xmlns:p14="http://schemas.microsoft.com/office/powerpoint/2010/main" val="515306188"/>
              </p:ext>
            </p:extLst>
          </p:nvPr>
        </p:nvGraphicFramePr>
        <p:xfrm>
          <a:off x="488950" y="1253687"/>
          <a:ext cx="8591450" cy="2032000"/>
        </p:xfrm>
        <a:graphic>
          <a:graphicData uri="http://schemas.openxmlformats.org/drawingml/2006/table">
            <a:tbl>
              <a:tblPr firstRow="1" bandRow="1">
                <a:tableStyleId>{5C22544A-7EE6-4342-B048-85BDC9FD1C3A}</a:tableStyleId>
              </a:tblPr>
              <a:tblGrid>
                <a:gridCol w="1408430">
                  <a:extLst>
                    <a:ext uri="{9D8B030D-6E8A-4147-A177-3AD203B41FA5}">
                      <a16:colId xmlns:a16="http://schemas.microsoft.com/office/drawing/2014/main" val="20000"/>
                    </a:ext>
                  </a:extLst>
                </a:gridCol>
                <a:gridCol w="7183020">
                  <a:extLst>
                    <a:ext uri="{9D8B030D-6E8A-4147-A177-3AD203B41FA5}">
                      <a16:colId xmlns:a16="http://schemas.microsoft.com/office/drawing/2014/main" val="20001"/>
                    </a:ext>
                  </a:extLst>
                </a:gridCol>
              </a:tblGrid>
              <a:tr h="236135">
                <a:tc>
                  <a:txBody>
                    <a:bodyPr/>
                    <a:lstStyle/>
                    <a:p>
                      <a:r>
                        <a:rPr lang="en-GB" sz="900" b="1">
                          <a:solidFill>
                            <a:schemeClr val="bg1"/>
                          </a:solidFill>
                          <a:latin typeface="+mn-lt"/>
                        </a:rPr>
                        <a:t>Area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a:solidFill>
                          <a:schemeClr val="bg1"/>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a:txBody>
                    <a:bodyPr/>
                    <a:lstStyle/>
                    <a:p>
                      <a:pPr marL="171450" marR="0" lvl="0" indent="-171450" algn="l" defTabSz="84408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kern="1200">
                          <a:solidFill>
                            <a:schemeClr val="tx2"/>
                          </a:solidFill>
                          <a:latin typeface="+mn-lt"/>
                          <a:ea typeface="+mn-ea"/>
                          <a:cs typeface="+mn-cs"/>
                        </a:rPr>
                        <a:t>CIT incentive eligibility</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The Company’s </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New Investment P</a:t>
                      </a:r>
                      <a:r>
                        <a:rPr kumimoji="0" lang="en-US" sz="900" b="0" i="0" u="none" strike="noStrike" kern="0" cap="none" spc="0" normalizeH="0" baseline="0" dirty="0" err="1">
                          <a:ln>
                            <a:noFill/>
                          </a:ln>
                          <a:solidFill>
                            <a:srgbClr val="000000"/>
                          </a:solidFill>
                          <a:effectLst/>
                          <a:uLnTx/>
                          <a:uFillTx/>
                          <a:latin typeface="+mn-lt"/>
                          <a:ea typeface="+mn-ea"/>
                          <a:cs typeface="Arial" panose="020B0604020202020204" pitchFamily="34" charset="0"/>
                        </a:rPr>
                        <a:t>rojects</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 may be entitled to either following CIT incentives, assuming the requirements are satisfied:</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Based on activity (i.e. renewable power generation): </a:t>
                      </a:r>
                      <a:r>
                        <a:rPr kumimoji="0" lang="en-SG" altLang="ja-JP" sz="900" b="0" i="0" u="none" strike="noStrike" kern="0" cap="none" spc="0" normalizeH="0" baseline="0" dirty="0">
                          <a:ln>
                            <a:noFill/>
                          </a:ln>
                          <a:solidFill>
                            <a:srgbClr val="000000"/>
                          </a:solidFill>
                          <a:effectLst/>
                          <a:uLnTx/>
                          <a:uFillTx/>
                          <a:latin typeface="+mn-lt"/>
                          <a:ea typeface="+mn-ea"/>
                          <a:cs typeface="Arial" panose="020B0604020202020204" pitchFamily="34" charset="0"/>
                        </a:rPr>
                        <a:t>concessionary CIT rate (10% for 15 years from the first year of income generation); in combination with CIT tax rebate (</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4 years tax exemption and 50% tax reduction for the next 9 years</a:t>
                      </a:r>
                      <a:r>
                        <a:rPr kumimoji="0" lang="en-SG" altLang="ja-JP" sz="900" b="0" i="0" u="none" strike="noStrike" kern="0" cap="none" spc="0" normalizeH="0" baseline="0" dirty="0">
                          <a:ln>
                            <a:noFill/>
                          </a:ln>
                          <a:solidFill>
                            <a:srgbClr val="000000"/>
                          </a:solidFill>
                          <a:effectLst/>
                          <a:uLnTx/>
                          <a:uFillTx/>
                          <a:latin typeface="+mn-lt"/>
                          <a:ea typeface="+mn-ea"/>
                          <a:cs typeface="Arial" panose="020B0604020202020204" pitchFamily="34" charset="0"/>
                        </a:rPr>
                        <a:t>);</a:t>
                      </a:r>
                      <a:endPar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endParaRP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Based on location: depending on the project’s location (e.g. if located in economic zone or location with extreme social and economic difficulties </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sym typeface="Wingdings" panose="05000000000000000000" pitchFamily="2" charset="2"/>
                        </a:rPr>
                        <a:t></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 same CIT incentives as New Investment of  “generating renewable energy” project as noted above; if located in industrial zones </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sym typeface="Wingdings" panose="05000000000000000000" pitchFamily="2" charset="2"/>
                        </a:rPr>
                        <a:t> </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2 years tax exemption and 50% tax reduction for the next 4 years);</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SG" altLang="ja-JP" sz="900" b="0" i="0" kern="0" dirty="0">
                          <a:solidFill>
                            <a:schemeClr val="tx1"/>
                          </a:solidFill>
                          <a:latin typeface="+mn-lt"/>
                          <a:ea typeface="+mn-ea"/>
                          <a:cs typeface="Arial" panose="020B0604020202020204" pitchFamily="34" charset="0"/>
                        </a:rPr>
                        <a:t>Where the Company is entitled to multiple CIT incentives (e.g. satisfy both Activity and Location criteria), it is allowed to choose the more favourable CIT incentive option. As the incentive based on activity (p</a:t>
                      </a:r>
                      <a:r>
                        <a:rPr lang="en-US" altLang="ja-JP" sz="900" b="0" i="0" kern="0" dirty="0" err="1">
                          <a:solidFill>
                            <a:schemeClr val="tx1"/>
                          </a:solidFill>
                          <a:latin typeface="+mn-lt"/>
                          <a:ea typeface="+mn-ea"/>
                          <a:cs typeface="Arial" panose="020B0604020202020204" pitchFamily="34" charset="0"/>
                        </a:rPr>
                        <a:t>ower</a:t>
                      </a:r>
                      <a:r>
                        <a:rPr lang="en-US" altLang="ja-JP" sz="900" b="0" i="0" kern="0" dirty="0">
                          <a:solidFill>
                            <a:schemeClr val="tx1"/>
                          </a:solidFill>
                          <a:latin typeface="+mn-lt"/>
                          <a:ea typeface="+mn-ea"/>
                          <a:cs typeface="Arial" panose="020B0604020202020204" pitchFamily="34" charset="0"/>
                        </a:rPr>
                        <a:t> generation) is higher or equal with the incentive based on location, most of the renewable project apply incentive based on activities.</a:t>
                      </a:r>
                      <a:endParaRPr lang="en-SG" altLang="ja-JP" sz="900" b="0" i="0" kern="0" dirty="0">
                        <a:solidFill>
                          <a:schemeClr val="tx1"/>
                        </a:solidFill>
                        <a:latin typeface="+mn-lt"/>
                        <a:ea typeface="+mn-ea"/>
                        <a:cs typeface="Arial" panose="020B0604020202020204" pitchFamily="34" charset="0"/>
                      </a:endParaRP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Different CIT incentives are </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available for Expansion Investment Project.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0550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5991-FF08-47B6-A7D8-CEF2488853AB}"/>
              </a:ext>
            </a:extLst>
          </p:cNvPr>
          <p:cNvSpPr>
            <a:spLocks noGrp="1"/>
          </p:cNvSpPr>
          <p:nvPr>
            <p:ph type="title"/>
          </p:nvPr>
        </p:nvSpPr>
        <p:spPr/>
        <p:txBody>
          <a:bodyPr/>
          <a:lstStyle/>
          <a:p>
            <a:r>
              <a:rPr lang="en-US" sz="3600" dirty="0"/>
              <a:t>Vietnam Tax implication (2/2)</a:t>
            </a:r>
            <a:endParaRPr lang="en-SG" sz="3600" dirty="0"/>
          </a:p>
        </p:txBody>
      </p:sp>
      <p:sp>
        <p:nvSpPr>
          <p:cNvPr id="34" name="Text Placeholder 33">
            <a:extLst>
              <a:ext uri="{FF2B5EF4-FFF2-40B4-BE49-F238E27FC236}">
                <a16:creationId xmlns:a16="http://schemas.microsoft.com/office/drawing/2014/main" id="{8ED39286-103B-4CDA-B433-BB855E77AB67}"/>
              </a:ext>
            </a:extLst>
          </p:cNvPr>
          <p:cNvSpPr>
            <a:spLocks noGrp="1"/>
          </p:cNvSpPr>
          <p:nvPr>
            <p:ph type="body" sz="quarter" idx="11"/>
          </p:nvPr>
        </p:nvSpPr>
        <p:spPr/>
        <p:txBody>
          <a:bodyPr/>
          <a:lstStyle/>
          <a:p>
            <a:r>
              <a:rPr lang="en-SG" altLang="en-US"/>
              <a:t>Executive Summary</a:t>
            </a:r>
            <a:endParaRPr lang="en-GB" altLang="en-US" b="0">
              <a:solidFill>
                <a:schemeClr val="bg1">
                  <a:lumMod val="85000"/>
                </a:schemeClr>
              </a:solidFill>
            </a:endParaRPr>
          </a:p>
        </p:txBody>
      </p:sp>
      <p:graphicFrame>
        <p:nvGraphicFramePr>
          <p:cNvPr id="7" name="Table 6">
            <a:extLst>
              <a:ext uri="{FF2B5EF4-FFF2-40B4-BE49-F238E27FC236}">
                <a16:creationId xmlns:a16="http://schemas.microsoft.com/office/drawing/2014/main" id="{8CFE565E-67CE-40BB-9CEF-372477A8FB04}"/>
              </a:ext>
            </a:extLst>
          </p:cNvPr>
          <p:cNvGraphicFramePr>
            <a:graphicFrameLocks noGrp="1"/>
          </p:cNvGraphicFramePr>
          <p:nvPr>
            <p:custDataLst>
              <p:tags r:id="rId1"/>
            </p:custDataLst>
            <p:extLst>
              <p:ext uri="{D42A27DB-BD31-4B8C-83A1-F6EECF244321}">
                <p14:modId xmlns:p14="http://schemas.microsoft.com/office/powerpoint/2010/main" val="1892662404"/>
              </p:ext>
            </p:extLst>
          </p:nvPr>
        </p:nvGraphicFramePr>
        <p:xfrm>
          <a:off x="488950" y="1253687"/>
          <a:ext cx="8918244" cy="3304540"/>
        </p:xfrm>
        <a:graphic>
          <a:graphicData uri="http://schemas.openxmlformats.org/drawingml/2006/table">
            <a:tbl>
              <a:tblPr firstRow="1" bandRow="1">
                <a:tableStyleId>{5C22544A-7EE6-4342-B048-85BDC9FD1C3A}</a:tableStyleId>
              </a:tblPr>
              <a:tblGrid>
                <a:gridCol w="1992861">
                  <a:extLst>
                    <a:ext uri="{9D8B030D-6E8A-4147-A177-3AD203B41FA5}">
                      <a16:colId xmlns:a16="http://schemas.microsoft.com/office/drawing/2014/main" val="20000"/>
                    </a:ext>
                  </a:extLst>
                </a:gridCol>
                <a:gridCol w="6925383">
                  <a:extLst>
                    <a:ext uri="{9D8B030D-6E8A-4147-A177-3AD203B41FA5}">
                      <a16:colId xmlns:a16="http://schemas.microsoft.com/office/drawing/2014/main" val="20001"/>
                    </a:ext>
                  </a:extLst>
                </a:gridCol>
              </a:tblGrid>
              <a:tr h="236135">
                <a:tc>
                  <a:txBody>
                    <a:bodyPr/>
                    <a:lstStyle/>
                    <a:p>
                      <a:endParaRPr lang="en-GB" sz="900" b="1" dirty="0">
                        <a:solidFill>
                          <a:schemeClr val="bg1"/>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solidFill>
                            <a:schemeClr val="bg1"/>
                          </a:solidFill>
                          <a:latin typeface="+mn-lt"/>
                        </a:rPr>
                        <a:t>CIT incentive</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a:txBody>
                    <a:bodyPr/>
                    <a:lstStyle/>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1" kern="1200" dirty="0">
                          <a:solidFill>
                            <a:schemeClr val="tx2"/>
                          </a:solidFill>
                          <a:latin typeface="+mn-lt"/>
                          <a:ea typeface="+mn-ea"/>
                          <a:cs typeface="+mn-cs"/>
                        </a:rPr>
                        <a:t>Scenario 1</a:t>
                      </a:r>
                    </a:p>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b="0" i="0" kern="1200" dirty="0">
                          <a:solidFill>
                            <a:schemeClr val="tx2"/>
                          </a:solidFill>
                          <a:latin typeface="+mn-lt"/>
                          <a:ea typeface="+mn-ea"/>
                          <a:cs typeface="+mn-cs"/>
                        </a:rPr>
                        <a:t>(</a:t>
                      </a:r>
                      <a:r>
                        <a:rPr lang="en-US" sz="700" b="0" i="0" kern="1200" dirty="0" err="1">
                          <a:solidFill>
                            <a:schemeClr val="tx2"/>
                          </a:solidFill>
                          <a:latin typeface="+mn-lt"/>
                          <a:ea typeface="+mn-ea"/>
                          <a:cs typeface="+mn-cs"/>
                        </a:rPr>
                        <a:t>i</a:t>
                      </a:r>
                      <a:r>
                        <a:rPr lang="en-US" sz="700" b="0" i="0" kern="1200" dirty="0">
                          <a:solidFill>
                            <a:schemeClr val="tx2"/>
                          </a:solidFill>
                          <a:latin typeface="+mn-lt"/>
                          <a:ea typeface="+mn-ea"/>
                          <a:cs typeface="+mn-cs"/>
                        </a:rPr>
                        <a:t>) The Company will only be able to amend the current IRC at company level and (ii) there will be no sub – IRC at project level</a:t>
                      </a:r>
                      <a:endParaRPr lang="en-AU" sz="700" b="0" i="0" kern="1200" dirty="0">
                        <a:solidFill>
                          <a:schemeClr val="tx2"/>
                        </a:solidFill>
                        <a:latin typeface="+mn-lt"/>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The incentives for the 1</a:t>
                      </a:r>
                      <a:r>
                        <a:rPr kumimoji="0" lang="en-US" sz="900" b="0" i="0" u="none" strike="noStrike" kern="0" cap="none" spc="0" normalizeH="0" baseline="30000" dirty="0">
                          <a:ln>
                            <a:noFill/>
                          </a:ln>
                          <a:solidFill>
                            <a:srgbClr val="000000"/>
                          </a:solidFill>
                          <a:effectLst/>
                          <a:uLnTx/>
                          <a:uFillTx/>
                          <a:latin typeface="+mn-lt"/>
                          <a:ea typeface="+mn-ea"/>
                          <a:cs typeface="Arial" panose="020B0604020202020204" pitchFamily="34" charset="0"/>
                        </a:rPr>
                        <a:t>st</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 RTS project may include: 4 exemption years and 9 years of 50% CIT reduction. These incentives are </a:t>
                      </a:r>
                      <a:r>
                        <a:rPr kumimoji="0" lang="en-US" sz="900" b="1" i="0" u="sng" strike="noStrike" kern="0" cap="none" spc="0" normalizeH="0" baseline="0" dirty="0">
                          <a:ln>
                            <a:noFill/>
                          </a:ln>
                          <a:solidFill>
                            <a:srgbClr val="000000"/>
                          </a:solidFill>
                          <a:effectLst/>
                          <a:uLnTx/>
                          <a:uFillTx/>
                          <a:latin typeface="+mn-lt"/>
                          <a:ea typeface="+mn-ea"/>
                          <a:cs typeface="Arial" panose="020B0604020202020204" pitchFamily="34" charset="0"/>
                        </a:rPr>
                        <a:t>uncertain</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 </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For the next RTS projects, the incentive is also </a:t>
                      </a:r>
                      <a:r>
                        <a:rPr kumimoji="0" lang="en-US" sz="900" b="1" i="0" u="sng" strike="noStrike" kern="0" cap="none" spc="0" normalizeH="0" baseline="0" dirty="0">
                          <a:ln>
                            <a:noFill/>
                          </a:ln>
                          <a:solidFill>
                            <a:srgbClr val="000000"/>
                          </a:solidFill>
                          <a:effectLst/>
                          <a:uLnTx/>
                          <a:uFillTx/>
                          <a:latin typeface="+mn-lt"/>
                          <a:ea typeface="+mn-ea"/>
                          <a:cs typeface="Arial" panose="020B0604020202020204" pitchFamily="34" charset="0"/>
                        </a:rPr>
                        <a:t>uncertain</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Main reason for uncertainty is because it is unclear how </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1</a:t>
                      </a:r>
                      <a:r>
                        <a:rPr kumimoji="0" lang="en-GB" sz="900" b="0" i="0" u="none" strike="noStrike" kern="0" cap="none" spc="0" normalizeH="0" baseline="30000" noProof="0" dirty="0">
                          <a:ln>
                            <a:noFill/>
                          </a:ln>
                          <a:solidFill>
                            <a:srgbClr val="000000"/>
                          </a:solidFill>
                          <a:effectLst/>
                          <a:uLnTx/>
                          <a:uFillTx/>
                          <a:latin typeface="+mn-lt"/>
                          <a:ea typeface="+mn-ea"/>
                          <a:cs typeface="Arial" panose="020B0604020202020204" pitchFamily="34" charset="0"/>
                        </a:rPr>
                        <a:t>st</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and subsequent power projects will be categorised as NIP or EIP.</a:t>
                      </a:r>
                      <a:endPar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Confirmation with the tax authorities on the tax incentives is strongly advised.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1" kern="1200" dirty="0">
                          <a:solidFill>
                            <a:schemeClr val="tx2"/>
                          </a:solidFill>
                          <a:latin typeface="+mn-lt"/>
                          <a:ea typeface="+mn-ea"/>
                          <a:cs typeface="+mn-cs"/>
                        </a:rPr>
                        <a:t>Scenario 2</a:t>
                      </a:r>
                    </a:p>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b="0" i="0" kern="1200" dirty="0">
                          <a:solidFill>
                            <a:schemeClr val="tx2"/>
                          </a:solidFill>
                          <a:latin typeface="+mn-lt"/>
                          <a:ea typeface="+mn-ea"/>
                          <a:cs typeface="+mn-cs"/>
                        </a:rPr>
                        <a:t>(</a:t>
                      </a:r>
                      <a:r>
                        <a:rPr lang="en-US" sz="700" b="0" i="0" kern="1200" dirty="0" err="1">
                          <a:solidFill>
                            <a:schemeClr val="tx2"/>
                          </a:solidFill>
                          <a:latin typeface="+mn-lt"/>
                          <a:ea typeface="+mn-ea"/>
                          <a:cs typeface="+mn-cs"/>
                        </a:rPr>
                        <a:t>i</a:t>
                      </a:r>
                      <a:r>
                        <a:rPr lang="en-US" sz="700" b="0" i="0" kern="1200" dirty="0">
                          <a:solidFill>
                            <a:schemeClr val="tx2"/>
                          </a:solidFill>
                          <a:latin typeface="+mn-lt"/>
                          <a:ea typeface="+mn-ea"/>
                          <a:cs typeface="+mn-cs"/>
                        </a:rPr>
                        <a:t>) The Company will be able to amend the current IRC at company level and (ii) there will be multiple sub – IRC at project level</a:t>
                      </a:r>
                      <a:endParaRPr lang="en-AU" sz="700" b="0" i="0" kern="1200" dirty="0">
                        <a:solidFill>
                          <a:schemeClr val="tx2"/>
                        </a:solidFill>
                        <a:latin typeface="+mn-lt"/>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Each project will be considered as a new investment project. Therefore, CIT incentive should be </a:t>
                      </a:r>
                      <a:r>
                        <a:rPr kumimoji="0" lang="en-US" sz="900" b="1" i="0" u="sng" strike="noStrike" kern="0" cap="none" spc="0" normalizeH="0" baseline="0" dirty="0">
                          <a:ln>
                            <a:noFill/>
                          </a:ln>
                          <a:solidFill>
                            <a:srgbClr val="000000"/>
                          </a:solidFill>
                          <a:effectLst/>
                          <a:uLnTx/>
                          <a:uFillTx/>
                          <a:latin typeface="+mn-lt"/>
                          <a:ea typeface="+mn-ea"/>
                          <a:cs typeface="Arial" panose="020B0604020202020204" pitchFamily="34" charset="0"/>
                        </a:rPr>
                        <a:t>available</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 for each investment project as a new investment project.</a:t>
                      </a:r>
                      <a:endPar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The incentives for each project should include: (</a:t>
                      </a:r>
                      <a:r>
                        <a:rPr kumimoji="0" lang="en-US" sz="900" b="0" i="0" u="none" strike="noStrike" kern="0" cap="none" spc="0" normalizeH="0" baseline="0" dirty="0" err="1">
                          <a:ln>
                            <a:noFill/>
                          </a:ln>
                          <a:solidFill>
                            <a:srgbClr val="000000"/>
                          </a:solidFill>
                          <a:effectLst/>
                          <a:uLnTx/>
                          <a:uFillTx/>
                          <a:latin typeface="+mn-lt"/>
                          <a:ea typeface="+mn-ea"/>
                          <a:cs typeface="Arial" panose="020B0604020202020204" pitchFamily="34" charset="0"/>
                        </a:rPr>
                        <a:t>i</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 4 exemption years of and 9 years of 50% CIT reduction and (ii) 10% CIT rate within 15 years.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106573"/>
                  </a:ext>
                </a:extLst>
              </a:tr>
              <a:tr h="0">
                <a:tc>
                  <a:txBody>
                    <a:bodyPr/>
                    <a:lstStyle/>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1" kern="1200" dirty="0">
                          <a:solidFill>
                            <a:schemeClr val="tx2"/>
                          </a:solidFill>
                          <a:latin typeface="+mn-lt"/>
                          <a:ea typeface="+mn-ea"/>
                          <a:cs typeface="+mn-cs"/>
                        </a:rPr>
                        <a:t>Scenario 3</a:t>
                      </a:r>
                    </a:p>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b="0" i="0" kern="1200" dirty="0">
                          <a:solidFill>
                            <a:schemeClr val="tx2"/>
                          </a:solidFill>
                          <a:latin typeface="+mn-lt"/>
                          <a:ea typeface="+mn-ea"/>
                          <a:cs typeface="+mn-cs"/>
                        </a:rPr>
                        <a:t>(</a:t>
                      </a:r>
                      <a:r>
                        <a:rPr lang="en-US" sz="700" b="0" i="0" kern="1200" dirty="0" err="1">
                          <a:solidFill>
                            <a:schemeClr val="tx2"/>
                          </a:solidFill>
                          <a:latin typeface="+mn-lt"/>
                          <a:ea typeface="+mn-ea"/>
                          <a:cs typeface="+mn-cs"/>
                        </a:rPr>
                        <a:t>i</a:t>
                      </a:r>
                      <a:r>
                        <a:rPr lang="en-US" sz="700" b="0" i="0" kern="1200" dirty="0">
                          <a:solidFill>
                            <a:schemeClr val="tx2"/>
                          </a:solidFill>
                          <a:latin typeface="+mn-lt"/>
                          <a:ea typeface="+mn-ea"/>
                          <a:cs typeface="+mn-cs"/>
                        </a:rPr>
                        <a:t>) The Company will not be able to amend the current IRC at company level and (ii) there will not be multiple sub – IRC at project level</a:t>
                      </a:r>
                      <a:endParaRPr lang="en-AU" sz="700" b="0" i="0" kern="1200" dirty="0">
                        <a:solidFill>
                          <a:schemeClr val="tx2"/>
                        </a:solidFill>
                        <a:latin typeface="+mn-lt"/>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844083"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1" i="0" u="none" strike="noStrike" kern="0" cap="none" spc="0" normalizeH="0" baseline="0" noProof="0">
                          <a:ln>
                            <a:noFill/>
                          </a:ln>
                          <a:solidFill>
                            <a:srgbClr val="000000"/>
                          </a:solidFill>
                          <a:effectLst/>
                          <a:uLnTx/>
                          <a:uFillTx/>
                          <a:latin typeface="Arial"/>
                          <a:ea typeface="+mn-ea"/>
                          <a:cs typeface="Arial" panose="020B0604020202020204" pitchFamily="34" charset="0"/>
                        </a:rPr>
                        <a:t>Not available</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IRC for renewable power generation activities is not available</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049520"/>
                  </a:ext>
                </a:extLst>
              </a:tr>
              <a:tr h="0">
                <a:tc>
                  <a:txBody>
                    <a:bodyPr/>
                    <a:lstStyle/>
                    <a:p>
                      <a:pPr marL="0" marR="0" lvl="0" indent="0" algn="l" defTabSz="844083"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1" kern="1200">
                          <a:solidFill>
                            <a:schemeClr val="tx2"/>
                          </a:solidFill>
                          <a:latin typeface="+mn-lt"/>
                          <a:ea typeface="+mn-ea"/>
                          <a:cs typeface="+mn-cs"/>
                        </a:rPr>
                        <a:t>Conclusion</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Based on the above assessment, </a:t>
                      </a:r>
                      <a:r>
                        <a:rPr kumimoji="0" lang="en-US" sz="9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2</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appears to be the most favorable option where CIT incentive can be clearly applied. </a:t>
                      </a:r>
                      <a:r>
                        <a:rPr kumimoji="0" lang="en-US" sz="9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1 </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involves ambiguities for CIT incentive.</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Given the above, The Company may consider to either (</a:t>
                      </a:r>
                      <a:r>
                        <a:rPr kumimoji="0" lang="en-GB" sz="900" b="0" i="0" u="none" strike="noStrike" kern="0" cap="none" spc="0" normalizeH="0" baseline="0" noProof="0" dirty="0" err="1">
                          <a:ln>
                            <a:noFill/>
                          </a:ln>
                          <a:solidFill>
                            <a:srgbClr val="000000"/>
                          </a:solidFill>
                          <a:effectLst/>
                          <a:uLnTx/>
                          <a:uFillTx/>
                          <a:latin typeface="+mn-lt"/>
                          <a:ea typeface="+mn-ea"/>
                          <a:cs typeface="Arial" panose="020B0604020202020204" pitchFamily="34" charset="0"/>
                        </a:rPr>
                        <a:t>i</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pursue </a:t>
                      </a:r>
                      <a:r>
                        <a:rPr kumimoji="0" lang="en-GB" sz="9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2</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or (ii) if only </a:t>
                      </a:r>
                      <a:r>
                        <a:rPr kumimoji="0" lang="en-GB" sz="9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1</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is available, written CIT incentive confirmation (for 1</a:t>
                      </a:r>
                      <a:r>
                        <a:rPr kumimoji="0" lang="en-GB" sz="900" b="0" i="0" u="none" strike="noStrike" kern="0" cap="none" spc="0" normalizeH="0" baseline="30000" noProof="0" dirty="0">
                          <a:ln>
                            <a:noFill/>
                          </a:ln>
                          <a:solidFill>
                            <a:srgbClr val="000000"/>
                          </a:solidFill>
                          <a:effectLst/>
                          <a:uLnTx/>
                          <a:uFillTx/>
                          <a:latin typeface="+mn-lt"/>
                          <a:ea typeface="+mn-ea"/>
                          <a:cs typeface="Arial" panose="020B0604020202020204" pitchFamily="34" charset="0"/>
                        </a:rPr>
                        <a:t>st</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and subsequent power projects) with tax authorities is strongly advised.</a:t>
                      </a:r>
                      <a:endPar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7935912"/>
                  </a:ext>
                </a:extLst>
              </a:tr>
            </a:tbl>
          </a:graphicData>
        </a:graphic>
      </p:graphicFrame>
    </p:spTree>
    <p:extLst>
      <p:ext uri="{BB962C8B-B14F-4D97-AF65-F5344CB8AC3E}">
        <p14:creationId xmlns:p14="http://schemas.microsoft.com/office/powerpoint/2010/main" val="163144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sz="8800" dirty="0"/>
              <a:t>Corporate Income Tax incentives for RTS</a:t>
            </a:r>
          </a:p>
        </p:txBody>
      </p:sp>
      <p:sp>
        <p:nvSpPr>
          <p:cNvPr id="2" name="Text Placeholder 1">
            <a:extLst>
              <a:ext uri="{FF2B5EF4-FFF2-40B4-BE49-F238E27FC236}">
                <a16:creationId xmlns:a16="http://schemas.microsoft.com/office/drawing/2014/main" id="{AA29971E-9701-4DCC-8157-4ECFF7FA8E90}"/>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3876707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altLang="en-US" sz="4400">
                <a:latin typeface="KPMG Extralight (Headings)"/>
              </a:rPr>
              <a:t>Overview of CIT incentive</a:t>
            </a:r>
            <a:endParaRPr lang="en-GB" sz="4400">
              <a:solidFill>
                <a:schemeClr val="bg1">
                  <a:lumMod val="75000"/>
                </a:schemeClr>
              </a:solidFill>
              <a:latin typeface="KPMG Extralight (Headings)"/>
              <a:ea typeface="+mn-ea"/>
              <a:cs typeface="+mn-cs"/>
            </a:endParaRPr>
          </a:p>
        </p:txBody>
      </p:sp>
      <p:sp>
        <p:nvSpPr>
          <p:cNvPr id="5" name="Text Placeholder 4">
            <a:extLst>
              <a:ext uri="{FF2B5EF4-FFF2-40B4-BE49-F238E27FC236}">
                <a16:creationId xmlns:a16="http://schemas.microsoft.com/office/drawing/2014/main" id="{89A24A22-93AF-4DBA-B801-F2093810DC34}"/>
              </a:ext>
            </a:extLst>
          </p:cNvPr>
          <p:cNvSpPr>
            <a:spLocks noGrp="1"/>
          </p:cNvSpPr>
          <p:nvPr>
            <p:ph type="body" sz="quarter" idx="11"/>
          </p:nvPr>
        </p:nvSpPr>
        <p:spPr/>
        <p:txBody>
          <a:bodyPr/>
          <a:lstStyle/>
          <a:p>
            <a:r>
              <a:rPr lang="en-SG" altLang="en-US"/>
              <a:t>CIT incentive</a:t>
            </a:r>
            <a:endParaRPr lang="en-GB" altLang="en-US" b="0">
              <a:solidFill>
                <a:schemeClr val="bg1">
                  <a:lumMod val="85000"/>
                </a:schemeClr>
              </a:solidFill>
            </a:endParaRPr>
          </a:p>
        </p:txBody>
      </p:sp>
      <p:graphicFrame>
        <p:nvGraphicFramePr>
          <p:cNvPr id="6" name="Table 5">
            <a:extLst>
              <a:ext uri="{FF2B5EF4-FFF2-40B4-BE49-F238E27FC236}">
                <a16:creationId xmlns:a16="http://schemas.microsoft.com/office/drawing/2014/main" id="{6E169B33-C7C6-41FF-AEFA-410732CECDD5}"/>
              </a:ext>
            </a:extLst>
          </p:cNvPr>
          <p:cNvGraphicFramePr>
            <a:graphicFrameLocks noGrp="1"/>
          </p:cNvGraphicFramePr>
          <p:nvPr>
            <p:custDataLst>
              <p:tags r:id="rId1"/>
            </p:custDataLst>
            <p:extLst>
              <p:ext uri="{D42A27DB-BD31-4B8C-83A1-F6EECF244321}">
                <p14:modId xmlns:p14="http://schemas.microsoft.com/office/powerpoint/2010/main" val="3478702397"/>
              </p:ext>
            </p:extLst>
          </p:nvPr>
        </p:nvGraphicFramePr>
        <p:xfrm>
          <a:off x="488950" y="1253687"/>
          <a:ext cx="8591449" cy="5054600"/>
        </p:xfrm>
        <a:graphic>
          <a:graphicData uri="http://schemas.openxmlformats.org/drawingml/2006/table">
            <a:tbl>
              <a:tblPr firstRow="1" bandRow="1">
                <a:tableStyleId>{5C22544A-7EE6-4342-B048-85BDC9FD1C3A}</a:tableStyleId>
              </a:tblPr>
              <a:tblGrid>
                <a:gridCol w="1503771">
                  <a:extLst>
                    <a:ext uri="{9D8B030D-6E8A-4147-A177-3AD203B41FA5}">
                      <a16:colId xmlns:a16="http://schemas.microsoft.com/office/drawing/2014/main" val="20000"/>
                    </a:ext>
                  </a:extLst>
                </a:gridCol>
                <a:gridCol w="3543839">
                  <a:extLst>
                    <a:ext uri="{9D8B030D-6E8A-4147-A177-3AD203B41FA5}">
                      <a16:colId xmlns:a16="http://schemas.microsoft.com/office/drawing/2014/main" val="20001"/>
                    </a:ext>
                  </a:extLst>
                </a:gridCol>
                <a:gridCol w="3543839">
                  <a:extLst>
                    <a:ext uri="{9D8B030D-6E8A-4147-A177-3AD203B41FA5}">
                      <a16:colId xmlns:a16="http://schemas.microsoft.com/office/drawing/2014/main" val="1949421402"/>
                    </a:ext>
                  </a:extLst>
                </a:gridCol>
              </a:tblGrid>
              <a:tr h="0">
                <a:tc>
                  <a:txBody>
                    <a:bodyPr/>
                    <a:lstStyle/>
                    <a:p>
                      <a:r>
                        <a:rPr lang="en-GB" sz="900" b="1">
                          <a:solidFill>
                            <a:schemeClr val="bg1"/>
                          </a:solidFill>
                          <a:latin typeface="+mn-lt"/>
                        </a:rPr>
                        <a:t>Area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solidFill>
                            <a:schemeClr val="bg1"/>
                          </a:solidFill>
                          <a:latin typeface="+mn-lt"/>
                        </a:rPr>
                        <a:t>Tax regulation requirement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a:solidFill>
                          <a:schemeClr val="bg1"/>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a:txBody>
                    <a:bodyPr/>
                    <a:lstStyle/>
                    <a:p>
                      <a:r>
                        <a:rPr lang="en-US" sz="900" b="1">
                          <a:solidFill>
                            <a:schemeClr val="tx2"/>
                          </a:solidFill>
                          <a:latin typeface="+mn-lt"/>
                        </a:rPr>
                        <a:t>CIT incentive scheme in Vietnam</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indent="-171450" algn="l" defTabSz="844083" rtl="0" eaLnBrk="1" latinLnBrk="0" hangingPunct="1">
                        <a:spcAft>
                          <a:spcPts val="600"/>
                        </a:spcAft>
                        <a:buFont typeface="Arial" panose="020B0604020202020204" pitchFamily="34" charset="0"/>
                        <a:buChar char="•"/>
                      </a:pPr>
                      <a:r>
                        <a:rPr lang="en-US" sz="900" b="0" i="0" kern="0" dirty="0">
                          <a:solidFill>
                            <a:schemeClr val="tx1"/>
                          </a:solidFill>
                          <a:latin typeface="+mn-lt"/>
                          <a:ea typeface="+mn-ea"/>
                          <a:cs typeface="Arial" panose="020B0604020202020204" pitchFamily="34" charset="0"/>
                        </a:rPr>
                        <a:t>Tax incentives may be available for projects that meet one or multiple criteria, including:</a:t>
                      </a:r>
                    </a:p>
                    <a:p>
                      <a:pPr marL="593492" lvl="2" indent="-171450" algn="l" defTabSz="844083" rtl="0" eaLnBrk="1" latinLnBrk="0" hangingPunct="1">
                        <a:spcAft>
                          <a:spcPts val="600"/>
                        </a:spcAft>
                        <a:buFont typeface="Wingdings" panose="05000000000000000000" pitchFamily="2" charset="2"/>
                        <a:buChar char="ü"/>
                      </a:pPr>
                      <a:r>
                        <a:rPr lang="en-US" sz="900" b="0" i="0" kern="0" dirty="0">
                          <a:solidFill>
                            <a:schemeClr val="tx1"/>
                          </a:solidFill>
                          <a:latin typeface="+mn-lt"/>
                          <a:ea typeface="+mn-ea"/>
                          <a:cs typeface="Arial" panose="020B0604020202020204" pitchFamily="34" charset="0"/>
                        </a:rPr>
                        <a:t>Location: Located in encouraged location such as special industrial / economic zones or areas with difficult socio-economic conditions; or</a:t>
                      </a:r>
                    </a:p>
                    <a:p>
                      <a:pPr marL="593492" lvl="2" indent="-171450" algn="l" defTabSz="844083" rtl="0" eaLnBrk="1" latinLnBrk="0" hangingPunct="1">
                        <a:spcAft>
                          <a:spcPts val="600"/>
                        </a:spcAft>
                        <a:buFont typeface="Wingdings" panose="05000000000000000000" pitchFamily="2" charset="2"/>
                        <a:buChar char="ü"/>
                      </a:pPr>
                      <a:r>
                        <a:rPr lang="en-US" sz="900" b="0" i="0" kern="0" dirty="0">
                          <a:solidFill>
                            <a:schemeClr val="tx1"/>
                          </a:solidFill>
                          <a:latin typeface="+mn-lt"/>
                          <a:ea typeface="+mn-ea"/>
                          <a:cs typeface="Arial" panose="020B0604020202020204" pitchFamily="34" charset="0"/>
                        </a:rPr>
                        <a:t>Activity: Encouraged business activities including generating renewable energy, high-tech, software, </a:t>
                      </a:r>
                      <a:r>
                        <a:rPr lang="en-US" sz="900" b="0" i="0" kern="0" dirty="0" err="1">
                          <a:solidFill>
                            <a:schemeClr val="tx1"/>
                          </a:solidFill>
                          <a:latin typeface="+mn-lt"/>
                          <a:ea typeface="+mn-ea"/>
                          <a:cs typeface="Arial" panose="020B0604020202020204" pitchFamily="34" charset="0"/>
                        </a:rPr>
                        <a:t>etc</a:t>
                      </a:r>
                      <a:r>
                        <a:rPr lang="en-US" sz="900" b="0" i="0" kern="0" dirty="0">
                          <a:solidFill>
                            <a:schemeClr val="tx1"/>
                          </a:solidFill>
                          <a:latin typeface="+mn-lt"/>
                          <a:ea typeface="+mn-ea"/>
                          <a:cs typeface="Arial" panose="020B0604020202020204" pitchFamily="34" charset="0"/>
                        </a:rPr>
                        <a:t>; or</a:t>
                      </a:r>
                    </a:p>
                    <a:p>
                      <a:pPr marL="593492" lvl="2" indent="-171450" algn="l" defTabSz="844083" rtl="0" eaLnBrk="1" latinLnBrk="0" hangingPunct="1">
                        <a:spcAft>
                          <a:spcPts val="600"/>
                        </a:spcAft>
                        <a:buFont typeface="Wingdings" panose="05000000000000000000" pitchFamily="2" charset="2"/>
                        <a:buChar char="ü"/>
                      </a:pPr>
                      <a:r>
                        <a:rPr lang="en-US" sz="900" b="0" i="0" kern="0" dirty="0">
                          <a:solidFill>
                            <a:schemeClr val="tx1"/>
                          </a:solidFill>
                          <a:latin typeface="+mn-lt"/>
                          <a:ea typeface="+mn-ea"/>
                          <a:cs typeface="Arial" panose="020B0604020202020204" pitchFamily="34" charset="0"/>
                        </a:rPr>
                        <a:t>Scale: New investment activities / projects with large investment capital (e.g. more than VND6 trillion). </a:t>
                      </a:r>
                    </a:p>
                    <a:p>
                      <a:pPr marL="171450" lvl="1" indent="-171450" algn="l" defTabSz="844083" rtl="0" eaLnBrk="1" latinLnBrk="0" hangingPunct="1">
                        <a:spcAft>
                          <a:spcPts val="600"/>
                        </a:spcAft>
                        <a:buFont typeface="Arial" panose="020B0604020202020204" pitchFamily="34" charset="0"/>
                        <a:buChar char="•"/>
                      </a:pPr>
                      <a:r>
                        <a:rPr lang="en-US" sz="900" b="0" i="0" kern="0" dirty="0">
                          <a:solidFill>
                            <a:schemeClr val="tx1"/>
                          </a:solidFill>
                          <a:latin typeface="+mn-lt"/>
                          <a:ea typeface="+mn-ea"/>
                          <a:cs typeface="Arial" panose="020B0604020202020204" pitchFamily="34" charset="0"/>
                        </a:rPr>
                        <a:t>In principle, new CIT incentives are granted and embedded to the company’s specific project(s) based on specific </a:t>
                      </a:r>
                      <a:r>
                        <a:rPr lang="en-US" sz="900" b="0" i="0" kern="0" noProof="0" dirty="0">
                          <a:solidFill>
                            <a:schemeClr val="tx1"/>
                          </a:solidFill>
                          <a:latin typeface="+mn-lt"/>
                          <a:ea typeface="+mn-ea"/>
                          <a:cs typeface="Arial" panose="020B0604020202020204" pitchFamily="34" charset="0"/>
                        </a:rPr>
                        <a:t>IRC. It is common for a company to have multiple projects with different project IRCs, each project may be entitled to different CIT incentives.</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SG" altLang="ja-JP" sz="900" b="0" i="0" kern="0" dirty="0">
                          <a:solidFill>
                            <a:schemeClr val="tx1"/>
                          </a:solidFill>
                          <a:latin typeface="+mn-lt"/>
                          <a:ea typeface="+mn-ea"/>
                          <a:cs typeface="Arial" panose="020B0604020202020204" pitchFamily="34" charset="0"/>
                        </a:rPr>
                        <a:t>Where the project company is entitled to multiple CIT incentives (i.e. satisfy both Activity and Location criteria), it is allowed to choose the more favourable CIT incentive option.</a:t>
                      </a:r>
                    </a:p>
                    <a:p>
                      <a:pPr marL="171450" indent="-171450" algn="l" defTabSz="844083" rtl="0" eaLnBrk="1" latinLnBrk="0" hangingPunct="1">
                        <a:spcAft>
                          <a:spcPts val="600"/>
                        </a:spcAft>
                        <a:buFont typeface="Arial" panose="020B0604020202020204" pitchFamily="34" charset="0"/>
                        <a:buChar char="•"/>
                      </a:pPr>
                      <a:r>
                        <a:rPr lang="en-US" sz="900" b="0" i="0" kern="0" dirty="0">
                          <a:solidFill>
                            <a:schemeClr val="tx1"/>
                          </a:solidFill>
                          <a:latin typeface="+mn-lt"/>
                          <a:ea typeface="+mn-ea"/>
                          <a:cs typeface="Arial" panose="020B0604020202020204" pitchFamily="34" charset="0"/>
                        </a:rPr>
                        <a:t>There may be possibility to extend period for 10% CIT if the Company qualifies the additional conditions to be socialized company and located in the special difficulties social-economic location. One of the additional conditions to be socialized company is that the project must be included in the power master plan which is not the case of a rooftop solar project. We therefore do not </a:t>
                      </a:r>
                      <a:r>
                        <a:rPr lang="en-US" sz="900" b="0" i="0" kern="0" dirty="0" err="1">
                          <a:solidFill>
                            <a:schemeClr val="tx1"/>
                          </a:solidFill>
                          <a:latin typeface="+mn-lt"/>
                          <a:ea typeface="+mn-ea"/>
                          <a:cs typeface="Arial" panose="020B0604020202020204" pitchFamily="34" charset="0"/>
                        </a:rPr>
                        <a:t>analyse</a:t>
                      </a:r>
                      <a:r>
                        <a:rPr lang="en-US" sz="900" b="0" i="0" kern="0" dirty="0">
                          <a:solidFill>
                            <a:schemeClr val="tx1"/>
                          </a:solidFill>
                          <a:latin typeface="+mn-lt"/>
                          <a:ea typeface="+mn-ea"/>
                          <a:cs typeface="Arial" panose="020B0604020202020204" pitchFamily="34" charset="0"/>
                        </a:rPr>
                        <a:t> further. Refer to Appendix for more information on these additional conditions.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indent="-171450" algn="l" defTabSz="844083" rtl="0" eaLnBrk="1" latinLnBrk="0" hangingPunct="1">
                        <a:spcAft>
                          <a:spcPts val="600"/>
                        </a:spcAft>
                        <a:buFont typeface="Arial" panose="020B0604020202020204" pitchFamily="34" charset="0"/>
                        <a:buChar char="•"/>
                      </a:pPr>
                      <a:endParaRPr lang="en-GB" sz="900" b="0" i="0" kern="0">
                        <a:solidFill>
                          <a:schemeClr val="tx1"/>
                        </a:solidFill>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r>
                        <a:rPr lang="en-US" sz="900" b="1">
                          <a:solidFill>
                            <a:schemeClr val="tx2"/>
                          </a:solidFill>
                          <a:latin typeface="+mn-lt"/>
                        </a:rPr>
                        <a:t>Type and start date of CIT incentive</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b="0" i="0" strike="noStrike" kern="0">
                          <a:solidFill>
                            <a:schemeClr val="tx1"/>
                          </a:solidFill>
                          <a:latin typeface="+mn-lt"/>
                          <a:ea typeface="+mn-ea"/>
                          <a:cs typeface="Arial" panose="020B0604020202020204" pitchFamily="34" charset="0"/>
                        </a:rPr>
                        <a:t>There are 2 type of CIT incentives which are simultaneously applied to the Vietnam company:</a:t>
                      </a:r>
                    </a:p>
                    <a:p>
                      <a:pPr marL="707791" lvl="1" indent="-285750" algn="l" defTabSz="844083" rtl="0" eaLnBrk="1" latinLnBrk="0" hangingPunct="1">
                        <a:spcAft>
                          <a:spcPts val="600"/>
                        </a:spcAft>
                        <a:buFont typeface="+mj-lt"/>
                        <a:buAutoNum type="alphaLcParenR"/>
                      </a:pPr>
                      <a:r>
                        <a:rPr lang="en-GB" sz="900" b="0" i="0" strike="noStrike" kern="0">
                          <a:solidFill>
                            <a:schemeClr val="tx1"/>
                          </a:solidFill>
                          <a:latin typeface="+mn-lt"/>
                          <a:ea typeface="+mn-ea"/>
                          <a:cs typeface="Arial" panose="020B0604020202020204" pitchFamily="34" charset="0"/>
                        </a:rPr>
                        <a:t>CIT rate - Concessionary CIT rate for a specific period, and </a:t>
                      </a:r>
                    </a:p>
                    <a:p>
                      <a:pPr marL="707791" lvl="1" indent="-285750" algn="l" defTabSz="844083" rtl="0" eaLnBrk="1" latinLnBrk="0" hangingPunct="1">
                        <a:spcAft>
                          <a:spcPts val="600"/>
                        </a:spcAft>
                        <a:buFont typeface="+mj-lt"/>
                        <a:buAutoNum type="alphaLcParenR"/>
                      </a:pPr>
                      <a:r>
                        <a:rPr lang="en-GB" sz="900" b="0" i="0" strike="noStrike" kern="0">
                          <a:solidFill>
                            <a:schemeClr val="tx1"/>
                          </a:solidFill>
                          <a:latin typeface="+mn-lt"/>
                          <a:ea typeface="+mn-ea"/>
                          <a:cs typeface="Arial" panose="020B0604020202020204" pitchFamily="34" charset="0"/>
                        </a:rPr>
                        <a:t>CIT tax rebate - exemption and reduction for a specific period.</a:t>
                      </a:r>
                    </a:p>
                    <a:p>
                      <a:pPr marL="171450" lvl="1" indent="-171450" algn="l" defTabSz="844083" rtl="0" eaLnBrk="1" latinLnBrk="0" hangingPunct="1">
                        <a:spcAft>
                          <a:spcPts val="600"/>
                        </a:spcAft>
                        <a:buFont typeface="Arial" panose="020B0604020202020204" pitchFamily="34" charset="0"/>
                        <a:buChar char="•"/>
                      </a:pPr>
                      <a:r>
                        <a:rPr lang="en-GB" sz="900" b="0" i="0" strike="noStrike" kern="0">
                          <a:solidFill>
                            <a:schemeClr val="tx1"/>
                          </a:solidFill>
                          <a:latin typeface="+mn-lt"/>
                          <a:ea typeface="+mn-ea"/>
                          <a:cs typeface="Arial" panose="020B0604020202020204" pitchFamily="34" charset="0"/>
                        </a:rPr>
                        <a:t>The (a) concessionary CIT rate is applicable from </a:t>
                      </a:r>
                      <a:r>
                        <a:rPr lang="en-SG" altLang="ja-JP" sz="900" b="0" i="0" strike="noStrike" kern="0">
                          <a:solidFill>
                            <a:schemeClr val="tx1"/>
                          </a:solidFill>
                          <a:latin typeface="+mn-lt"/>
                          <a:ea typeface="+mn-ea"/>
                          <a:cs typeface="Arial" panose="020B0604020202020204" pitchFamily="34" charset="0"/>
                        </a:rPr>
                        <a:t>the 1</a:t>
                      </a:r>
                      <a:r>
                        <a:rPr lang="en-SG" altLang="ja-JP" sz="900" b="0" i="0" strike="noStrike" kern="0" baseline="30000">
                          <a:solidFill>
                            <a:schemeClr val="tx1"/>
                          </a:solidFill>
                          <a:latin typeface="+mn-lt"/>
                          <a:ea typeface="+mn-ea"/>
                          <a:cs typeface="Arial" panose="020B0604020202020204" pitchFamily="34" charset="0"/>
                        </a:rPr>
                        <a:t>st</a:t>
                      </a:r>
                      <a:r>
                        <a:rPr lang="en-SG" altLang="ja-JP" sz="900" b="0" i="0" strike="noStrike" kern="0">
                          <a:solidFill>
                            <a:schemeClr val="tx1"/>
                          </a:solidFill>
                          <a:latin typeface="+mn-lt"/>
                          <a:ea typeface="+mn-ea"/>
                          <a:cs typeface="Arial" panose="020B0604020202020204" pitchFamily="34" charset="0"/>
                        </a:rPr>
                        <a:t> year of income generation (i.e. starting operation/COD), while (b) CIT exemption and reduction is applicable from the 1</a:t>
                      </a:r>
                      <a:r>
                        <a:rPr lang="en-SG" altLang="ja-JP" sz="900" b="0" i="0" strike="noStrike" kern="0" baseline="30000">
                          <a:solidFill>
                            <a:schemeClr val="tx1"/>
                          </a:solidFill>
                          <a:latin typeface="+mn-lt"/>
                          <a:ea typeface="+mn-ea"/>
                          <a:cs typeface="Arial" panose="020B0604020202020204" pitchFamily="34" charset="0"/>
                        </a:rPr>
                        <a:t>st</a:t>
                      </a:r>
                      <a:r>
                        <a:rPr lang="en-SG" altLang="ja-JP" sz="900" b="0" i="0" strike="noStrike" kern="0">
                          <a:solidFill>
                            <a:schemeClr val="tx1"/>
                          </a:solidFill>
                          <a:latin typeface="+mn-lt"/>
                          <a:ea typeface="+mn-ea"/>
                          <a:cs typeface="Arial" panose="020B0604020202020204" pitchFamily="34" charset="0"/>
                        </a:rPr>
                        <a:t> year of having taxable income </a:t>
                      </a:r>
                      <a:r>
                        <a:rPr lang="en-SG" altLang="ja-JP" sz="900" b="1" i="0" strike="noStrike" kern="0">
                          <a:solidFill>
                            <a:schemeClr val="tx1"/>
                          </a:solidFill>
                          <a:latin typeface="+mn-lt"/>
                          <a:ea typeface="+mn-ea"/>
                          <a:cs typeface="Arial" panose="020B0604020202020204" pitchFamily="34" charset="0"/>
                        </a:rPr>
                        <a:t>OR</a:t>
                      </a:r>
                      <a:r>
                        <a:rPr lang="en-SG" altLang="ja-JP" sz="900" b="0" i="0" strike="noStrike" kern="0">
                          <a:solidFill>
                            <a:schemeClr val="tx1"/>
                          </a:solidFill>
                          <a:latin typeface="+mn-lt"/>
                          <a:ea typeface="+mn-ea"/>
                          <a:cs typeface="Arial" panose="020B0604020202020204" pitchFamily="34" charset="0"/>
                        </a:rPr>
                        <a:t> the 4</a:t>
                      </a:r>
                      <a:r>
                        <a:rPr lang="en-SG" altLang="ja-JP" sz="900" b="0" i="0" strike="noStrike" kern="0" baseline="30000">
                          <a:solidFill>
                            <a:schemeClr val="tx1"/>
                          </a:solidFill>
                          <a:latin typeface="+mn-lt"/>
                          <a:ea typeface="+mn-ea"/>
                          <a:cs typeface="Arial" panose="020B0604020202020204" pitchFamily="34" charset="0"/>
                        </a:rPr>
                        <a:t>th</a:t>
                      </a:r>
                      <a:r>
                        <a:rPr lang="en-SG" altLang="ja-JP" sz="900" b="0" i="0" strike="noStrike" kern="0">
                          <a:solidFill>
                            <a:schemeClr val="tx1"/>
                          </a:solidFill>
                          <a:latin typeface="+mn-lt"/>
                          <a:ea typeface="+mn-ea"/>
                          <a:cs typeface="Arial" panose="020B0604020202020204" pitchFamily="34" charset="0"/>
                        </a:rPr>
                        <a:t> year of income generation if the first 3 operating years have no taxable income, whichever is earlier.</a:t>
                      </a:r>
                    </a:p>
                    <a:p>
                      <a:pPr marL="171450" lvl="1" indent="-171450" algn="l" defTabSz="844083" rtl="0" eaLnBrk="1" latinLnBrk="0" hangingPunct="1">
                        <a:spcAft>
                          <a:spcPts val="600"/>
                        </a:spcAft>
                        <a:buFont typeface="Arial" panose="020B0604020202020204" pitchFamily="34" charset="0"/>
                        <a:buChar char="•"/>
                      </a:pPr>
                      <a:r>
                        <a:rPr lang="en-SG" altLang="ja-JP" sz="900" b="0" i="0" strike="noStrike" kern="0">
                          <a:solidFill>
                            <a:schemeClr val="tx1"/>
                          </a:solidFill>
                          <a:latin typeface="+mn-lt"/>
                          <a:ea typeface="+mn-ea"/>
                          <a:cs typeface="Arial" panose="020B0604020202020204" pitchFamily="34" charset="0"/>
                        </a:rPr>
                        <a:t>CIT incentives will also be granted differently depending on whether the project is </a:t>
                      </a:r>
                      <a:r>
                        <a:rPr lang="en-SG" altLang="ja-JP" sz="900" b="1" i="0" strike="noStrike" kern="0">
                          <a:solidFill>
                            <a:schemeClr val="tx1"/>
                          </a:solidFill>
                          <a:latin typeface="+mn-lt"/>
                          <a:ea typeface="+mn-ea"/>
                          <a:cs typeface="Arial" panose="020B0604020202020204" pitchFamily="34" charset="0"/>
                        </a:rPr>
                        <a:t>New Investment Project </a:t>
                      </a:r>
                      <a:r>
                        <a:rPr lang="en-SG" altLang="ja-JP" sz="900" b="0" i="0" strike="noStrike" kern="0">
                          <a:solidFill>
                            <a:schemeClr val="tx1"/>
                          </a:solidFill>
                          <a:latin typeface="+mn-lt"/>
                          <a:ea typeface="+mn-ea"/>
                          <a:cs typeface="Arial" panose="020B0604020202020204" pitchFamily="34" charset="0"/>
                        </a:rPr>
                        <a:t>or </a:t>
                      </a:r>
                      <a:r>
                        <a:rPr lang="en-SG" altLang="ja-JP" sz="900" b="1" i="0" strike="noStrike" kern="0">
                          <a:solidFill>
                            <a:schemeClr val="tx1"/>
                          </a:solidFill>
                          <a:latin typeface="+mn-lt"/>
                          <a:ea typeface="+mn-ea"/>
                          <a:cs typeface="Arial" panose="020B0604020202020204" pitchFamily="34" charset="0"/>
                        </a:rPr>
                        <a:t>Expansion Investment Project</a:t>
                      </a:r>
                      <a:r>
                        <a:rPr lang="en-SG" altLang="ja-JP" sz="900" b="0" i="0" strike="noStrike" kern="0">
                          <a:solidFill>
                            <a:schemeClr val="tx1"/>
                          </a:solidFill>
                          <a:latin typeface="+mn-lt"/>
                          <a:ea typeface="+mn-ea"/>
                          <a:cs typeface="Arial" panose="020B0604020202020204" pitchFamily="34" charset="0"/>
                        </a:rPr>
                        <a:t>. A original project (i.e. NIP) may be granted with a CIT incentive and when the investor expand the original project (e.g. contribute more capital or using retain earning), the expanded portion (i.e. EIP) may be entitled with a different CIT incentive. (see the next slide for definition of NIP and EIP)</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indent="-171450" algn="l" defTabSz="844083" rtl="0" eaLnBrk="1" latinLnBrk="0" hangingPunct="1">
                        <a:spcAft>
                          <a:spcPts val="600"/>
                        </a:spcAft>
                        <a:buFont typeface="Arial" panose="020B0604020202020204" pitchFamily="34" charset="0"/>
                        <a:buChar char="•"/>
                      </a:pPr>
                      <a:endParaRPr lang="en-GB" sz="900" b="0" i="0" kern="0">
                        <a:solidFill>
                          <a:schemeClr val="tx1"/>
                        </a:solidFill>
                        <a:latin typeface="+mn-lt"/>
                        <a:ea typeface="+mn-ea"/>
                        <a:cs typeface="Arial" panose="020B0604020202020204" pitchFamily="34" charset="0"/>
                      </a:endParaRPr>
                    </a:p>
                  </a:txBody>
                  <a:tcPr marL="54610" marR="54610" marT="54610" marB="54610"/>
                </a:tc>
                <a:extLst>
                  <a:ext uri="{0D108BD9-81ED-4DB2-BD59-A6C34878D82A}">
                    <a16:rowId xmlns:a16="http://schemas.microsoft.com/office/drawing/2014/main" val="4191467036"/>
                  </a:ext>
                </a:extLst>
              </a:tr>
              <a:tr h="0">
                <a:tc>
                  <a:txBody>
                    <a:bodyPr/>
                    <a:lstStyle/>
                    <a:p>
                      <a:r>
                        <a:rPr lang="en-US" sz="900" b="1">
                          <a:solidFill>
                            <a:schemeClr val="tx2"/>
                          </a:solidFill>
                          <a:latin typeface="+mn-lt"/>
                        </a:rPr>
                        <a:t>Exclusion clause</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New CIT incentive will not be granted to project that are resulted from:</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merger and acquisition transactions,</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change of company type or investor (including the case of new IRC which inherits previously-owned and ready-to use asset</a:t>
                      </a:r>
                      <a:r>
                        <a:rPr kumimoji="0" lang="en-US" sz="900" b="0" i="0" u="none" strike="noStrike" kern="0" cap="none" spc="0" normalizeH="0" baseline="0" dirty="0">
                          <a:ln>
                            <a:noFill/>
                          </a:ln>
                          <a:solidFill>
                            <a:srgbClr val="000000"/>
                          </a:solidFill>
                          <a:effectLst/>
                          <a:uLnTx/>
                          <a:uFillTx/>
                          <a:latin typeface="+mn-lt"/>
                          <a:ea typeface="+mn-ea"/>
                          <a:cs typeface="Arial" panose="020B0604020202020204" pitchFamily="34" charset="0"/>
                        </a:rPr>
                        <a:t>s</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2482476852"/>
                  </a:ext>
                </a:extLst>
              </a:tr>
            </a:tbl>
          </a:graphicData>
        </a:graphic>
      </p:graphicFrame>
    </p:spTree>
    <p:extLst>
      <p:ext uri="{BB962C8B-B14F-4D97-AF65-F5344CB8AC3E}">
        <p14:creationId xmlns:p14="http://schemas.microsoft.com/office/powerpoint/2010/main" val="2051314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altLang="en-US" sz="4400">
                <a:latin typeface="KPMG Extralight (Headings)"/>
              </a:rPr>
              <a:t>CIT incentive for New Investment Project</a:t>
            </a:r>
            <a:endParaRPr lang="en-GB" sz="4400">
              <a:solidFill>
                <a:schemeClr val="bg1">
                  <a:lumMod val="75000"/>
                </a:schemeClr>
              </a:solidFill>
              <a:latin typeface="KPMG Extralight (Headings)"/>
              <a:ea typeface="+mn-ea"/>
              <a:cs typeface="+mn-cs"/>
            </a:endParaRPr>
          </a:p>
        </p:txBody>
      </p:sp>
      <p:sp>
        <p:nvSpPr>
          <p:cNvPr id="5" name="Text Placeholder 4">
            <a:extLst>
              <a:ext uri="{FF2B5EF4-FFF2-40B4-BE49-F238E27FC236}">
                <a16:creationId xmlns:a16="http://schemas.microsoft.com/office/drawing/2014/main" id="{89A24A22-93AF-4DBA-B801-F2093810DC34}"/>
              </a:ext>
            </a:extLst>
          </p:cNvPr>
          <p:cNvSpPr>
            <a:spLocks noGrp="1"/>
          </p:cNvSpPr>
          <p:nvPr>
            <p:ph type="body" sz="quarter" idx="11"/>
          </p:nvPr>
        </p:nvSpPr>
        <p:spPr/>
        <p:txBody>
          <a:bodyPr/>
          <a:lstStyle/>
          <a:p>
            <a:r>
              <a:rPr lang="en-SG" altLang="en-US"/>
              <a:t>CIT incentive</a:t>
            </a:r>
            <a:endParaRPr lang="en-GB" altLang="en-US" b="0">
              <a:solidFill>
                <a:schemeClr val="bg1">
                  <a:lumMod val="85000"/>
                </a:schemeClr>
              </a:solidFill>
            </a:endParaRPr>
          </a:p>
        </p:txBody>
      </p:sp>
      <p:graphicFrame>
        <p:nvGraphicFramePr>
          <p:cNvPr id="6" name="Table 5">
            <a:extLst>
              <a:ext uri="{FF2B5EF4-FFF2-40B4-BE49-F238E27FC236}">
                <a16:creationId xmlns:a16="http://schemas.microsoft.com/office/drawing/2014/main" id="{6E169B33-C7C6-41FF-AEFA-410732CECDD5}"/>
              </a:ext>
            </a:extLst>
          </p:cNvPr>
          <p:cNvGraphicFramePr>
            <a:graphicFrameLocks noGrp="1"/>
          </p:cNvGraphicFramePr>
          <p:nvPr>
            <p:custDataLst>
              <p:tags r:id="rId1"/>
            </p:custDataLst>
            <p:extLst>
              <p:ext uri="{D42A27DB-BD31-4B8C-83A1-F6EECF244321}">
                <p14:modId xmlns:p14="http://schemas.microsoft.com/office/powerpoint/2010/main" val="3232763044"/>
              </p:ext>
            </p:extLst>
          </p:nvPr>
        </p:nvGraphicFramePr>
        <p:xfrm>
          <a:off x="488950" y="1253687"/>
          <a:ext cx="8591449" cy="4978400"/>
        </p:xfrm>
        <a:graphic>
          <a:graphicData uri="http://schemas.openxmlformats.org/drawingml/2006/table">
            <a:tbl>
              <a:tblPr firstRow="1" bandRow="1">
                <a:tableStyleId>{5C22544A-7EE6-4342-B048-85BDC9FD1C3A}</a:tableStyleId>
              </a:tblPr>
              <a:tblGrid>
                <a:gridCol w="1503771">
                  <a:extLst>
                    <a:ext uri="{9D8B030D-6E8A-4147-A177-3AD203B41FA5}">
                      <a16:colId xmlns:a16="http://schemas.microsoft.com/office/drawing/2014/main" val="20000"/>
                    </a:ext>
                  </a:extLst>
                </a:gridCol>
                <a:gridCol w="3543839">
                  <a:extLst>
                    <a:ext uri="{9D8B030D-6E8A-4147-A177-3AD203B41FA5}">
                      <a16:colId xmlns:a16="http://schemas.microsoft.com/office/drawing/2014/main" val="20001"/>
                    </a:ext>
                  </a:extLst>
                </a:gridCol>
                <a:gridCol w="3543839">
                  <a:extLst>
                    <a:ext uri="{9D8B030D-6E8A-4147-A177-3AD203B41FA5}">
                      <a16:colId xmlns:a16="http://schemas.microsoft.com/office/drawing/2014/main" val="1949421402"/>
                    </a:ext>
                  </a:extLst>
                </a:gridCol>
              </a:tblGrid>
              <a:tr h="0">
                <a:tc>
                  <a:txBody>
                    <a:bodyPr/>
                    <a:lstStyle/>
                    <a:p>
                      <a:r>
                        <a:rPr lang="en-GB" sz="900" b="1" dirty="0">
                          <a:solidFill>
                            <a:schemeClr val="bg1"/>
                          </a:solidFill>
                          <a:latin typeface="+mn-lt"/>
                        </a:rPr>
                        <a:t>Area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solidFill>
                            <a:schemeClr val="bg1"/>
                          </a:solidFill>
                          <a:latin typeface="+mn-lt"/>
                        </a:rPr>
                        <a:t>Tax regulation requirement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a:solidFill>
                          <a:schemeClr val="bg1"/>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a:txBody>
                    <a:bodyPr/>
                    <a:lstStyle/>
                    <a:p>
                      <a:r>
                        <a:rPr lang="en-GB" sz="900" b="1">
                          <a:solidFill>
                            <a:schemeClr val="tx2"/>
                          </a:solidFill>
                          <a:latin typeface="+mn-lt"/>
                        </a:rPr>
                        <a:t>Definition of New Investment Project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1" indent="-171450" algn="l" defTabSz="844083"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900" b="0" i="0" strike="noStrike" kern="0" dirty="0">
                          <a:solidFill>
                            <a:schemeClr val="tx1"/>
                          </a:solidFill>
                          <a:latin typeface="+mn-lt"/>
                          <a:ea typeface="+mn-ea"/>
                          <a:cs typeface="Arial" panose="020B0604020202020204" pitchFamily="34" charset="0"/>
                        </a:rPr>
                        <a:t>According to Circular 96 amending Circular 78, NIPs are those projects satisfying one of the following conditions:</a:t>
                      </a:r>
                    </a:p>
                    <a:p>
                      <a:pPr marL="707791" marR="0" lvl="1" indent="-285750" algn="l" defTabSz="844083" rtl="0" eaLnBrk="1" fontAlgn="auto" latinLnBrk="0" hangingPunct="1">
                        <a:lnSpc>
                          <a:spcPct val="100000"/>
                        </a:lnSpc>
                        <a:spcBef>
                          <a:spcPts val="0"/>
                        </a:spcBef>
                        <a:spcAft>
                          <a:spcPts val="600"/>
                        </a:spcAft>
                        <a:buClrTx/>
                        <a:buSzPct val="100000"/>
                        <a:buFont typeface="+mj-lt"/>
                        <a:buAutoNum type="romanLcPeriod"/>
                        <a:tabLst/>
                        <a:defRPr/>
                      </a:pPr>
                      <a:r>
                        <a:rPr lang="en-US" sz="900" b="0" i="0" strike="noStrike" kern="0" dirty="0">
                          <a:solidFill>
                            <a:schemeClr val="tx1"/>
                          </a:solidFill>
                          <a:latin typeface="+mn-lt"/>
                          <a:ea typeface="+mn-ea"/>
                          <a:cs typeface="Arial" panose="020B0604020202020204" pitchFamily="34" charset="0"/>
                        </a:rPr>
                        <a:t>An investment project which the </a:t>
                      </a:r>
                      <a:r>
                        <a:rPr lang="en-US" sz="900" b="1" i="0" u="sng" strike="noStrike" kern="0" dirty="0">
                          <a:solidFill>
                            <a:schemeClr val="tx1"/>
                          </a:solidFill>
                          <a:latin typeface="+mn-lt"/>
                          <a:ea typeface="+mn-ea"/>
                          <a:cs typeface="Arial" panose="020B0604020202020204" pitchFamily="34" charset="0"/>
                        </a:rPr>
                        <a:t>first</a:t>
                      </a:r>
                      <a:r>
                        <a:rPr lang="en-US" sz="900" b="0" i="0" strike="noStrike" kern="0" dirty="0">
                          <a:solidFill>
                            <a:schemeClr val="tx1"/>
                          </a:solidFill>
                          <a:latin typeface="+mn-lt"/>
                          <a:ea typeface="+mn-ea"/>
                          <a:cs typeface="Arial" panose="020B0604020202020204" pitchFamily="34" charset="0"/>
                        </a:rPr>
                        <a:t> IRC is issued from 1 January 2014 or afterwards and generate revenue from the date of granting the IRC; or</a:t>
                      </a:r>
                    </a:p>
                    <a:p>
                      <a:pPr marL="707791" marR="0" lvl="1" indent="-285750" algn="l" defTabSz="844083" rtl="0" eaLnBrk="1" fontAlgn="auto" latinLnBrk="0" hangingPunct="1">
                        <a:lnSpc>
                          <a:spcPct val="100000"/>
                        </a:lnSpc>
                        <a:spcBef>
                          <a:spcPts val="0"/>
                        </a:spcBef>
                        <a:spcAft>
                          <a:spcPts val="600"/>
                        </a:spcAft>
                        <a:buClrTx/>
                        <a:buSzPct val="100000"/>
                        <a:buFont typeface="+mj-lt"/>
                        <a:buAutoNum type="romanLcPeriod"/>
                        <a:tabLst/>
                        <a:defRPr/>
                      </a:pPr>
                      <a:r>
                        <a:rPr lang="en-US" sz="900" b="0" i="0" strike="noStrike" kern="0" dirty="0">
                          <a:solidFill>
                            <a:schemeClr val="tx1"/>
                          </a:solidFill>
                          <a:latin typeface="+mn-lt"/>
                          <a:ea typeface="+mn-ea"/>
                          <a:cs typeface="Arial" panose="020B0604020202020204" pitchFamily="34" charset="0"/>
                        </a:rPr>
                        <a:t>An investment project attached with establishment of a new enterprise with investment capital of below VND15 billion with IRC granted from 1 January 2014; or</a:t>
                      </a:r>
                    </a:p>
                    <a:p>
                      <a:pPr marL="707791" marR="0" lvl="1" indent="-285750" algn="l" defTabSz="844083" rtl="0" eaLnBrk="1" fontAlgn="auto" latinLnBrk="0" hangingPunct="1">
                        <a:lnSpc>
                          <a:spcPct val="100000"/>
                        </a:lnSpc>
                        <a:spcBef>
                          <a:spcPts val="0"/>
                        </a:spcBef>
                        <a:spcAft>
                          <a:spcPts val="600"/>
                        </a:spcAft>
                        <a:buClrTx/>
                        <a:buSzPct val="100000"/>
                        <a:buFont typeface="+mj-lt"/>
                        <a:buAutoNum type="romanLcPeriod"/>
                        <a:tabLst/>
                        <a:defRPr/>
                      </a:pPr>
                      <a:r>
                        <a:rPr lang="en-US" sz="900" b="0" i="0" strike="noStrike" kern="0" dirty="0">
                          <a:solidFill>
                            <a:schemeClr val="tx1"/>
                          </a:solidFill>
                          <a:latin typeface="+mn-lt"/>
                          <a:ea typeface="+mn-ea"/>
                          <a:cs typeface="Arial" panose="020B0604020202020204" pitchFamily="34" charset="0"/>
                        </a:rPr>
                        <a:t>An investment project which IRC was granted before 1 January 2014 but is under construction stage, not yet commence operation, not yet generate revenue and an amended Investment Certificate is granted from 1 January 2014 for this project; or</a:t>
                      </a:r>
                    </a:p>
                    <a:p>
                      <a:pPr marL="707791" marR="0" lvl="1" indent="-285750" algn="l" defTabSz="844083" rtl="0" eaLnBrk="1" fontAlgn="auto" latinLnBrk="0" hangingPunct="1">
                        <a:lnSpc>
                          <a:spcPct val="100000"/>
                        </a:lnSpc>
                        <a:spcBef>
                          <a:spcPts val="0"/>
                        </a:spcBef>
                        <a:spcAft>
                          <a:spcPts val="600"/>
                        </a:spcAft>
                        <a:buClrTx/>
                        <a:buSzPct val="100000"/>
                        <a:buFont typeface="+mj-lt"/>
                        <a:buAutoNum type="romanLcPeriod"/>
                        <a:tabLst/>
                        <a:defRPr/>
                      </a:pPr>
                      <a:r>
                        <a:rPr lang="en-US" sz="900" b="0" i="0" strike="noStrike" kern="0" dirty="0">
                          <a:solidFill>
                            <a:schemeClr val="tx1"/>
                          </a:solidFill>
                          <a:latin typeface="+mn-lt"/>
                          <a:ea typeface="+mn-ea"/>
                          <a:cs typeface="Arial" panose="020B0604020202020204" pitchFamily="34" charset="0"/>
                        </a:rPr>
                        <a:t>Investment projects which are independent from the currently operating project and are granted IRC from 1 January 2014 to carry out those projects.</a:t>
                      </a:r>
                    </a:p>
                    <a:p>
                      <a:pPr marL="171450" marR="0" lvl="1" indent="-171450" algn="l" defTabSz="844083"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900" b="0" i="0" strike="noStrike" kern="0" dirty="0">
                          <a:solidFill>
                            <a:schemeClr val="tx1"/>
                          </a:solidFill>
                          <a:latin typeface="+mn-lt"/>
                          <a:ea typeface="+mn-ea"/>
                          <a:cs typeface="Arial" panose="020B0604020202020204" pitchFamily="34" charset="0"/>
                        </a:rPr>
                        <a:t>Condition (</a:t>
                      </a:r>
                      <a:r>
                        <a:rPr lang="en-US" sz="900" b="0" i="0" strike="noStrike" kern="0" dirty="0" err="1">
                          <a:solidFill>
                            <a:schemeClr val="tx1"/>
                          </a:solidFill>
                          <a:latin typeface="+mn-lt"/>
                          <a:ea typeface="+mn-ea"/>
                          <a:cs typeface="Arial" panose="020B0604020202020204" pitchFamily="34" charset="0"/>
                        </a:rPr>
                        <a:t>i</a:t>
                      </a:r>
                      <a:r>
                        <a:rPr lang="en-US" sz="900" b="0" i="0" strike="noStrike" kern="0" dirty="0">
                          <a:solidFill>
                            <a:schemeClr val="tx1"/>
                          </a:solidFill>
                          <a:latin typeface="+mn-lt"/>
                          <a:ea typeface="+mn-ea"/>
                          <a:cs typeface="Arial" panose="020B0604020202020204" pitchFamily="34" charset="0"/>
                        </a:rPr>
                        <a:t>) and (iv) are most relevant to The Company. The current company’s IRC can be considered as a NIP.</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528090931"/>
                  </a:ext>
                </a:extLst>
              </a:tr>
              <a:tr h="0">
                <a:tc>
                  <a:txBody>
                    <a:bodyPr/>
                    <a:lstStyle/>
                    <a:p>
                      <a:r>
                        <a:rPr lang="en-GB" sz="900" b="1">
                          <a:solidFill>
                            <a:schemeClr val="tx2"/>
                          </a:solidFill>
                          <a:latin typeface="+mn-lt"/>
                        </a:rPr>
                        <a:t>CIT incentive applicable to new investment of  “generating renewable energy” project (Activity criteria)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1" indent="-171450" algn="l" defTabSz="844083"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SG" altLang="ja-JP" sz="900" b="0" i="0" strike="noStrike" kern="0">
                          <a:solidFill>
                            <a:schemeClr val="tx1"/>
                          </a:solidFill>
                          <a:latin typeface="+mn-lt"/>
                          <a:ea typeface="+mn-ea"/>
                          <a:cs typeface="Arial" panose="020B0604020202020204" pitchFamily="34" charset="0"/>
                        </a:rPr>
                        <a:t>The Vietnam government encourages investors to invest in certain business areas, one of which is new investment project in “generating renewable energy”.</a:t>
                      </a:r>
                    </a:p>
                    <a:p>
                      <a:pPr marL="628650" marR="0" lvl="2" indent="-171450" algn="l" defTabSz="844083" rtl="0" eaLnBrk="1" fontAlgn="auto" latinLnBrk="0" hangingPunct="1">
                        <a:lnSpc>
                          <a:spcPct val="100000"/>
                        </a:lnSpc>
                        <a:spcBef>
                          <a:spcPts val="0"/>
                        </a:spcBef>
                        <a:spcAft>
                          <a:spcPts val="600"/>
                        </a:spcAft>
                        <a:buClrTx/>
                        <a:buSzPct val="100000"/>
                        <a:buFont typeface="Wingdings" panose="05000000000000000000" pitchFamily="2" charset="2"/>
                        <a:buChar char="ü"/>
                        <a:tabLst/>
                        <a:defRPr/>
                      </a:pPr>
                      <a:r>
                        <a:rPr lang="en-SG" altLang="ja-JP" sz="900" b="0" i="0" strike="noStrike" kern="0">
                          <a:solidFill>
                            <a:schemeClr val="tx1"/>
                          </a:solidFill>
                          <a:latin typeface="+mn-lt"/>
                          <a:ea typeface="+mn-ea"/>
                          <a:cs typeface="Arial" panose="020B0604020202020204" pitchFamily="34" charset="0"/>
                        </a:rPr>
                        <a:t>CIT rate: concessionary tax rate of 10% for </a:t>
                      </a:r>
                      <a:r>
                        <a:rPr lang="en-SG" altLang="ja-JP" sz="900" b="1" i="0" strike="noStrike" kern="0">
                          <a:solidFill>
                            <a:schemeClr val="tx1"/>
                          </a:solidFill>
                          <a:latin typeface="+mn-lt"/>
                          <a:ea typeface="+mn-ea"/>
                          <a:cs typeface="Arial" panose="020B0604020202020204" pitchFamily="34" charset="0"/>
                        </a:rPr>
                        <a:t>15 years </a:t>
                      </a:r>
                      <a:r>
                        <a:rPr lang="en-SG" altLang="ja-JP" sz="900" b="0" i="0" strike="noStrike" kern="0">
                          <a:solidFill>
                            <a:schemeClr val="tx1"/>
                          </a:solidFill>
                          <a:latin typeface="+mn-lt"/>
                          <a:ea typeface="+mn-ea"/>
                          <a:cs typeface="Arial" panose="020B0604020202020204" pitchFamily="34" charset="0"/>
                        </a:rPr>
                        <a:t>from the first year of income generation; in combination with a </a:t>
                      </a:r>
                    </a:p>
                    <a:p>
                      <a:pPr marL="628650" marR="0" lvl="2" indent="-171450" algn="l" defTabSz="844083" rtl="0" eaLnBrk="1" fontAlgn="auto" latinLnBrk="0" hangingPunct="1">
                        <a:lnSpc>
                          <a:spcPct val="100000"/>
                        </a:lnSpc>
                        <a:spcBef>
                          <a:spcPts val="0"/>
                        </a:spcBef>
                        <a:spcAft>
                          <a:spcPts val="600"/>
                        </a:spcAft>
                        <a:buClrTx/>
                        <a:buSzPct val="100000"/>
                        <a:buFont typeface="Wingdings" panose="05000000000000000000" pitchFamily="2" charset="2"/>
                        <a:buChar char="ü"/>
                        <a:tabLst/>
                        <a:defRPr/>
                      </a:pPr>
                      <a:r>
                        <a:rPr lang="en-SG" altLang="ja-JP" sz="900" b="0" i="0" strike="noStrike" kern="0">
                          <a:solidFill>
                            <a:schemeClr val="tx1"/>
                          </a:solidFill>
                          <a:latin typeface="+mn-lt"/>
                          <a:ea typeface="+mn-ea"/>
                          <a:cs typeface="Arial" panose="020B0604020202020204" pitchFamily="34" charset="0"/>
                        </a:rPr>
                        <a:t>CIT tax rebate: for the first </a:t>
                      </a:r>
                      <a:r>
                        <a:rPr lang="en-SG" altLang="ja-JP" sz="900" b="1" i="0" strike="noStrike" kern="0">
                          <a:solidFill>
                            <a:schemeClr val="tx1"/>
                          </a:solidFill>
                          <a:latin typeface="+mn-lt"/>
                          <a:ea typeface="+mn-ea"/>
                          <a:cs typeface="Arial" panose="020B0604020202020204" pitchFamily="34" charset="0"/>
                        </a:rPr>
                        <a:t>4 years </a:t>
                      </a:r>
                      <a:r>
                        <a:rPr lang="en-SG" altLang="ja-JP" sz="900" b="0" i="0" strike="noStrike" kern="0">
                          <a:solidFill>
                            <a:schemeClr val="tx1"/>
                          </a:solidFill>
                          <a:latin typeface="+mn-lt"/>
                          <a:ea typeface="+mn-ea"/>
                          <a:cs typeface="Arial" panose="020B0604020202020204" pitchFamily="34" charset="0"/>
                        </a:rPr>
                        <a:t>(from the 1</a:t>
                      </a:r>
                      <a:r>
                        <a:rPr lang="en-SG" altLang="ja-JP" sz="900" b="0" i="0" strike="noStrike" kern="0" baseline="30000">
                          <a:solidFill>
                            <a:schemeClr val="tx1"/>
                          </a:solidFill>
                          <a:latin typeface="+mn-lt"/>
                          <a:ea typeface="+mn-ea"/>
                          <a:cs typeface="Arial" panose="020B0604020202020204" pitchFamily="34" charset="0"/>
                        </a:rPr>
                        <a:t>st</a:t>
                      </a:r>
                      <a:r>
                        <a:rPr lang="en-SG" altLang="ja-JP" sz="900" b="0" i="0" strike="noStrike" kern="0">
                          <a:solidFill>
                            <a:schemeClr val="tx1"/>
                          </a:solidFill>
                          <a:latin typeface="+mn-lt"/>
                          <a:ea typeface="+mn-ea"/>
                          <a:cs typeface="Arial" panose="020B0604020202020204" pitchFamily="34" charset="0"/>
                        </a:rPr>
                        <a:t> years of having taxable income or the 4</a:t>
                      </a:r>
                      <a:r>
                        <a:rPr lang="en-SG" altLang="ja-JP" sz="900" b="0" i="0" strike="noStrike" kern="0" baseline="30000">
                          <a:solidFill>
                            <a:schemeClr val="tx1"/>
                          </a:solidFill>
                          <a:latin typeface="+mn-lt"/>
                          <a:ea typeface="+mn-ea"/>
                          <a:cs typeface="Arial" panose="020B0604020202020204" pitchFamily="34" charset="0"/>
                        </a:rPr>
                        <a:t>th</a:t>
                      </a:r>
                      <a:r>
                        <a:rPr lang="en-SG" altLang="ja-JP" sz="900" b="0" i="0" strike="noStrike" kern="0">
                          <a:solidFill>
                            <a:schemeClr val="tx1"/>
                          </a:solidFill>
                          <a:latin typeface="+mn-lt"/>
                          <a:ea typeface="+mn-ea"/>
                          <a:cs typeface="Arial" panose="020B0604020202020204" pitchFamily="34" charset="0"/>
                        </a:rPr>
                        <a:t> years of income generation if the first 3 operating years have no taxable income, whichever is earlier), a tax rebate amounting to 100% of tax payable (i.e. effective tax rate is 0% when combined with the above concessionary tax rate); and thereafter tax rebate amounting to 50% for </a:t>
                      </a:r>
                      <a:r>
                        <a:rPr lang="en-SG" altLang="ja-JP" sz="900" b="1" i="0" strike="noStrike" kern="0">
                          <a:solidFill>
                            <a:schemeClr val="tx1"/>
                          </a:solidFill>
                          <a:latin typeface="+mn-lt"/>
                          <a:ea typeface="+mn-ea"/>
                          <a:cs typeface="Arial" panose="020B0604020202020204" pitchFamily="34" charset="0"/>
                        </a:rPr>
                        <a:t>9 years </a:t>
                      </a:r>
                      <a:r>
                        <a:rPr lang="en-SG" altLang="ja-JP" sz="900" b="0" i="0" strike="noStrike" kern="0">
                          <a:solidFill>
                            <a:schemeClr val="tx1"/>
                          </a:solidFill>
                          <a:latin typeface="+mn-lt"/>
                          <a:ea typeface="+mn-ea"/>
                          <a:cs typeface="Arial" panose="020B0604020202020204" pitchFamily="34" charset="0"/>
                        </a:rPr>
                        <a:t>(i.e. effective tax rate is 5% when combined with the above concessionary tax rate).</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indent="-171450" algn="l" defTabSz="844083" rtl="0" eaLnBrk="1" latinLnBrk="0" hangingPunct="1">
                        <a:spcAft>
                          <a:spcPts val="600"/>
                        </a:spcAft>
                        <a:buFont typeface="Arial" panose="020B0604020202020204" pitchFamily="34" charset="0"/>
                        <a:buChar char="•"/>
                      </a:pPr>
                      <a:endParaRPr lang="en-US" sz="900" b="0" i="0" kern="0">
                        <a:solidFill>
                          <a:schemeClr val="tx1"/>
                        </a:solidFill>
                        <a:latin typeface="+mn-lt"/>
                        <a:ea typeface="+mn-ea"/>
                        <a:cs typeface="Arial" panose="020B0604020202020204" pitchFamily="34" charset="0"/>
                      </a:endParaRPr>
                    </a:p>
                  </a:txBody>
                  <a:tcPr marL="54610" marR="54610" marT="54610" marB="54610"/>
                </a:tc>
                <a:extLst>
                  <a:ext uri="{0D108BD9-81ED-4DB2-BD59-A6C34878D82A}">
                    <a16:rowId xmlns:a16="http://schemas.microsoft.com/office/drawing/2014/main" val="3341357361"/>
                  </a:ext>
                </a:extLst>
              </a:tr>
              <a:tr h="0">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en-GB" sz="900" b="1">
                          <a:solidFill>
                            <a:schemeClr val="tx2"/>
                          </a:solidFill>
                          <a:latin typeface="+mn-lt"/>
                        </a:rPr>
                        <a:t>CIT incentive applicable to new investment located </a:t>
                      </a:r>
                      <a:r>
                        <a:rPr lang="en-US" sz="900" b="1">
                          <a:solidFill>
                            <a:schemeClr val="tx2"/>
                          </a:solidFill>
                          <a:latin typeface="+mn-lt"/>
                        </a:rPr>
                        <a:t>within </a:t>
                      </a:r>
                      <a:r>
                        <a:rPr lang="en-US" sz="900" b="1" kern="1200">
                          <a:solidFill>
                            <a:schemeClr val="tx2"/>
                          </a:solidFill>
                          <a:latin typeface="+mn-lt"/>
                          <a:ea typeface="+mn-ea"/>
                          <a:cs typeface="+mn-cs"/>
                        </a:rPr>
                        <a:t>encouraged location (Location criteria)</a:t>
                      </a:r>
                      <a:endParaRPr lang="en-GB" sz="900" b="1" kern="1200">
                        <a:solidFill>
                          <a:schemeClr val="tx2"/>
                        </a:solidFill>
                        <a:latin typeface="+mn-lt"/>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1" indent="-171450" algn="l" defTabSz="844083"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SG" altLang="ja-JP" sz="900" b="0" i="0" strike="noStrike" kern="0">
                          <a:solidFill>
                            <a:schemeClr val="tx1"/>
                          </a:solidFill>
                          <a:latin typeface="+mn-lt"/>
                          <a:ea typeface="+mn-ea"/>
                          <a:cs typeface="Arial" panose="020B0604020202020204" pitchFamily="34" charset="0"/>
                        </a:rPr>
                        <a:t>The Vietnam government encourages investors to invest in certain locations with social and economic difficulties.</a:t>
                      </a:r>
                    </a:p>
                    <a:p>
                      <a:pPr marL="171450" marR="0" lvl="1" indent="-171450" algn="l" defTabSz="844083"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SG" altLang="ja-JP" sz="900" b="0" i="0" strike="noStrike" kern="0">
                          <a:solidFill>
                            <a:schemeClr val="tx1"/>
                          </a:solidFill>
                          <a:latin typeface="+mn-lt"/>
                          <a:ea typeface="+mn-ea"/>
                          <a:cs typeface="Arial" panose="020B0604020202020204" pitchFamily="34" charset="0"/>
                        </a:rPr>
                        <a:t>If </a:t>
                      </a:r>
                      <a:r>
                        <a:rPr lang="en-SG" altLang="ja-JP" sz="900" b="0" i="0" kern="0">
                          <a:solidFill>
                            <a:schemeClr val="tx1"/>
                          </a:solidFill>
                          <a:latin typeface="+mn-lt"/>
                          <a:ea typeface="+mn-ea"/>
                          <a:cs typeface="Arial" panose="020B0604020202020204" pitchFamily="34" charset="0"/>
                        </a:rPr>
                        <a:t>New Investment projects located within economic zones OR areas with extreme </a:t>
                      </a:r>
                      <a:r>
                        <a:rPr lang="en-SG" altLang="ja-JP" sz="900" b="0" i="0" strike="noStrike" kern="0">
                          <a:solidFill>
                            <a:schemeClr val="tx1"/>
                          </a:solidFill>
                          <a:latin typeface="+mn-lt"/>
                          <a:ea typeface="+mn-ea"/>
                          <a:cs typeface="Arial" panose="020B0604020202020204" pitchFamily="34" charset="0"/>
                        </a:rPr>
                        <a:t>social and economic difficulties: same CIT incentives as </a:t>
                      </a:r>
                      <a:r>
                        <a:rPr lang="en-GB" sz="900" b="1" i="0" strike="noStrike" kern="0">
                          <a:solidFill>
                            <a:schemeClr val="tx1"/>
                          </a:solidFill>
                          <a:latin typeface="+mn-lt"/>
                          <a:ea typeface="+mn-ea"/>
                          <a:cs typeface="Arial" panose="020B0604020202020204" pitchFamily="34" charset="0"/>
                        </a:rPr>
                        <a:t>New Investment of  “generating renewable energy” project (Activity criteria)</a:t>
                      </a:r>
                      <a:r>
                        <a:rPr lang="en-GB" sz="900" b="0" i="0" strike="noStrike" kern="0">
                          <a:solidFill>
                            <a:schemeClr val="tx1"/>
                          </a:solidFill>
                          <a:latin typeface="+mn-lt"/>
                          <a:ea typeface="+mn-ea"/>
                          <a:cs typeface="Arial" panose="020B0604020202020204" pitchFamily="34" charset="0"/>
                        </a:rPr>
                        <a:t>.</a:t>
                      </a:r>
                      <a:endParaRPr lang="en-SG" altLang="ja-JP" sz="900" b="0" i="0" strike="noStrike" kern="0">
                        <a:solidFill>
                          <a:schemeClr val="tx1"/>
                        </a:solidFill>
                        <a:latin typeface="+mn-lt"/>
                        <a:ea typeface="+mn-ea"/>
                        <a:cs typeface="Arial" panose="020B0604020202020204" pitchFamily="34" charset="0"/>
                      </a:endParaRPr>
                    </a:p>
                    <a:p>
                      <a:pPr marL="171450" marR="0" lvl="1" indent="-171450" algn="l" defTabSz="844083"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SG" altLang="ja-JP" sz="900" b="0" i="0" strike="noStrike" kern="0">
                          <a:solidFill>
                            <a:schemeClr val="tx1"/>
                          </a:solidFill>
                          <a:latin typeface="+mn-lt"/>
                          <a:ea typeface="+mn-ea"/>
                          <a:cs typeface="Arial" panose="020B0604020202020204" pitchFamily="34" charset="0"/>
                        </a:rPr>
                        <a:t>If </a:t>
                      </a:r>
                      <a:r>
                        <a:rPr lang="en-SG" altLang="ja-JP" sz="900" b="0" i="0" kern="0">
                          <a:solidFill>
                            <a:schemeClr val="tx1"/>
                          </a:solidFill>
                          <a:latin typeface="+mn-lt"/>
                          <a:ea typeface="+mn-ea"/>
                          <a:cs typeface="Arial" panose="020B0604020202020204" pitchFamily="34" charset="0"/>
                        </a:rPr>
                        <a:t>new investment projects located within industrial zones </a:t>
                      </a:r>
                      <a:r>
                        <a:rPr lang="en-US" altLang="ja-JP" sz="900" b="0" i="0" kern="0">
                          <a:solidFill>
                            <a:schemeClr val="tx1"/>
                          </a:solidFill>
                          <a:latin typeface="+mn-lt"/>
                          <a:ea typeface="+mn-ea"/>
                          <a:cs typeface="Arial" panose="020B0604020202020204" pitchFamily="34" charset="0"/>
                        </a:rPr>
                        <a:t>(</a:t>
                      </a:r>
                      <a:r>
                        <a:rPr lang="en-US" altLang="ja-JP" sz="900" b="1" i="0" u="sng" kern="0">
                          <a:solidFill>
                            <a:schemeClr val="tx1"/>
                          </a:solidFill>
                          <a:latin typeface="+mn-lt"/>
                          <a:ea typeface="+mn-ea"/>
                          <a:cs typeface="Arial" panose="020B0604020202020204" pitchFamily="34" charset="0"/>
                        </a:rPr>
                        <a:t>except</a:t>
                      </a:r>
                      <a:r>
                        <a:rPr lang="en-US" altLang="ja-JP" sz="900" b="0" i="0" kern="0">
                          <a:solidFill>
                            <a:schemeClr val="tx1"/>
                          </a:solidFill>
                          <a:latin typeface="+mn-lt"/>
                          <a:ea typeface="+mn-ea"/>
                          <a:cs typeface="Arial" panose="020B0604020202020204" pitchFamily="34" charset="0"/>
                        </a:rPr>
                        <a:t> industrial zones located in socially and economically advantaged areas (i.e. urban districts of (</a:t>
                      </a:r>
                      <a:r>
                        <a:rPr lang="en-US" altLang="ja-JP" sz="900" b="0" i="0" kern="0" err="1">
                          <a:solidFill>
                            <a:schemeClr val="tx1"/>
                          </a:solidFill>
                          <a:latin typeface="+mn-lt"/>
                          <a:ea typeface="+mn-ea"/>
                          <a:cs typeface="Arial" panose="020B0604020202020204" pitchFamily="34" charset="0"/>
                        </a:rPr>
                        <a:t>i</a:t>
                      </a:r>
                      <a:r>
                        <a:rPr lang="en-US" altLang="ja-JP" sz="900" b="0" i="0" kern="0">
                          <a:solidFill>
                            <a:schemeClr val="tx1"/>
                          </a:solidFill>
                          <a:latin typeface="+mn-lt"/>
                          <a:ea typeface="+mn-ea"/>
                          <a:cs typeface="Arial" panose="020B0604020202020204" pitchFamily="34" charset="0"/>
                        </a:rPr>
                        <a:t>) special-class cities or (ii) class I cities)) as following:</a:t>
                      </a:r>
                    </a:p>
                    <a:p>
                      <a:pPr marL="593492" marR="0" lvl="2" indent="-171450" algn="l" defTabSz="844083" rtl="0" eaLnBrk="1" fontAlgn="auto" latinLnBrk="0" hangingPunct="1">
                        <a:lnSpc>
                          <a:spcPct val="100000"/>
                        </a:lnSpc>
                        <a:spcBef>
                          <a:spcPts val="0"/>
                        </a:spcBef>
                        <a:spcAft>
                          <a:spcPts val="600"/>
                        </a:spcAft>
                        <a:buClrTx/>
                        <a:buSzPct val="100000"/>
                        <a:buFont typeface="Wingdings" panose="05000000000000000000" pitchFamily="2" charset="2"/>
                        <a:buChar char="ü"/>
                        <a:tabLst/>
                        <a:defRPr/>
                      </a:pPr>
                      <a:r>
                        <a:rPr lang="en-SG" altLang="ja-JP" sz="900" b="0" i="0" kern="0">
                          <a:solidFill>
                            <a:schemeClr val="tx1"/>
                          </a:solidFill>
                          <a:latin typeface="+mn-lt"/>
                          <a:ea typeface="+mn-ea"/>
                          <a:cs typeface="Arial" panose="020B0604020202020204" pitchFamily="34" charset="0"/>
                        </a:rPr>
                        <a:t>CIT rate: not applicable.</a:t>
                      </a:r>
                    </a:p>
                    <a:p>
                      <a:pPr marL="593492" marR="0" lvl="2" indent="-171450" algn="l" defTabSz="844083" rtl="0" eaLnBrk="1" fontAlgn="auto" latinLnBrk="0" hangingPunct="1">
                        <a:lnSpc>
                          <a:spcPct val="100000"/>
                        </a:lnSpc>
                        <a:spcBef>
                          <a:spcPts val="0"/>
                        </a:spcBef>
                        <a:spcAft>
                          <a:spcPts val="600"/>
                        </a:spcAft>
                        <a:buClrTx/>
                        <a:buSzPct val="100000"/>
                        <a:buFont typeface="Wingdings" panose="05000000000000000000" pitchFamily="2" charset="2"/>
                        <a:buChar char="ü"/>
                        <a:tabLst/>
                        <a:defRPr/>
                      </a:pPr>
                      <a:r>
                        <a:rPr lang="en-SG" altLang="ja-JP" sz="900" b="0" i="0" kern="0">
                          <a:solidFill>
                            <a:schemeClr val="tx1"/>
                          </a:solidFill>
                          <a:latin typeface="+mn-lt"/>
                          <a:ea typeface="+mn-ea"/>
                          <a:cs typeface="Arial" panose="020B0604020202020204" pitchFamily="34" charset="0"/>
                        </a:rPr>
                        <a:t>CIT tax rebate: </a:t>
                      </a:r>
                      <a:r>
                        <a:rPr lang="en-US" altLang="ja-JP" sz="900" b="0" i="0" kern="0">
                          <a:solidFill>
                            <a:schemeClr val="tx1"/>
                          </a:solidFill>
                          <a:latin typeface="+mn-lt"/>
                          <a:ea typeface="+mn-ea"/>
                          <a:cs typeface="Arial" panose="020B0604020202020204" pitchFamily="34" charset="0"/>
                        </a:rPr>
                        <a:t>2 years tax exemption and </a:t>
                      </a:r>
                      <a:r>
                        <a:rPr lang="en-SG" altLang="ja-JP" sz="900" b="0" i="0" kern="0">
                          <a:solidFill>
                            <a:schemeClr val="tx1"/>
                          </a:solidFill>
                          <a:latin typeface="+mn-lt"/>
                          <a:ea typeface="+mn-ea"/>
                          <a:cs typeface="Arial" panose="020B0604020202020204" pitchFamily="34" charset="0"/>
                        </a:rPr>
                        <a:t>thereafter </a:t>
                      </a:r>
                      <a:r>
                        <a:rPr lang="en-US" altLang="ja-JP" sz="900" b="0" i="0" kern="0">
                          <a:solidFill>
                            <a:schemeClr val="tx1"/>
                          </a:solidFill>
                          <a:latin typeface="+mn-lt"/>
                          <a:ea typeface="+mn-ea"/>
                          <a:cs typeface="Arial" panose="020B0604020202020204" pitchFamily="34" charset="0"/>
                        </a:rPr>
                        <a:t>50% tax reduction for the next 4 years (there is no concessionary CIT rate for this case).</a:t>
                      </a:r>
                      <a:endParaRPr lang="en-SG" altLang="ja-JP" sz="900" b="0" i="0" kern="0">
                        <a:solidFill>
                          <a:schemeClr val="tx1"/>
                        </a:solidFill>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extLst>
                  <a:ext uri="{0D108BD9-81ED-4DB2-BD59-A6C34878D82A}">
                    <a16:rowId xmlns:a16="http://schemas.microsoft.com/office/drawing/2014/main" val="142243847"/>
                  </a:ext>
                </a:extLst>
              </a:tr>
            </a:tbl>
          </a:graphicData>
        </a:graphic>
      </p:graphicFrame>
    </p:spTree>
    <p:extLst>
      <p:ext uri="{BB962C8B-B14F-4D97-AF65-F5344CB8AC3E}">
        <p14:creationId xmlns:p14="http://schemas.microsoft.com/office/powerpoint/2010/main" val="1686085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altLang="en-US" sz="4400">
                <a:latin typeface="KPMG Extralight (Headings)"/>
              </a:rPr>
              <a:t>CIT incentive for Expansion Investment Project</a:t>
            </a:r>
            <a:endParaRPr lang="en-GB" sz="4400">
              <a:solidFill>
                <a:schemeClr val="bg1">
                  <a:lumMod val="75000"/>
                </a:schemeClr>
              </a:solidFill>
              <a:latin typeface="KPMG Extralight (Headings)"/>
              <a:ea typeface="+mn-ea"/>
              <a:cs typeface="+mn-cs"/>
            </a:endParaRPr>
          </a:p>
        </p:txBody>
      </p:sp>
      <p:sp>
        <p:nvSpPr>
          <p:cNvPr id="5" name="Text Placeholder 4">
            <a:extLst>
              <a:ext uri="{FF2B5EF4-FFF2-40B4-BE49-F238E27FC236}">
                <a16:creationId xmlns:a16="http://schemas.microsoft.com/office/drawing/2014/main" id="{89A24A22-93AF-4DBA-B801-F2093810DC34}"/>
              </a:ext>
            </a:extLst>
          </p:cNvPr>
          <p:cNvSpPr>
            <a:spLocks noGrp="1"/>
          </p:cNvSpPr>
          <p:nvPr>
            <p:ph type="body" sz="quarter" idx="11"/>
          </p:nvPr>
        </p:nvSpPr>
        <p:spPr/>
        <p:txBody>
          <a:bodyPr/>
          <a:lstStyle/>
          <a:p>
            <a:r>
              <a:rPr lang="en-SG" altLang="en-US"/>
              <a:t>CIT incentive</a:t>
            </a:r>
            <a:endParaRPr lang="en-GB" altLang="en-US" b="0">
              <a:solidFill>
                <a:schemeClr val="bg1">
                  <a:lumMod val="85000"/>
                </a:schemeClr>
              </a:solidFill>
            </a:endParaRPr>
          </a:p>
        </p:txBody>
      </p:sp>
      <p:graphicFrame>
        <p:nvGraphicFramePr>
          <p:cNvPr id="6" name="Table 5">
            <a:extLst>
              <a:ext uri="{FF2B5EF4-FFF2-40B4-BE49-F238E27FC236}">
                <a16:creationId xmlns:a16="http://schemas.microsoft.com/office/drawing/2014/main" id="{6E169B33-C7C6-41FF-AEFA-410732CECDD5}"/>
              </a:ext>
            </a:extLst>
          </p:cNvPr>
          <p:cNvGraphicFramePr>
            <a:graphicFrameLocks noGrp="1"/>
          </p:cNvGraphicFramePr>
          <p:nvPr>
            <p:custDataLst>
              <p:tags r:id="rId1"/>
            </p:custDataLst>
            <p:extLst>
              <p:ext uri="{D42A27DB-BD31-4B8C-83A1-F6EECF244321}">
                <p14:modId xmlns:p14="http://schemas.microsoft.com/office/powerpoint/2010/main" val="3229033948"/>
              </p:ext>
            </p:extLst>
          </p:nvPr>
        </p:nvGraphicFramePr>
        <p:xfrm>
          <a:off x="488950" y="1253687"/>
          <a:ext cx="8591449" cy="4168140"/>
        </p:xfrm>
        <a:graphic>
          <a:graphicData uri="http://schemas.openxmlformats.org/drawingml/2006/table">
            <a:tbl>
              <a:tblPr firstRow="1" bandRow="1">
                <a:tableStyleId>{5C22544A-7EE6-4342-B048-85BDC9FD1C3A}</a:tableStyleId>
              </a:tblPr>
              <a:tblGrid>
                <a:gridCol w="1503771">
                  <a:extLst>
                    <a:ext uri="{9D8B030D-6E8A-4147-A177-3AD203B41FA5}">
                      <a16:colId xmlns:a16="http://schemas.microsoft.com/office/drawing/2014/main" val="20000"/>
                    </a:ext>
                  </a:extLst>
                </a:gridCol>
                <a:gridCol w="3543839">
                  <a:extLst>
                    <a:ext uri="{9D8B030D-6E8A-4147-A177-3AD203B41FA5}">
                      <a16:colId xmlns:a16="http://schemas.microsoft.com/office/drawing/2014/main" val="20001"/>
                    </a:ext>
                  </a:extLst>
                </a:gridCol>
                <a:gridCol w="3543839">
                  <a:extLst>
                    <a:ext uri="{9D8B030D-6E8A-4147-A177-3AD203B41FA5}">
                      <a16:colId xmlns:a16="http://schemas.microsoft.com/office/drawing/2014/main" val="1949421402"/>
                    </a:ext>
                  </a:extLst>
                </a:gridCol>
              </a:tblGrid>
              <a:tr h="0">
                <a:tc>
                  <a:txBody>
                    <a:bodyPr/>
                    <a:lstStyle/>
                    <a:p>
                      <a:r>
                        <a:rPr lang="en-GB" sz="900" b="1">
                          <a:solidFill>
                            <a:schemeClr val="bg1"/>
                          </a:solidFill>
                          <a:latin typeface="+mn-lt"/>
                        </a:rPr>
                        <a:t>Area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solidFill>
                            <a:schemeClr val="bg1"/>
                          </a:solidFill>
                          <a:latin typeface="+mn-lt"/>
                        </a:rPr>
                        <a:t>Tax regulation requirement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a:solidFill>
                          <a:schemeClr val="bg1"/>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a:solidFill>
                            <a:schemeClr val="tx2"/>
                          </a:solidFill>
                          <a:latin typeface="+mn-lt"/>
                        </a:rPr>
                        <a:t>Definition of Expansion Investment Project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b="0" i="0" kern="0" dirty="0">
                          <a:solidFill>
                            <a:schemeClr val="tx1"/>
                          </a:solidFill>
                          <a:latin typeface="+mn-lt"/>
                          <a:ea typeface="+mn-ea"/>
                          <a:cs typeface="Arial" panose="020B0604020202020204" pitchFamily="34" charset="0"/>
                        </a:rPr>
                        <a:t>Under the tax regulations, an EIP is defined as “an investment project for development of a project currently being implemented for the expansion of production scale, increase of capacity and renewal of production technology”.</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b="0" i="0" kern="0" dirty="0">
                          <a:solidFill>
                            <a:schemeClr val="tx1"/>
                          </a:solidFill>
                          <a:latin typeface="+mn-lt"/>
                          <a:ea typeface="+mn-ea"/>
                          <a:cs typeface="Arial" panose="020B0604020202020204" pitchFamily="34" charset="0"/>
                        </a:rPr>
                        <a:t>The EIP must meets either one (or all) of the following conditions:</a:t>
                      </a:r>
                    </a:p>
                    <a:p>
                      <a:pPr marL="628650"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lang="en-US" sz="900" b="0" i="0" kern="0" dirty="0">
                          <a:solidFill>
                            <a:schemeClr val="tx1"/>
                          </a:solidFill>
                          <a:latin typeface="+mn-lt"/>
                          <a:ea typeface="+mn-ea"/>
                          <a:cs typeface="Arial" panose="020B0604020202020204" pitchFamily="34" charset="0"/>
                        </a:rPr>
                        <a:t>The historical cost of fixed assets increased when the project is completed and commissioned is at least VND 20 billion, for EIPs in encouraged sectors or VND10 billion, for EIPs located in geographical areas with difficult or specially difficult socio-economic conditions; or</a:t>
                      </a:r>
                    </a:p>
                    <a:p>
                      <a:pPr marL="628650"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lang="en-US" sz="900" b="0" i="0" kern="0" dirty="0">
                          <a:solidFill>
                            <a:schemeClr val="tx1"/>
                          </a:solidFill>
                          <a:latin typeface="+mn-lt"/>
                          <a:ea typeface="+mn-ea"/>
                          <a:cs typeface="Arial" panose="020B0604020202020204" pitchFamily="34" charset="0"/>
                        </a:rPr>
                        <a:t>Ratio of additional fixed assets over total historical cost of fixed assets before investment is at least 20%; or</a:t>
                      </a:r>
                    </a:p>
                    <a:p>
                      <a:pPr marL="628650"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lang="en-US" sz="900" b="0" i="0" kern="0" dirty="0">
                          <a:solidFill>
                            <a:schemeClr val="tx1"/>
                          </a:solidFill>
                          <a:latin typeface="+mn-lt"/>
                          <a:ea typeface="+mn-ea"/>
                          <a:cs typeface="Arial" panose="020B0604020202020204" pitchFamily="34" charset="0"/>
                        </a:rPr>
                        <a:t>Design capacity of fixed asset increase by at least 20% in comparison the designed capacity stated in the techno-economic study report before investment.</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b="0" i="0" kern="0" dirty="0">
                          <a:solidFill>
                            <a:schemeClr val="tx1"/>
                          </a:solidFill>
                          <a:latin typeface="+mn-lt"/>
                          <a:ea typeface="+mn-ea"/>
                          <a:cs typeface="Arial" panose="020B0604020202020204" pitchFamily="34" charset="0"/>
                        </a:rPr>
                        <a:t>From the regulation perspective, the definition of EIP is both qualitative and qualitative, which lead to subjective interpretation of the tax authority. </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b="0" i="0" kern="0" dirty="0">
                          <a:solidFill>
                            <a:schemeClr val="tx1"/>
                          </a:solidFill>
                          <a:latin typeface="+mn-lt"/>
                          <a:ea typeface="+mn-ea"/>
                          <a:cs typeface="Arial" panose="020B0604020202020204" pitchFamily="34" charset="0"/>
                        </a:rPr>
                        <a:t>In practice, the following factors are usually considered by tax authorities when determining a business entity having an expansion investment project: increase in investment capital, increase in production capacity by additional fixed assets contributing to production, addition of new production lines, product types, increase of business scale, addition of business activities.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34135736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a:solidFill>
                            <a:schemeClr val="tx2"/>
                          </a:solidFill>
                          <a:latin typeface="+mn-lt"/>
                        </a:rPr>
                        <a:t>CIT incentive applicable to EIP</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b="0" i="0" kern="0" dirty="0">
                          <a:solidFill>
                            <a:schemeClr val="tx1"/>
                          </a:solidFill>
                          <a:latin typeface="+mn-lt"/>
                          <a:ea typeface="+mn-ea"/>
                          <a:cs typeface="Arial" panose="020B0604020202020204" pitchFamily="34" charset="0"/>
                        </a:rPr>
                        <a:t>Under current CIT regulations, EIPs will be eligible to elect either of the two CIT incentives packages:</a:t>
                      </a:r>
                    </a:p>
                    <a:p>
                      <a:pPr marL="628650"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lang="en-US" sz="900" b="0" i="0" kern="0" dirty="0">
                          <a:solidFill>
                            <a:schemeClr val="tx1"/>
                          </a:solidFill>
                          <a:latin typeface="+mn-lt"/>
                          <a:ea typeface="+mn-ea"/>
                          <a:cs typeface="Arial" panose="020B0604020202020204" pitchFamily="34" charset="0"/>
                        </a:rPr>
                        <a:t>Option 1:The EIP is entitled to CIT incentives (including preferential tax rate, tax exemption and reduction) granted to the original project (if any) for the remaining period; or</a:t>
                      </a:r>
                    </a:p>
                    <a:p>
                      <a:pPr marL="628650"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lang="en-US" sz="900" b="0" i="0" kern="0" dirty="0">
                          <a:solidFill>
                            <a:schemeClr val="tx1"/>
                          </a:solidFill>
                          <a:latin typeface="+mn-lt"/>
                          <a:ea typeface="+mn-ea"/>
                          <a:cs typeface="Arial" panose="020B0604020202020204" pitchFamily="34" charset="0"/>
                        </a:rPr>
                        <a:t>Option 2:The EIP is entitled to CIT exemption/reduction for the income generated from the expansion investment which is equal to CIT exemption/reduction for another new investment project which is located in the same location and in the same industry (No preferential CIT rate is applicable to this Option).</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b="0" i="0" kern="0" dirty="0">
                          <a:solidFill>
                            <a:schemeClr val="tx1"/>
                          </a:solidFill>
                          <a:latin typeface="+mn-lt"/>
                          <a:ea typeface="+mn-ea"/>
                          <a:cs typeface="Arial" panose="020B0604020202020204" pitchFamily="34" charset="0"/>
                        </a:rPr>
                        <a:t>If an EIP falls under CIT encouraged sectors, or areas stipulated under Decree 218 but not qualify any of three (3) conditions above, such EIP shall only be allowed to choose Option 1: CIT incentives granted to the original project (if any) for the remaining period.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909835442"/>
                  </a:ext>
                </a:extLst>
              </a:tr>
            </a:tbl>
          </a:graphicData>
        </a:graphic>
      </p:graphicFrame>
    </p:spTree>
    <p:extLst>
      <p:ext uri="{BB962C8B-B14F-4D97-AF65-F5344CB8AC3E}">
        <p14:creationId xmlns:p14="http://schemas.microsoft.com/office/powerpoint/2010/main" val="1053419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5991-FF08-47B6-A7D8-CEF2488853AB}"/>
              </a:ext>
            </a:extLst>
          </p:cNvPr>
          <p:cNvSpPr>
            <a:spLocks noGrp="1"/>
          </p:cNvSpPr>
          <p:nvPr>
            <p:ph type="title"/>
          </p:nvPr>
        </p:nvSpPr>
        <p:spPr/>
        <p:txBody>
          <a:bodyPr/>
          <a:lstStyle/>
          <a:p>
            <a:r>
              <a:rPr lang="en-US" sz="4400"/>
              <a:t>Requirement to be entitled to CIT incentive (1/2)</a:t>
            </a:r>
            <a:endParaRPr lang="en-SG" sz="4400"/>
          </a:p>
        </p:txBody>
      </p:sp>
      <p:sp>
        <p:nvSpPr>
          <p:cNvPr id="34" name="Text Placeholder 33">
            <a:extLst>
              <a:ext uri="{FF2B5EF4-FFF2-40B4-BE49-F238E27FC236}">
                <a16:creationId xmlns:a16="http://schemas.microsoft.com/office/drawing/2014/main" id="{8ED39286-103B-4CDA-B433-BB855E77AB67}"/>
              </a:ext>
            </a:extLst>
          </p:cNvPr>
          <p:cNvSpPr>
            <a:spLocks noGrp="1"/>
          </p:cNvSpPr>
          <p:nvPr>
            <p:ph type="body" sz="quarter" idx="11"/>
          </p:nvPr>
        </p:nvSpPr>
        <p:spPr/>
        <p:txBody>
          <a:bodyPr/>
          <a:lstStyle/>
          <a:p>
            <a:r>
              <a:rPr lang="en-SG" altLang="en-US"/>
              <a:t>CIT incentive</a:t>
            </a:r>
            <a:endParaRPr lang="en-GB" altLang="en-US" b="0">
              <a:solidFill>
                <a:schemeClr val="bg1">
                  <a:lumMod val="85000"/>
                </a:schemeClr>
              </a:solidFill>
            </a:endParaRPr>
          </a:p>
        </p:txBody>
      </p:sp>
      <p:graphicFrame>
        <p:nvGraphicFramePr>
          <p:cNvPr id="4" name="Table 3">
            <a:extLst>
              <a:ext uri="{FF2B5EF4-FFF2-40B4-BE49-F238E27FC236}">
                <a16:creationId xmlns:a16="http://schemas.microsoft.com/office/drawing/2014/main" id="{E49568F6-D85A-41DB-930C-78975A9CAAF5}"/>
              </a:ext>
            </a:extLst>
          </p:cNvPr>
          <p:cNvGraphicFramePr>
            <a:graphicFrameLocks noGrp="1"/>
          </p:cNvGraphicFramePr>
          <p:nvPr>
            <p:custDataLst>
              <p:tags r:id="rId1"/>
            </p:custDataLst>
            <p:extLst>
              <p:ext uri="{D42A27DB-BD31-4B8C-83A1-F6EECF244321}">
                <p14:modId xmlns:p14="http://schemas.microsoft.com/office/powerpoint/2010/main" val="4022615908"/>
              </p:ext>
            </p:extLst>
          </p:nvPr>
        </p:nvGraphicFramePr>
        <p:xfrm>
          <a:off x="488950" y="1253687"/>
          <a:ext cx="8591450" cy="3302000"/>
        </p:xfrm>
        <a:graphic>
          <a:graphicData uri="http://schemas.openxmlformats.org/drawingml/2006/table">
            <a:tbl>
              <a:tblPr firstRow="1" bandRow="1">
                <a:tableStyleId>{5C22544A-7EE6-4342-B048-85BDC9FD1C3A}</a:tableStyleId>
              </a:tblPr>
              <a:tblGrid>
                <a:gridCol w="2049953">
                  <a:extLst>
                    <a:ext uri="{9D8B030D-6E8A-4147-A177-3AD203B41FA5}">
                      <a16:colId xmlns:a16="http://schemas.microsoft.com/office/drawing/2014/main" val="20000"/>
                    </a:ext>
                  </a:extLst>
                </a:gridCol>
                <a:gridCol w="6541497">
                  <a:extLst>
                    <a:ext uri="{9D8B030D-6E8A-4147-A177-3AD203B41FA5}">
                      <a16:colId xmlns:a16="http://schemas.microsoft.com/office/drawing/2014/main" val="20001"/>
                    </a:ext>
                  </a:extLst>
                </a:gridCol>
              </a:tblGrid>
              <a:tr h="236135">
                <a:tc>
                  <a:txBody>
                    <a:bodyPr/>
                    <a:lstStyle/>
                    <a:p>
                      <a:r>
                        <a:rPr lang="en-GB" sz="900" b="1" dirty="0">
                          <a:solidFill>
                            <a:schemeClr val="bg1"/>
                          </a:solidFill>
                          <a:latin typeface="+mn-lt"/>
                        </a:rPr>
                        <a:t>Criteria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solidFill>
                            <a:schemeClr val="bg1"/>
                          </a:solidFill>
                          <a:latin typeface="+mn-lt"/>
                        </a:rPr>
                        <a:t>Regulation requirement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gridSpan="2">
                  <a:txBody>
                    <a:bodyPr/>
                    <a:lstStyle/>
                    <a:p>
                      <a:r>
                        <a:rPr lang="en-US" sz="900" b="1">
                          <a:solidFill>
                            <a:schemeClr val="tx2"/>
                          </a:solidFill>
                          <a:latin typeface="+mn-lt"/>
                        </a:rPr>
                        <a:t>Tax regulations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900" b="0" i="0" u="none" strike="noStrike" kern="0" cap="none" spc="0" normalizeH="0" baseline="0" noProof="0">
                        <a:ln>
                          <a:noFill/>
                        </a:ln>
                        <a:solidFill>
                          <a:srgbClr val="000000"/>
                        </a:solidFill>
                        <a:effectLst/>
                        <a:uLnTx/>
                        <a:uFillTx/>
                        <a:latin typeface="Arial"/>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6000882"/>
                  </a:ext>
                </a:extLst>
              </a:tr>
              <a:tr h="0">
                <a:tc>
                  <a:txBody>
                    <a:bodyPr/>
                    <a:lstStyle/>
                    <a:p>
                      <a:pPr marL="171450" lvl="0" indent="-171450">
                        <a:buFont typeface="Wingdings" panose="05000000000000000000" pitchFamily="2" charset="2"/>
                        <a:buChar char="§"/>
                      </a:pPr>
                      <a:r>
                        <a:rPr lang="en-GB" sz="900" b="0">
                          <a:solidFill>
                            <a:schemeClr val="tx2"/>
                          </a:solidFill>
                          <a:latin typeface="+mn-lt"/>
                        </a:rPr>
                        <a:t>Tax and accounting compliance requirement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The project company applies and maintain VAS accounting system;</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The project company declares and pays CIT under deduction method;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6216043"/>
                  </a:ext>
                </a:extLst>
              </a:tr>
              <a:tr h="0">
                <a:tc>
                  <a:txBody>
                    <a:bodyPr/>
                    <a:lstStyle/>
                    <a:p>
                      <a:pPr marL="171450" lvl="0" indent="-171450">
                        <a:buFont typeface="Wingdings" panose="05000000000000000000" pitchFamily="2" charset="2"/>
                        <a:buChar char="§"/>
                      </a:pPr>
                      <a:r>
                        <a:rPr lang="en-US" sz="900" b="0" dirty="0">
                          <a:solidFill>
                            <a:schemeClr val="tx2"/>
                          </a:solidFill>
                          <a:latin typeface="+mn-lt"/>
                        </a:rPr>
                        <a:t>Investment certificate and tax incentive analysis in the cases of The Company</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The Company’s IRC must clearly indicate either (</a:t>
                      </a:r>
                      <a:r>
                        <a:rPr kumimoji="0" lang="en-US" sz="900" b="0" i="0" u="none" strike="noStrike" kern="0" cap="none" spc="0" normalizeH="0" baseline="0" noProof="0" dirty="0" err="1">
                          <a:ln>
                            <a:noFill/>
                          </a:ln>
                          <a:solidFill>
                            <a:srgbClr val="000000"/>
                          </a:solidFill>
                          <a:effectLst/>
                          <a:uLnTx/>
                          <a:uFillTx/>
                          <a:latin typeface="+mn-lt"/>
                          <a:ea typeface="+mn-ea"/>
                          <a:cs typeface="Arial" panose="020B0604020202020204" pitchFamily="34" charset="0"/>
                        </a:rPr>
                        <a:t>i</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the “generating renewable energy” activity </a:t>
                      </a:r>
                      <a:r>
                        <a:rPr lang="en-US" altLang="ja-JP" sz="900" dirty="0">
                          <a:solidFill>
                            <a:schemeClr val="tx1"/>
                          </a:solidFill>
                        </a:rPr>
                        <a:t>(i.e.3511) AND/</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OR (ii) located in encouraged location such as industrial zones.</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As noted in Background section, there are 3 scenarios that may happen:</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1: (</a:t>
                      </a:r>
                      <a:r>
                        <a:rPr kumimoji="0" lang="en-US" sz="900" b="0" i="0" u="none" strike="noStrike" kern="0" cap="none" spc="0" normalizeH="0" baseline="0" noProof="0" dirty="0" err="1">
                          <a:ln>
                            <a:noFill/>
                          </a:ln>
                          <a:solidFill>
                            <a:srgbClr val="000000"/>
                          </a:solidFill>
                          <a:effectLst/>
                          <a:uLnTx/>
                          <a:uFillTx/>
                          <a:latin typeface="+mn-lt"/>
                          <a:ea typeface="+mn-ea"/>
                          <a:cs typeface="Arial" panose="020B0604020202020204" pitchFamily="34" charset="0"/>
                        </a:rPr>
                        <a:t>i</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The Company will only be able to amend the current IRC at company level and (ii) there will be no sub – IRC at project level. It is unclear whether:</a:t>
                      </a:r>
                    </a:p>
                    <a:p>
                      <a:pPr marL="1050691" marR="0" lvl="2"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the 1</a:t>
                      </a:r>
                      <a:r>
                        <a:rPr kumimoji="0" lang="en-US" sz="900" b="0" i="0" u="none" strike="noStrike" kern="0" cap="none" spc="0" normalizeH="0" baseline="30000" noProof="0" dirty="0">
                          <a:ln>
                            <a:noFill/>
                          </a:ln>
                          <a:solidFill>
                            <a:srgbClr val="000000"/>
                          </a:solidFill>
                          <a:effectLst/>
                          <a:uLnTx/>
                          <a:uFillTx/>
                          <a:latin typeface="+mn-lt"/>
                          <a:ea typeface="+mn-ea"/>
                          <a:cs typeface="Arial" panose="020B0604020202020204" pitchFamily="34" charset="0"/>
                        </a:rPr>
                        <a:t>st</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 2</a:t>
                      </a:r>
                      <a:r>
                        <a:rPr kumimoji="0" lang="en-US" sz="900" b="0" i="0" u="none" strike="noStrike" kern="0" cap="none" spc="0" normalizeH="0" baseline="30000" noProof="0" dirty="0">
                          <a:ln>
                            <a:noFill/>
                          </a:ln>
                          <a:solidFill>
                            <a:srgbClr val="000000"/>
                          </a:solidFill>
                          <a:effectLst/>
                          <a:uLnTx/>
                          <a:uFillTx/>
                          <a:latin typeface="+mn-lt"/>
                          <a:ea typeface="+mn-ea"/>
                          <a:cs typeface="Arial" panose="020B0604020202020204" pitchFamily="34" charset="0"/>
                        </a:rPr>
                        <a:t>nd</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and onward power generation projects will be considered as NIP or EIP:</a:t>
                      </a:r>
                    </a:p>
                    <a:p>
                      <a:pPr marL="1050691" marR="0" lvl="2"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which date will be considered as income generation date to count CIT incentive for the 1</a:t>
                      </a:r>
                      <a:r>
                        <a:rPr kumimoji="0" lang="en-US" sz="900" b="0" i="0" u="none" strike="noStrike" kern="0" cap="none" spc="0" normalizeH="0" baseline="30000" noProof="0" dirty="0">
                          <a:ln>
                            <a:noFill/>
                          </a:ln>
                          <a:solidFill>
                            <a:srgbClr val="000000"/>
                          </a:solidFill>
                          <a:effectLst/>
                          <a:uLnTx/>
                          <a:uFillTx/>
                          <a:latin typeface="+mn-lt"/>
                          <a:ea typeface="+mn-ea"/>
                          <a:cs typeface="Arial" panose="020B0604020202020204" pitchFamily="34" charset="0"/>
                        </a:rPr>
                        <a:t>st</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power generation project, as company IRC has other business activities that are not entitled to any CIT incentive;</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2: (</a:t>
                      </a:r>
                      <a:r>
                        <a:rPr kumimoji="0" lang="en-US" sz="900" b="0" i="0" u="none" strike="noStrike" kern="0" cap="none" spc="0" normalizeH="0" baseline="0" noProof="0" dirty="0" err="1">
                          <a:ln>
                            <a:noFill/>
                          </a:ln>
                          <a:solidFill>
                            <a:srgbClr val="000000"/>
                          </a:solidFill>
                          <a:effectLst/>
                          <a:uLnTx/>
                          <a:uFillTx/>
                          <a:latin typeface="+mn-lt"/>
                          <a:ea typeface="+mn-ea"/>
                          <a:cs typeface="Arial" panose="020B0604020202020204" pitchFamily="34" charset="0"/>
                        </a:rPr>
                        <a:t>i</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The Company will be able to amend the current IRC at company level and (ii) there will be multiple sub – IRC at project level </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sym typeface="Wingdings" panose="05000000000000000000" pitchFamily="2" charset="2"/>
                        </a:rPr>
                        <a:t></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different CIT incentives may be entitled/embedded to each sub – IRC, assuming sub – IRC only focus on renewable power generation business and/or located in encouraged location.</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3: The Company will not be able to amend the current IRC at company level and (ii) there will not be multiple sub – IRC at project level </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sym typeface="Wingdings" panose="05000000000000000000" pitchFamily="2" charset="2"/>
                        </a:rPr>
                        <a:t></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The Company will not be entitled to any CIT incentives.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18421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5991-FF08-47B6-A7D8-CEF2488853AB}"/>
              </a:ext>
            </a:extLst>
          </p:cNvPr>
          <p:cNvSpPr>
            <a:spLocks noGrp="1"/>
          </p:cNvSpPr>
          <p:nvPr>
            <p:ph type="title"/>
          </p:nvPr>
        </p:nvSpPr>
        <p:spPr/>
        <p:txBody>
          <a:bodyPr/>
          <a:lstStyle/>
          <a:p>
            <a:r>
              <a:rPr lang="en-US" sz="4400"/>
              <a:t>Requirement to be entitled to CIT incentive (2/2)</a:t>
            </a:r>
            <a:endParaRPr lang="en-SG" sz="4400"/>
          </a:p>
        </p:txBody>
      </p:sp>
      <p:sp>
        <p:nvSpPr>
          <p:cNvPr id="34" name="Text Placeholder 33">
            <a:extLst>
              <a:ext uri="{FF2B5EF4-FFF2-40B4-BE49-F238E27FC236}">
                <a16:creationId xmlns:a16="http://schemas.microsoft.com/office/drawing/2014/main" id="{8ED39286-103B-4CDA-B433-BB855E77AB67}"/>
              </a:ext>
            </a:extLst>
          </p:cNvPr>
          <p:cNvSpPr>
            <a:spLocks noGrp="1"/>
          </p:cNvSpPr>
          <p:nvPr>
            <p:ph type="body" sz="quarter" idx="11"/>
          </p:nvPr>
        </p:nvSpPr>
        <p:spPr/>
        <p:txBody>
          <a:bodyPr/>
          <a:lstStyle/>
          <a:p>
            <a:r>
              <a:rPr lang="en-SG" altLang="en-US"/>
              <a:t>CIT incentive</a:t>
            </a:r>
            <a:endParaRPr lang="en-GB" altLang="en-US" b="0">
              <a:solidFill>
                <a:schemeClr val="bg1">
                  <a:lumMod val="85000"/>
                </a:schemeClr>
              </a:solidFill>
            </a:endParaRPr>
          </a:p>
        </p:txBody>
      </p:sp>
      <p:graphicFrame>
        <p:nvGraphicFramePr>
          <p:cNvPr id="4" name="Table 3">
            <a:extLst>
              <a:ext uri="{FF2B5EF4-FFF2-40B4-BE49-F238E27FC236}">
                <a16:creationId xmlns:a16="http://schemas.microsoft.com/office/drawing/2014/main" id="{E49568F6-D85A-41DB-930C-78975A9CAAF5}"/>
              </a:ext>
            </a:extLst>
          </p:cNvPr>
          <p:cNvGraphicFramePr>
            <a:graphicFrameLocks noGrp="1"/>
          </p:cNvGraphicFramePr>
          <p:nvPr>
            <p:custDataLst>
              <p:tags r:id="rId1"/>
            </p:custDataLst>
            <p:extLst>
              <p:ext uri="{D42A27DB-BD31-4B8C-83A1-F6EECF244321}">
                <p14:modId xmlns:p14="http://schemas.microsoft.com/office/powerpoint/2010/main" val="2498316152"/>
              </p:ext>
            </p:extLst>
          </p:nvPr>
        </p:nvGraphicFramePr>
        <p:xfrm>
          <a:off x="488950" y="1253687"/>
          <a:ext cx="8591451" cy="5138420"/>
        </p:xfrm>
        <a:graphic>
          <a:graphicData uri="http://schemas.openxmlformats.org/drawingml/2006/table">
            <a:tbl>
              <a:tblPr firstRow="1" bandRow="1">
                <a:tableStyleId>{5C22544A-7EE6-4342-B048-85BDC9FD1C3A}</a:tableStyleId>
              </a:tblPr>
              <a:tblGrid>
                <a:gridCol w="1503771">
                  <a:extLst>
                    <a:ext uri="{9D8B030D-6E8A-4147-A177-3AD203B41FA5}">
                      <a16:colId xmlns:a16="http://schemas.microsoft.com/office/drawing/2014/main" val="20000"/>
                    </a:ext>
                  </a:extLst>
                </a:gridCol>
                <a:gridCol w="5293450">
                  <a:extLst>
                    <a:ext uri="{9D8B030D-6E8A-4147-A177-3AD203B41FA5}">
                      <a16:colId xmlns:a16="http://schemas.microsoft.com/office/drawing/2014/main" val="20001"/>
                    </a:ext>
                  </a:extLst>
                </a:gridCol>
                <a:gridCol w="1794230">
                  <a:extLst>
                    <a:ext uri="{9D8B030D-6E8A-4147-A177-3AD203B41FA5}">
                      <a16:colId xmlns:a16="http://schemas.microsoft.com/office/drawing/2014/main" val="1225448826"/>
                    </a:ext>
                  </a:extLst>
                </a:gridCol>
              </a:tblGrid>
              <a:tr h="236135">
                <a:tc>
                  <a:txBody>
                    <a:bodyPr/>
                    <a:lstStyle/>
                    <a:p>
                      <a:r>
                        <a:rPr lang="en-GB" sz="900" b="1" dirty="0">
                          <a:solidFill>
                            <a:schemeClr val="bg1"/>
                          </a:solidFill>
                          <a:latin typeface="+mn-lt"/>
                        </a:rPr>
                        <a:t>Criteria</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solidFill>
                            <a:schemeClr val="bg1"/>
                          </a:solidFill>
                          <a:latin typeface="+mn-lt"/>
                        </a:rPr>
                        <a:t>Regulation requirement</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a:solidFill>
                          <a:schemeClr val="bg1"/>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1"/>
                  </a:ext>
                </a:extLst>
              </a:tr>
              <a:tr h="0">
                <a:tc gridSpan="3">
                  <a:txBody>
                    <a:bodyPr/>
                    <a:lstStyle/>
                    <a:p>
                      <a:r>
                        <a:rPr lang="en-GB" sz="900" b="1">
                          <a:solidFill>
                            <a:schemeClr val="tx2"/>
                          </a:solidFill>
                          <a:latin typeface="+mn-lt"/>
                        </a:rPr>
                        <a:t>Licensing regulations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900" b="0" i="0" u="none" strike="noStrike" kern="0" cap="none" spc="0" normalizeH="0" baseline="0" noProof="0">
                        <a:ln>
                          <a:noFill/>
                        </a:ln>
                        <a:solidFill>
                          <a:srgbClr val="000000"/>
                        </a:solidFill>
                        <a:effectLst/>
                        <a:uLnTx/>
                        <a:uFillTx/>
                        <a:latin typeface="Arial"/>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sz="900" b="1">
                        <a:solidFill>
                          <a:schemeClr val="tx2"/>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853328"/>
                  </a:ext>
                </a:extLst>
              </a:tr>
              <a:tr h="0">
                <a:tc>
                  <a:txBody>
                    <a:bodyPr/>
                    <a:lstStyle/>
                    <a:p>
                      <a:pPr marL="171450" lvl="0" indent="-171450">
                        <a:buFont typeface="Wingdings" panose="05000000000000000000" pitchFamily="2" charset="2"/>
                        <a:buChar char="§"/>
                      </a:pPr>
                      <a:r>
                        <a:rPr lang="en-GB" sz="900" b="0">
                          <a:solidFill>
                            <a:schemeClr val="tx2"/>
                          </a:solidFill>
                          <a:latin typeface="+mn-lt"/>
                        </a:rPr>
                        <a:t>Capital contribution</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The project company must contribute capital following scheduled capital injection as stated in the investment application and the IRC.</a:t>
                      </a:r>
                      <a:endParaRPr kumimoji="0" lang="en-GB"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1261105"/>
                  </a:ext>
                </a:extLst>
              </a:tr>
              <a:tr h="0">
                <a:tc>
                  <a:txBody>
                    <a:bodyPr/>
                    <a:lstStyle/>
                    <a:p>
                      <a:pPr marL="171450" lvl="0" indent="-171450">
                        <a:buFont typeface="Wingdings" panose="05000000000000000000" pitchFamily="2" charset="2"/>
                        <a:buChar char="§"/>
                      </a:pPr>
                      <a:r>
                        <a:rPr lang="en-US" sz="900" b="0">
                          <a:solidFill>
                            <a:schemeClr val="tx2"/>
                          </a:solidFill>
                          <a:latin typeface="+mn-lt"/>
                        </a:rPr>
                        <a:t>Approvals and permits</a:t>
                      </a:r>
                      <a:endParaRPr lang="en-GB" sz="900" b="0" kern="1200">
                        <a:solidFill>
                          <a:schemeClr val="tx2"/>
                        </a:solidFill>
                        <a:latin typeface="+mn-lt"/>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In case the Company wants to apply CIT incentive based on Activity (</a:t>
                      </a:r>
                      <a:r>
                        <a:rPr kumimoji="0" lang="en-US" sz="900" b="0" i="0" u="none" strike="noStrike" kern="0" cap="none" spc="0" normalizeH="0" baseline="0" noProof="0" dirty="0" err="1">
                          <a:ln>
                            <a:noFill/>
                          </a:ln>
                          <a:solidFill>
                            <a:srgbClr val="000000"/>
                          </a:solidFill>
                          <a:effectLst/>
                          <a:uLnTx/>
                          <a:uFillTx/>
                          <a:latin typeface="+mn-lt"/>
                          <a:ea typeface="+mn-ea"/>
                          <a:cs typeface="Arial" panose="020B0604020202020204" pitchFamily="34" charset="0"/>
                        </a:rPr>
                        <a:t>i.e</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renewable power generation), as power generation is a conditional business (i.e. a business that requires special approvals and permits), the Company must obtain all relevant licenses and permits. </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The Company is recommended to seek further clarification with legal advisor in this regard.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2047639"/>
                  </a:ext>
                </a:extLst>
              </a:tr>
              <a:tr h="0">
                <a:tc gridSpan="3">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GB" sz="900" b="1">
                          <a:solidFill>
                            <a:schemeClr val="tx2"/>
                          </a:solidFill>
                          <a:latin typeface="+mn-lt"/>
                        </a:rPr>
                        <a:t>Accounting regulations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GB" sz="900" b="1">
                        <a:solidFill>
                          <a:schemeClr val="tx2"/>
                        </a:solidFill>
                        <a:latin typeface="+mn-lt"/>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0694009"/>
                  </a:ext>
                </a:extLst>
              </a:tr>
              <a:tr h="0">
                <a:tc>
                  <a:txBody>
                    <a:bodyPr/>
                    <a:lstStyle/>
                    <a:p>
                      <a:pPr marL="171450" lvl="0" indent="-171450">
                        <a:buFont typeface="Wingdings" panose="05000000000000000000" pitchFamily="2" charset="2"/>
                        <a:buChar char="§"/>
                      </a:pPr>
                      <a:r>
                        <a:rPr lang="en-US" sz="900" b="0" kern="1200">
                          <a:solidFill>
                            <a:schemeClr val="tx2"/>
                          </a:solidFill>
                          <a:latin typeface="+mn-lt"/>
                          <a:ea typeface="+mn-ea"/>
                          <a:cs typeface="+mn-cs"/>
                        </a:rPr>
                        <a:t>Requirements on separate accounting records</a:t>
                      </a:r>
                      <a:endParaRPr lang="en-GB" sz="900" b="0" kern="1200">
                        <a:solidFill>
                          <a:schemeClr val="tx2"/>
                        </a:solidFill>
                        <a:latin typeface="+mn-lt"/>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In case the enterprises having different business activities entitled to different CIT incentive packages (or between different projects entitled to CIT incentives and those are not), such enterprises are required to separately record revenues stream of each incentivized business activity from one another.</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In case the taxpayer entitled to CIT incentives yet unable to separate incomes from ordinary business activities (i.e. no incentives) from those entitled to CIT incentives, CIT regulations provide some common allocation method for the separation:</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Method 1 – Allocation based on expenses ratio;</a:t>
                      </a:r>
                    </a:p>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rPr>
                        <a:t>Method 2 – Allocation based on fixed assets OR Allocation based on the investment in production and business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593491" marR="0" lvl="1" indent="-171450" algn="l" defTabSz="844083" rtl="0" eaLnBrk="1" fontAlgn="auto" latinLnBrk="0" hangingPunct="1">
                        <a:lnSpc>
                          <a:spcPct val="100000"/>
                        </a:lnSpc>
                        <a:spcBef>
                          <a:spcPts val="0"/>
                        </a:spcBef>
                        <a:spcAft>
                          <a:spcPts val="600"/>
                        </a:spcAft>
                        <a:buClrTx/>
                        <a:buSzTx/>
                        <a:buFont typeface="Wingdings" panose="05000000000000000000" pitchFamily="2" charset="2"/>
                        <a:buChar char="ü"/>
                        <a:tabLst/>
                        <a:defRPr/>
                      </a:pPr>
                      <a:endPar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03088858"/>
                  </a:ext>
                </a:extLst>
              </a:tr>
              <a:tr h="0">
                <a:tc gridSpan="3">
                  <a:txBody>
                    <a:bodyPr/>
                    <a:lstStyle/>
                    <a:p>
                      <a:pPr marL="0" lvl="0" indent="0">
                        <a:buFont typeface="Wingdings" panose="05000000000000000000" pitchFamily="2" charset="2"/>
                        <a:buNone/>
                      </a:pPr>
                      <a:r>
                        <a:rPr lang="en-GB" sz="900" b="1" dirty="0">
                          <a:solidFill>
                            <a:schemeClr val="tx2"/>
                          </a:solidFill>
                          <a:latin typeface="+mn-lt"/>
                        </a:rPr>
                        <a:t>Conclusion</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All requirements are equally important. Failure to comply with any requirement will be resulted in rejection of CIT incentive. All requirements must also be maintained throughout the project investment and implication phase. </a:t>
                      </a: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It is worth highlighting that CIT incentive regulations have been subject to continuous modification and some of the rules are notably vague. Accordingly, the tax regulations can be subject to different interpretations by provincial tax authorities resulting in inconsistent application. </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Taxpayers must self-assess the applicability of CIT incentives to their activities in accordance with current tax regulations. Normally, tax authorities will perform tax audit at the taxpayer’s premise after 3-5 operation years. In case taxpayers would like to receive tax authorities’ opinion on CIT incentive application, official ruling is highly recommended.</a:t>
                      </a:r>
                      <a:endParaRPr kumimoji="0" lang="en-US" sz="900" b="0" i="0" u="none" strike="noStrike" kern="0" cap="none" spc="0" normalizeH="0" baseline="0" noProof="0" dirty="0">
                        <a:ln>
                          <a:noFill/>
                        </a:ln>
                        <a:solidFill>
                          <a:schemeClr val="tx1"/>
                        </a:solidFill>
                        <a:effectLst/>
                        <a:uLnTx/>
                        <a:uFillTx/>
                        <a:latin typeface="+mn-lt"/>
                        <a:ea typeface="+mn-ea"/>
                        <a:cs typeface="Arial" panose="020B0604020202020204" pitchFamily="34" charset="0"/>
                      </a:endParaRP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chemeClr val="tx1"/>
                          </a:solidFill>
                          <a:effectLst/>
                          <a:uLnTx/>
                          <a:uFillTx/>
                          <a:latin typeface="+mn-lt"/>
                          <a:ea typeface="+mn-ea"/>
                          <a:cs typeface="Arial" panose="020B0604020202020204" pitchFamily="34" charset="0"/>
                        </a:rPr>
                        <a:t>Based on the above assessment, </a:t>
                      </a:r>
                      <a:r>
                        <a:rPr kumimoji="0" lang="en-US" sz="900" b="1" i="0" u="none" strike="noStrike" kern="0" cap="none" spc="0" normalizeH="0" baseline="0" noProof="0" dirty="0">
                          <a:ln>
                            <a:noFill/>
                          </a:ln>
                          <a:solidFill>
                            <a:schemeClr val="tx1"/>
                          </a:solidFill>
                          <a:effectLst/>
                          <a:uLnTx/>
                          <a:uFillTx/>
                          <a:latin typeface="+mn-lt"/>
                          <a:ea typeface="+mn-ea"/>
                          <a:cs typeface="Arial" panose="020B0604020202020204" pitchFamily="34" charset="0"/>
                        </a:rPr>
                        <a:t>Scenario 2</a:t>
                      </a:r>
                      <a:r>
                        <a:rPr kumimoji="0" lang="en-US" sz="900" b="0" i="0" u="none" strike="noStrike" kern="0" cap="none" spc="0" normalizeH="0" baseline="0" noProof="0" dirty="0">
                          <a:ln>
                            <a:noFill/>
                          </a:ln>
                          <a:solidFill>
                            <a:schemeClr val="tx1"/>
                          </a:solidFill>
                          <a:effectLst/>
                          <a:uLnTx/>
                          <a:uFillTx/>
                          <a:latin typeface="+mn-lt"/>
                          <a:ea typeface="+mn-ea"/>
                          <a:cs typeface="Arial" panose="020B0604020202020204" pitchFamily="34" charset="0"/>
                        </a:rPr>
                        <a:t> appears to be the most favorable option where CIT incentive can be clearly applied, assuming sub – IRC only focus on renewable power generation business and/or located in encouraged location. There should be no CIT incentive available for </a:t>
                      </a:r>
                      <a:r>
                        <a:rPr kumimoji="0" lang="en-US" sz="900" b="1" i="0" u="none" strike="noStrike" kern="0" cap="none" spc="0" normalizeH="0" baseline="0" noProof="0" dirty="0">
                          <a:ln>
                            <a:noFill/>
                          </a:ln>
                          <a:solidFill>
                            <a:schemeClr val="tx1"/>
                          </a:solidFill>
                          <a:effectLst/>
                          <a:uLnTx/>
                          <a:uFillTx/>
                          <a:latin typeface="+mn-lt"/>
                          <a:ea typeface="+mn-ea"/>
                          <a:cs typeface="Arial" panose="020B0604020202020204" pitchFamily="34" charset="0"/>
                        </a:rPr>
                        <a:t>Scenario 3 </a:t>
                      </a:r>
                      <a:r>
                        <a:rPr kumimoji="0" lang="en-US" sz="900" b="0" i="0" u="none" strike="noStrike" kern="0" cap="none" spc="0" normalizeH="0" baseline="0" noProof="0" dirty="0">
                          <a:ln>
                            <a:noFill/>
                          </a:ln>
                          <a:solidFill>
                            <a:schemeClr val="tx1"/>
                          </a:solidFill>
                          <a:effectLst/>
                          <a:uLnTx/>
                          <a:uFillTx/>
                          <a:latin typeface="+mn-lt"/>
                          <a:ea typeface="+mn-ea"/>
                          <a:cs typeface="Arial" panose="020B0604020202020204" pitchFamily="34" charset="0"/>
                        </a:rPr>
                        <a:t>while there is uncertainty on the incentives for </a:t>
                      </a:r>
                      <a:r>
                        <a:rPr kumimoji="0" lang="en-US" sz="900" b="1" i="0" u="none" strike="noStrike" kern="0" cap="none" spc="0" normalizeH="0" baseline="0" noProof="0" dirty="0">
                          <a:ln>
                            <a:noFill/>
                          </a:ln>
                          <a:solidFill>
                            <a:schemeClr val="tx1"/>
                          </a:solidFill>
                          <a:effectLst/>
                          <a:uLnTx/>
                          <a:uFillTx/>
                          <a:latin typeface="+mn-lt"/>
                          <a:ea typeface="+mn-ea"/>
                          <a:cs typeface="Arial" panose="020B0604020202020204" pitchFamily="34" charset="0"/>
                        </a:rPr>
                        <a:t>Scenario 1 </a:t>
                      </a:r>
                      <a:r>
                        <a:rPr kumimoji="0" lang="en-US" sz="900" b="0" i="0" u="none" strike="noStrike" kern="0" cap="none" spc="0" normalizeH="0" baseline="0" noProof="0" dirty="0">
                          <a:ln>
                            <a:noFill/>
                          </a:ln>
                          <a:solidFill>
                            <a:schemeClr val="tx1"/>
                          </a:solidFill>
                          <a:effectLst/>
                          <a:uLnTx/>
                          <a:uFillTx/>
                          <a:latin typeface="+mn-lt"/>
                          <a:ea typeface="+mn-ea"/>
                          <a:cs typeface="Arial" panose="020B0604020202020204" pitchFamily="34" charset="0"/>
                        </a:rPr>
                        <a:t>. </a:t>
                      </a:r>
                    </a:p>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Given the above, The Company may consider to either (</a:t>
                      </a:r>
                      <a:r>
                        <a:rPr kumimoji="0" lang="en-GB" sz="900" b="0" i="0" u="none" strike="noStrike" kern="0" cap="none" spc="0" normalizeH="0" baseline="0" noProof="0" dirty="0" err="1">
                          <a:ln>
                            <a:noFill/>
                          </a:ln>
                          <a:solidFill>
                            <a:srgbClr val="000000"/>
                          </a:solidFill>
                          <a:effectLst/>
                          <a:uLnTx/>
                          <a:uFillTx/>
                          <a:latin typeface="+mn-lt"/>
                          <a:ea typeface="+mn-ea"/>
                          <a:cs typeface="Arial" panose="020B0604020202020204" pitchFamily="34" charset="0"/>
                        </a:rPr>
                        <a:t>i</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pursue </a:t>
                      </a:r>
                      <a:r>
                        <a:rPr kumimoji="0" lang="en-GB" sz="9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2</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or (ii) if only </a:t>
                      </a:r>
                      <a:r>
                        <a:rPr kumimoji="0" lang="en-GB" sz="9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Scenario 1</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is available, written CIT incentive confirm (for 1</a:t>
                      </a:r>
                      <a:r>
                        <a:rPr kumimoji="0" lang="en-GB" sz="900" b="0" i="0" u="none" strike="noStrike" kern="0" cap="none" spc="0" normalizeH="0" baseline="30000" noProof="0" dirty="0">
                          <a:ln>
                            <a:noFill/>
                          </a:ln>
                          <a:solidFill>
                            <a:srgbClr val="000000"/>
                          </a:solidFill>
                          <a:effectLst/>
                          <a:uLnTx/>
                          <a:uFillTx/>
                          <a:latin typeface="+mn-lt"/>
                          <a:ea typeface="+mn-ea"/>
                          <a:cs typeface="Arial" panose="020B0604020202020204" pitchFamily="34" charset="0"/>
                        </a:rPr>
                        <a:t>st</a:t>
                      </a:r>
                      <a:r>
                        <a:rPr kumimoji="0" lang="en-GB" sz="900" b="0" i="0" u="none" strike="noStrike" kern="0" cap="none" spc="0" normalizeH="0" baseline="0" noProof="0" dirty="0">
                          <a:ln>
                            <a:noFill/>
                          </a:ln>
                          <a:solidFill>
                            <a:srgbClr val="000000"/>
                          </a:solidFill>
                          <a:effectLst/>
                          <a:uLnTx/>
                          <a:uFillTx/>
                          <a:latin typeface="+mn-lt"/>
                          <a:ea typeface="+mn-ea"/>
                          <a:cs typeface="Arial" panose="020B0604020202020204" pitchFamily="34" charset="0"/>
                        </a:rPr>
                        <a:t> and subsequent power projects) with tax authorities is strongly advised.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defTabSz="844083"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00000"/>
                        </a:solidFill>
                        <a:effectLst/>
                        <a:uLnTx/>
                        <a:uFillTx/>
                        <a:latin typeface="+mn-lt"/>
                        <a:ea typeface="+mn-ea"/>
                        <a:cs typeface="Arial" panose="020B0604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5854936"/>
                  </a:ext>
                </a:extLst>
              </a:tr>
            </a:tbl>
          </a:graphicData>
        </a:graphic>
      </p:graphicFrame>
    </p:spTree>
    <p:extLst>
      <p:ext uri="{BB962C8B-B14F-4D97-AF65-F5344CB8AC3E}">
        <p14:creationId xmlns:p14="http://schemas.microsoft.com/office/powerpoint/2010/main" val="1089345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a:t>Appendix</a:t>
            </a:r>
          </a:p>
        </p:txBody>
      </p:sp>
      <p:sp>
        <p:nvSpPr>
          <p:cNvPr id="2" name="Text Placeholder 1">
            <a:extLst>
              <a:ext uri="{FF2B5EF4-FFF2-40B4-BE49-F238E27FC236}">
                <a16:creationId xmlns:a16="http://schemas.microsoft.com/office/drawing/2014/main" id="{AA29971E-9701-4DCC-8157-4ECFF7FA8E90}"/>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3596331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5991-FF08-47B6-A7D8-CEF2488853AB}"/>
              </a:ext>
            </a:extLst>
          </p:cNvPr>
          <p:cNvSpPr>
            <a:spLocks noGrp="1"/>
          </p:cNvSpPr>
          <p:nvPr>
            <p:ph type="title"/>
          </p:nvPr>
        </p:nvSpPr>
        <p:spPr/>
        <p:txBody>
          <a:bodyPr/>
          <a:lstStyle/>
          <a:p>
            <a:r>
              <a:rPr lang="en-US" sz="3600"/>
              <a:t>Sample Vietnam CIT Incentives for “generating renewable energy” project</a:t>
            </a:r>
            <a:endParaRPr lang="en-SG" sz="3600"/>
          </a:p>
        </p:txBody>
      </p:sp>
      <p:sp>
        <p:nvSpPr>
          <p:cNvPr id="34" name="Text Placeholder 33">
            <a:extLst>
              <a:ext uri="{FF2B5EF4-FFF2-40B4-BE49-F238E27FC236}">
                <a16:creationId xmlns:a16="http://schemas.microsoft.com/office/drawing/2014/main" id="{8ED39286-103B-4CDA-B433-BB855E77AB67}"/>
              </a:ext>
            </a:extLst>
          </p:cNvPr>
          <p:cNvSpPr>
            <a:spLocks noGrp="1"/>
          </p:cNvSpPr>
          <p:nvPr>
            <p:ph type="body" sz="quarter" idx="11"/>
          </p:nvPr>
        </p:nvSpPr>
        <p:spPr/>
        <p:txBody>
          <a:bodyPr/>
          <a:lstStyle/>
          <a:p>
            <a:r>
              <a:rPr lang="en-SG" altLang="en-US"/>
              <a:t>Appendix</a:t>
            </a:r>
            <a:endParaRPr lang="en-GB" altLang="en-US" b="0">
              <a:solidFill>
                <a:schemeClr val="bg1">
                  <a:lumMod val="85000"/>
                </a:schemeClr>
              </a:solidFill>
            </a:endParaRPr>
          </a:p>
        </p:txBody>
      </p:sp>
      <p:sp>
        <p:nvSpPr>
          <p:cNvPr id="13" name="Rectangle 12">
            <a:extLst>
              <a:ext uri="{FF2B5EF4-FFF2-40B4-BE49-F238E27FC236}">
                <a16:creationId xmlns:a16="http://schemas.microsoft.com/office/drawing/2014/main" id="{D5624CE0-69B4-4B95-BA0D-A95964D61F13}"/>
              </a:ext>
            </a:extLst>
          </p:cNvPr>
          <p:cNvSpPr/>
          <p:nvPr/>
        </p:nvSpPr>
        <p:spPr>
          <a:xfrm>
            <a:off x="832339" y="3954027"/>
            <a:ext cx="5401873" cy="1295098"/>
          </a:xfrm>
          <a:prstGeom prst="rect">
            <a:avLst/>
          </a:prstGeom>
        </p:spPr>
        <p:txBody>
          <a:bodyPr wrap="square">
            <a:spAutoFit/>
          </a:bodyPr>
          <a:lstStyle/>
          <a:p>
            <a:pPr marL="0" lvl="2" algn="just">
              <a:spcAft>
                <a:spcPts val="554"/>
              </a:spcAft>
              <a:buSzPct val="100000"/>
              <a:defRPr/>
            </a:pPr>
            <a:r>
              <a:rPr kumimoji="1" lang="en-SG" sz="831">
                <a:latin typeface="Arial" pitchFamily="34" charset="0"/>
                <a:ea typeface="ＭＳ Ｐゴシック" pitchFamily="50" charset="-128"/>
                <a:cs typeface="Arial" pitchFamily="34" charset="0"/>
              </a:rPr>
              <a:t>The CIT incentive for “generating renewable energy” provides the following benefits:</a:t>
            </a:r>
          </a:p>
          <a:p>
            <a:pPr marL="633062" lvl="3" indent="-211021" algn="just">
              <a:spcAft>
                <a:spcPts val="554"/>
              </a:spcAft>
              <a:buSzPct val="100000"/>
              <a:buFont typeface="+mj-lt"/>
              <a:buAutoNum type="alphaLcParenR"/>
              <a:defRPr/>
            </a:pPr>
            <a:r>
              <a:rPr kumimoji="1" lang="en-SG" altLang="ja-JP" sz="831">
                <a:latin typeface="Arial" pitchFamily="34" charset="0"/>
                <a:ea typeface="ＭＳ Ｐゴシック" pitchFamily="50" charset="-128"/>
                <a:cs typeface="Arial" pitchFamily="34" charset="0"/>
              </a:rPr>
              <a:t>CIT rate – concessionary tax rate of 10% for 15 years from the </a:t>
            </a:r>
            <a:r>
              <a:rPr kumimoji="1" lang="en-SG" altLang="ja-JP" sz="831" b="1">
                <a:latin typeface="Arial" pitchFamily="34" charset="0"/>
                <a:ea typeface="ＭＳ Ｐゴシック" pitchFamily="50" charset="-128"/>
                <a:cs typeface="Arial" pitchFamily="34" charset="0"/>
              </a:rPr>
              <a:t>first year of income generation</a:t>
            </a:r>
            <a:r>
              <a:rPr kumimoji="1" lang="en-SG" altLang="ja-JP" sz="831">
                <a:latin typeface="Arial" pitchFamily="34" charset="0"/>
                <a:ea typeface="ＭＳ Ｐゴシック" pitchFamily="50" charset="-128"/>
                <a:cs typeface="Arial" pitchFamily="34" charset="0"/>
              </a:rPr>
              <a:t>; </a:t>
            </a:r>
          </a:p>
          <a:p>
            <a:pPr marL="633062" lvl="3" indent="-211021" algn="just">
              <a:spcAft>
                <a:spcPts val="554"/>
              </a:spcAft>
              <a:buSzPct val="100000"/>
              <a:buFont typeface="+mj-lt"/>
              <a:buAutoNum type="alphaLcParenR"/>
              <a:defRPr/>
            </a:pPr>
            <a:r>
              <a:rPr kumimoji="1" lang="en-SG" altLang="ja-JP" sz="831">
                <a:latin typeface="Arial" pitchFamily="34" charset="0"/>
                <a:ea typeface="ＭＳ Ｐゴシック" pitchFamily="50" charset="-128"/>
                <a:cs typeface="Arial" pitchFamily="34" charset="0"/>
              </a:rPr>
              <a:t>CIT tax rebate</a:t>
            </a:r>
          </a:p>
          <a:p>
            <a:pPr marL="742969" lvl="3" indent="-164127" algn="just">
              <a:spcAft>
                <a:spcPts val="554"/>
              </a:spcAft>
              <a:buSzPct val="100000"/>
              <a:buFont typeface="Arial" panose="020B0604020202020204" pitchFamily="34" charset="0"/>
              <a:buChar char="—"/>
              <a:defRPr/>
            </a:pPr>
            <a:r>
              <a:rPr kumimoji="1" lang="en-SG" altLang="ja-JP" sz="831">
                <a:latin typeface="Arial" pitchFamily="34" charset="0"/>
                <a:ea typeface="ＭＳ Ｐゴシック" pitchFamily="50" charset="-128"/>
                <a:cs typeface="Arial" pitchFamily="34" charset="0"/>
              </a:rPr>
              <a:t>for the first 4 years (from the 1st year with taxable income or the 4th year of income generation if the first 3 operating years have no taxable income, whichever is earlier), a tax rebate amounting to 100% of tax payable (i.e. effective tax rate is 0%); and</a:t>
            </a:r>
          </a:p>
          <a:p>
            <a:pPr marL="742969" lvl="3" indent="-164127" algn="just">
              <a:spcAft>
                <a:spcPts val="554"/>
              </a:spcAft>
              <a:buSzPct val="100000"/>
              <a:buFont typeface="Arial" panose="020B0604020202020204" pitchFamily="34" charset="0"/>
              <a:buChar char="—"/>
              <a:defRPr/>
            </a:pPr>
            <a:r>
              <a:rPr kumimoji="1" lang="en-SG" altLang="ja-JP" sz="831">
                <a:latin typeface="Arial" pitchFamily="34" charset="0"/>
                <a:ea typeface="ＭＳ Ｐゴシック" pitchFamily="50" charset="-128"/>
                <a:cs typeface="Arial" pitchFamily="34" charset="0"/>
              </a:rPr>
              <a:t>thereafter, tax rebate amounting to 50% for 9 years.</a:t>
            </a:r>
          </a:p>
        </p:txBody>
      </p:sp>
      <p:pic>
        <p:nvPicPr>
          <p:cNvPr id="3" name="Picture 2">
            <a:extLst>
              <a:ext uri="{FF2B5EF4-FFF2-40B4-BE49-F238E27FC236}">
                <a16:creationId xmlns:a16="http://schemas.microsoft.com/office/drawing/2014/main" id="{68A88BB6-7172-461F-9FB4-3007326292A9}"/>
              </a:ext>
            </a:extLst>
          </p:cNvPr>
          <p:cNvPicPr>
            <a:picLocks noChangeAspect="1"/>
          </p:cNvPicPr>
          <p:nvPr>
            <p:custDataLst>
              <p:tags r:id="rId1"/>
            </p:custDataLst>
          </p:nvPr>
        </p:nvPicPr>
        <p:blipFill>
          <a:blip r:embed="rId4"/>
          <a:stretch>
            <a:fillRect/>
          </a:stretch>
        </p:blipFill>
        <p:spPr>
          <a:xfrm>
            <a:off x="488950" y="1235563"/>
            <a:ext cx="8648700" cy="886025"/>
          </a:xfrm>
          <a:prstGeom prst="rect">
            <a:avLst/>
          </a:prstGeom>
        </p:spPr>
      </p:pic>
      <p:pic>
        <p:nvPicPr>
          <p:cNvPr id="6" name="Picture 5">
            <a:extLst>
              <a:ext uri="{FF2B5EF4-FFF2-40B4-BE49-F238E27FC236}">
                <a16:creationId xmlns:a16="http://schemas.microsoft.com/office/drawing/2014/main" id="{C23083C8-CF0D-4498-B4BF-3A94BEE279D8}"/>
              </a:ext>
            </a:extLst>
          </p:cNvPr>
          <p:cNvPicPr>
            <a:picLocks noChangeAspect="1"/>
          </p:cNvPicPr>
          <p:nvPr>
            <p:custDataLst>
              <p:tags r:id="rId2"/>
            </p:custDataLst>
          </p:nvPr>
        </p:nvPicPr>
        <p:blipFill>
          <a:blip r:embed="rId5"/>
          <a:stretch>
            <a:fillRect/>
          </a:stretch>
        </p:blipFill>
        <p:spPr>
          <a:xfrm>
            <a:off x="488950" y="2460857"/>
            <a:ext cx="9248775" cy="886232"/>
          </a:xfrm>
          <a:prstGeom prst="rect">
            <a:avLst/>
          </a:prstGeom>
        </p:spPr>
      </p:pic>
    </p:spTree>
    <p:extLst>
      <p:ext uri="{BB962C8B-B14F-4D97-AF65-F5344CB8AC3E}">
        <p14:creationId xmlns:p14="http://schemas.microsoft.com/office/powerpoint/2010/main" val="317548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marL="0" lvl="2" indent="0" algn="just">
              <a:buNone/>
            </a:pPr>
            <a:r>
              <a:rPr lang="en-US">
                <a:solidFill>
                  <a:srgbClr val="00338D"/>
                </a:solidFill>
                <a:ea typeface="Calibri" panose="020F0502020204030204" pitchFamily="34" charset="0"/>
              </a:rPr>
              <a:t>There may be possibility to extend period for 10% CIT if the local Project Company qualifies the conditions to be socialized company and located in the special difficulties social-economic location. The conditions for socialized company are listed below.</a:t>
            </a:r>
          </a:p>
          <a:p>
            <a:pPr marL="0" lvl="2" indent="0" algn="just">
              <a:buNone/>
            </a:pPr>
            <a:endParaRPr lang="en-SG">
              <a:solidFill>
                <a:schemeClr val="tx1"/>
              </a:solidFill>
            </a:endParaRPr>
          </a:p>
        </p:txBody>
      </p:sp>
      <p:sp>
        <p:nvSpPr>
          <p:cNvPr id="5" name="Text Placeholder 4"/>
          <p:cNvSpPr>
            <a:spLocks noGrp="1"/>
          </p:cNvSpPr>
          <p:nvPr>
            <p:ph type="body" sz="quarter" idx="11"/>
          </p:nvPr>
        </p:nvSpPr>
        <p:spPr/>
        <p:txBody>
          <a:bodyPr/>
          <a:lstStyle/>
          <a:p>
            <a:r>
              <a:rPr lang="en-US"/>
              <a:t>A</a:t>
            </a:r>
            <a:r>
              <a:rPr lang="en-SG" err="1"/>
              <a:t>ppendix</a:t>
            </a:r>
            <a:r>
              <a:rPr lang="en-SG"/>
              <a:t> </a:t>
            </a:r>
          </a:p>
        </p:txBody>
      </p:sp>
      <p:sp>
        <p:nvSpPr>
          <p:cNvPr id="2" name="Title 1"/>
          <p:cNvSpPr>
            <a:spLocks noGrp="1"/>
          </p:cNvSpPr>
          <p:nvPr>
            <p:ph type="title"/>
          </p:nvPr>
        </p:nvSpPr>
        <p:spPr/>
        <p:txBody>
          <a:bodyPr/>
          <a:lstStyle/>
          <a:p>
            <a:r>
              <a:rPr lang="en-SG"/>
              <a:t>Vietnam – </a:t>
            </a:r>
            <a:r>
              <a:rPr lang="en-SG">
                <a:solidFill>
                  <a:srgbClr val="00338D"/>
                </a:solidFill>
              </a:rPr>
              <a:t>Conditions to become socialised company</a:t>
            </a:r>
            <a:endParaRPr lang="en-SG"/>
          </a:p>
        </p:txBody>
      </p:sp>
      <p:graphicFrame>
        <p:nvGraphicFramePr>
          <p:cNvPr id="7" name="Table 6">
            <a:extLst>
              <a:ext uri="{FF2B5EF4-FFF2-40B4-BE49-F238E27FC236}">
                <a16:creationId xmlns:a16="http://schemas.microsoft.com/office/drawing/2014/main" id="{AC9F7646-2C71-41D0-A113-7D1E22FA9948}"/>
              </a:ext>
            </a:extLst>
          </p:cNvPr>
          <p:cNvGraphicFramePr>
            <a:graphicFrameLocks noGrp="1"/>
          </p:cNvGraphicFramePr>
          <p:nvPr>
            <p:extLst>
              <p:ext uri="{D42A27DB-BD31-4B8C-83A1-F6EECF244321}">
                <p14:modId xmlns:p14="http://schemas.microsoft.com/office/powerpoint/2010/main" val="4140080839"/>
              </p:ext>
            </p:extLst>
          </p:nvPr>
        </p:nvGraphicFramePr>
        <p:xfrm>
          <a:off x="488950" y="1801085"/>
          <a:ext cx="8735888" cy="3764280"/>
        </p:xfrm>
        <a:graphic>
          <a:graphicData uri="http://schemas.openxmlformats.org/drawingml/2006/table">
            <a:tbl>
              <a:tblPr firstRow="1" firstCol="1" bandRow="1">
                <a:tableStyleId>{616DA210-FB5B-4158-B5E0-FEB733F419BA}</a:tableStyleId>
              </a:tblPr>
              <a:tblGrid>
                <a:gridCol w="864000">
                  <a:extLst>
                    <a:ext uri="{9D8B030D-6E8A-4147-A177-3AD203B41FA5}">
                      <a16:colId xmlns:a16="http://schemas.microsoft.com/office/drawing/2014/main" val="2334043902"/>
                    </a:ext>
                  </a:extLst>
                </a:gridCol>
                <a:gridCol w="1967972">
                  <a:extLst>
                    <a:ext uri="{9D8B030D-6E8A-4147-A177-3AD203B41FA5}">
                      <a16:colId xmlns:a16="http://schemas.microsoft.com/office/drawing/2014/main" val="841764198"/>
                    </a:ext>
                  </a:extLst>
                </a:gridCol>
                <a:gridCol w="1967972">
                  <a:extLst>
                    <a:ext uri="{9D8B030D-6E8A-4147-A177-3AD203B41FA5}">
                      <a16:colId xmlns:a16="http://schemas.microsoft.com/office/drawing/2014/main" val="2911528062"/>
                    </a:ext>
                  </a:extLst>
                </a:gridCol>
                <a:gridCol w="1967972">
                  <a:extLst>
                    <a:ext uri="{9D8B030D-6E8A-4147-A177-3AD203B41FA5}">
                      <a16:colId xmlns:a16="http://schemas.microsoft.com/office/drawing/2014/main" val="2096917827"/>
                    </a:ext>
                  </a:extLst>
                </a:gridCol>
                <a:gridCol w="1967972">
                  <a:extLst>
                    <a:ext uri="{9D8B030D-6E8A-4147-A177-3AD203B41FA5}">
                      <a16:colId xmlns:a16="http://schemas.microsoft.com/office/drawing/2014/main" val="3731088930"/>
                    </a:ext>
                  </a:extLst>
                </a:gridCol>
              </a:tblGrid>
              <a:tr h="106680">
                <a:tc>
                  <a:txBody>
                    <a:bodyPr/>
                    <a:lstStyle/>
                    <a:p>
                      <a:pPr>
                        <a:spcBef>
                          <a:spcPts val="1200"/>
                        </a:spcBef>
                        <a:spcAft>
                          <a:spcPts val="0"/>
                        </a:spcAft>
                      </a:pPr>
                      <a:endParaRPr lang="en-US" sz="9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spcBef>
                          <a:spcPts val="1200"/>
                        </a:spcBef>
                        <a:spcAft>
                          <a:spcPts val="0"/>
                        </a:spcAft>
                      </a:pPr>
                      <a:r>
                        <a:rPr lang="en-US" sz="900">
                          <a:effectLst/>
                          <a:latin typeface="+mn-lt"/>
                        </a:rPr>
                        <a:t>Business scale</a:t>
                      </a:r>
                      <a:endParaRPr lang="en-US" sz="9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spcBef>
                          <a:spcPts val="1200"/>
                        </a:spcBef>
                        <a:spcAft>
                          <a:spcPts val="0"/>
                        </a:spcAft>
                      </a:pPr>
                      <a:r>
                        <a:rPr lang="en-US" sz="900">
                          <a:effectLst/>
                          <a:latin typeface="+mn-lt"/>
                        </a:rPr>
                        <a:t>Staff qualification</a:t>
                      </a:r>
                      <a:endParaRPr lang="en-US" sz="9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spcBef>
                          <a:spcPts val="1200"/>
                        </a:spcBef>
                        <a:spcAft>
                          <a:spcPts val="0"/>
                        </a:spcAft>
                      </a:pPr>
                      <a:r>
                        <a:rPr lang="en-US" sz="900">
                          <a:effectLst/>
                          <a:latin typeface="+mn-lt"/>
                        </a:rPr>
                        <a:t>Demand for land allocation</a:t>
                      </a:r>
                      <a:endParaRPr lang="en-US" sz="9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spcBef>
                          <a:spcPts val="1200"/>
                        </a:spcBef>
                        <a:spcAft>
                          <a:spcPts val="0"/>
                        </a:spcAft>
                      </a:pPr>
                      <a:r>
                        <a:rPr lang="en-US" sz="900">
                          <a:effectLst/>
                          <a:latin typeface="+mn-lt"/>
                        </a:rPr>
                        <a:t>Requirements for physical facilities, capability, and technology </a:t>
                      </a:r>
                      <a:endParaRPr lang="en-US" sz="9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94506927"/>
                  </a:ext>
                </a:extLst>
              </a:tr>
              <a:tr h="163830">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Condition</a:t>
                      </a:r>
                    </a:p>
                  </a:txBody>
                  <a:tcPr marL="68580" marR="68580" marT="0" marB="0">
                    <a:noFill/>
                  </a:tcPr>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According to the management plan of each sector approved by the competent authorities.</a:t>
                      </a:r>
                    </a:p>
                  </a:txBody>
                  <a:tcPr marL="68580" marR="68580" marT="0" marB="0">
                    <a:noFill/>
                  </a:tcPr>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The manager and the key staff of the company must have engineering qualifications (or equivalent) in the following fields: environmental technology, energy, mechanics, electronics, electricity, physics, or biology.</a:t>
                      </a:r>
                    </a:p>
                  </a:txBody>
                  <a:tcPr marL="68580" marR="68580" marT="0" marB="0">
                    <a:noFill/>
                  </a:tcPr>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Based on the current status of land usage use and the development plans of the company.</a:t>
                      </a:r>
                    </a:p>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Must be specifically determined for each project and report to the People's Committees of the same level and the higher-level competent authority</a:t>
                      </a:r>
                    </a:p>
                  </a:txBody>
                  <a:tcPr marL="68580" marR="68580" marT="0" marB="0">
                    <a:noFill/>
                  </a:tcPr>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Satisfy the investment conditions,</a:t>
                      </a:r>
                    </a:p>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Register the technological capabilities the competent authorities and been approved,</a:t>
                      </a:r>
                    </a:p>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Have the financial capacity,</a:t>
                      </a:r>
                    </a:p>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Prepare an assessment report on the environmental impact, and</a:t>
                      </a:r>
                    </a:p>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In operation and been certified by the competent authorities as satisfying the national and local technical standards.</a:t>
                      </a:r>
                    </a:p>
                  </a:txBody>
                  <a:tcPr marL="68580" marR="68580" marT="0" marB="0">
                    <a:noFill/>
                  </a:tcPr>
                </a:tc>
                <a:extLst>
                  <a:ext uri="{0D108BD9-81ED-4DB2-BD59-A6C34878D82A}">
                    <a16:rowId xmlns:a16="http://schemas.microsoft.com/office/drawing/2014/main" val="3319807491"/>
                  </a:ext>
                </a:extLst>
              </a:tr>
              <a:tr h="0">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Additional information</a:t>
                      </a:r>
                    </a:p>
                  </a:txBody>
                  <a:tcPr marL="68580" marR="68580" marT="0" marB="0"/>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To meet the business scale requirement, the proposed renewable energy power plant must be included in the Renewable Energy Master Plan of Vietnam and the Renewable Energy Master Plan of the local province. </a:t>
                      </a:r>
                    </a:p>
                  </a:txBody>
                  <a:tcPr marL="68580" marR="68580" marT="0" marB="0"/>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The staff qualification requirement is generally a due diligence exercise by one or more ministries to verify the qualification of key personnel.</a:t>
                      </a:r>
                    </a:p>
                  </a:txBody>
                  <a:tcPr marL="68580" marR="68580" marT="0" marB="0"/>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To meet the land allocation requirement, discussions must be held with the local province’s People’s Committee.</a:t>
                      </a:r>
                    </a:p>
                  </a:txBody>
                  <a:tcPr marL="68580" marR="68580" marT="0" marB="0"/>
                </a:tc>
                <a:tc>
                  <a:txBody>
                    <a:bodyPr/>
                    <a:lstStyle/>
                    <a:p>
                      <a:pPr marL="0" algn="l" defTabSz="914400" rtl="0" eaLnBrk="1" latinLnBrk="0" hangingPunct="1">
                        <a:spcBef>
                          <a:spcPts val="1200"/>
                        </a:spcBef>
                        <a:spcAft>
                          <a:spcPts val="0"/>
                        </a:spcAft>
                      </a:pPr>
                      <a:r>
                        <a:rPr lang="en-US" sz="900" kern="1200">
                          <a:solidFill>
                            <a:schemeClr val="tx1"/>
                          </a:solidFill>
                          <a:effectLst/>
                          <a:latin typeface="+mn-lt"/>
                          <a:ea typeface="+mn-ea"/>
                          <a:cs typeface="+mn-cs"/>
                        </a:rPr>
                        <a:t>The requirements for physical facilities, capabilities, and technologies are generally regulated by the Ministry of Investment and Trade and other relevant ministries specific to the nature of the Project Company.  Full details are outside the scope of this report.</a:t>
                      </a:r>
                    </a:p>
                  </a:txBody>
                  <a:tcPr marL="68580" marR="68580" marT="0" marB="0"/>
                </a:tc>
                <a:extLst>
                  <a:ext uri="{0D108BD9-81ED-4DB2-BD59-A6C34878D82A}">
                    <a16:rowId xmlns:a16="http://schemas.microsoft.com/office/drawing/2014/main" val="2862618847"/>
                  </a:ext>
                </a:extLst>
              </a:tr>
            </a:tbl>
          </a:graphicData>
        </a:graphic>
      </p:graphicFrame>
    </p:spTree>
    <p:extLst>
      <p:ext uri="{BB962C8B-B14F-4D97-AF65-F5344CB8AC3E}">
        <p14:creationId xmlns:p14="http://schemas.microsoft.com/office/powerpoint/2010/main" val="21984117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Report"/>
  <p:tag name="KEYWORD" val="REPORT"/>
  <p:tag name="TEMPLATEVERSION" val="12/02/2016 01:32:30"/>
</p:tagLst>
</file>

<file path=ppt/tags/tag2.xml><?xml version="1.0" encoding="utf-8"?>
<p:tagLst xmlns:a="http://schemas.openxmlformats.org/drawingml/2006/main" xmlns:r="http://schemas.openxmlformats.org/officeDocument/2006/relationships" xmlns:p="http://schemas.openxmlformats.org/presentationml/2006/main">
  <p:tag name="ADV_TOP" val="497.6471"/>
  <p:tag name="ADV_LEFT" val="121.9184"/>
  <p:tag name="ADV_HEIGHT" val="29.19685"/>
  <p:tag name="ADV_WIDTH" val="538.937"/>
  <p:tag name="ADV_COPYRIGHT"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ADV_DRAFT" val="TRUE"/>
</p:tagLst>
</file>

<file path=ppt/tags/tag5.xml><?xml version="1.0" encoding="utf-8"?>
<p:tagLst xmlns:a="http://schemas.openxmlformats.org/drawingml/2006/main" xmlns:r="http://schemas.openxmlformats.org/officeDocument/2006/relationships" xmlns:p="http://schemas.openxmlformats.org/presentationml/2006/main">
  <p:tag name="ADV_DRAFT" val="TRUE"/>
</p:tagLst>
</file>

<file path=ppt/tags/tag6.xml><?xml version="1.0" encoding="utf-8"?>
<p:tagLst xmlns:a="http://schemas.openxmlformats.org/drawingml/2006/main" xmlns:r="http://schemas.openxmlformats.org/officeDocument/2006/relationships" xmlns:p="http://schemas.openxmlformats.org/presentationml/2006/main">
  <p:tag name="ADV_DRAFT" val="TRUE"/>
</p:tagLst>
</file>

<file path=ppt/tags/tag7.xml><?xml version="1.0" encoding="utf-8"?>
<p:tagLst xmlns:a="http://schemas.openxmlformats.org/drawingml/2006/main" xmlns:r="http://schemas.openxmlformats.org/officeDocument/2006/relationships" xmlns:p="http://schemas.openxmlformats.org/presentationml/2006/main">
  <p:tag name="ADV_DRAFT" val="TRUE"/>
</p:tagLst>
</file>

<file path=ppt/tags/tag8.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9.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10.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11.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12.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13.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14.xml><?xml version="1.0" encoding="utf-8"?>
<p:tagLst xmlns:a="http://schemas.openxmlformats.org/drawingml/2006/main" xmlns:r="http://schemas.openxmlformats.org/officeDocument/2006/relationships" xmlns:p="http://schemas.openxmlformats.org/presentationml/2006/main">
  <p:tag name="ADV_TOP" val="95.24409"/>
  <p:tag name="ADV_LEFT" val="59.24409"/>
  <p:tag name="ADV_HEIGHT" val="362.2"/>
  <p:tag name="ADV_WIDTH" val="293.3858"/>
</p:tagLst>
</file>

<file path=ppt/tags/tag15.xml><?xml version="1.0" encoding="utf-8"?>
<p:tagLst xmlns:a="http://schemas.openxmlformats.org/drawingml/2006/main" xmlns:r="http://schemas.openxmlformats.org/officeDocument/2006/relationships" xmlns:p="http://schemas.openxmlformats.org/presentationml/2006/main">
  <p:tag name="XLNAME" val="[C:\Users\lmchu\KPMG\Itochu_Corp - Tax\10836887_CT_21_Itochu Corp_Tax advisory\6.Working papers\Reference\Tax incentives for RE - Illustration.xlsx]Sheet1!$B$4:$K$9"/>
</p:tagLst>
</file>

<file path=ppt/tags/tag16.xml><?xml version="1.0" encoding="utf-8"?>
<p:tagLst xmlns:a="http://schemas.openxmlformats.org/drawingml/2006/main" xmlns:r="http://schemas.openxmlformats.org/officeDocument/2006/relationships" xmlns:p="http://schemas.openxmlformats.org/presentationml/2006/main">
  <p:tag name="XLNAME" val="[C:\Users\lmchu\KPMG\Itochu_Corp - Tax\10836887_CT_21_Itochu Corp_Tax advisory\6.Working papers\Reference\Tax incentives for RE - Illustration.xlsx]Sheet1 (2)!$B$4:$U$9"/>
</p:tagLst>
</file>

<file path=ppt/theme/theme1.xml><?xml version="1.0" encoding="utf-8"?>
<a:theme xmlns:a="http://schemas.openxmlformats.org/drawingml/2006/main" name="KPMG_Report_4x3_050216_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000" tIns="54000" rIns="54000" bIns="54000" rtlCol="0" anchor="ctr"/>
      <a:lstStyle>
        <a:defPPr algn="ctr">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Report Standard Template.potx" id="{B3D6A628-BB65-42E3-A95D-659FA0D89BF7}" vid="{6F65897A-A3B1-4A30-BC6C-2A41310B1010}"/>
    </a:ext>
  </a:extLst>
</a:theme>
</file>

<file path=ppt/theme/theme2.xml><?xml version="1.0" encoding="utf-8"?>
<a:theme xmlns:a="http://schemas.openxmlformats.org/drawingml/2006/main" name="1_KPMG_Report_4x3_050216_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000" tIns="54000" rIns="54000" bIns="54000" rtlCol="0" anchor="ctr"/>
      <a:lstStyle>
        <a:defPPr algn="ctr">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1" id="{7DE3AB95-3DAA-4166-ADEA-58D32315F205}" vid="{C8834128-B4CD-455C-8F22-EBF003A9770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D393A4D99C844D9A4B971B2D400DEB" ma:contentTypeVersion="12" ma:contentTypeDescription="Create a new document." ma:contentTypeScope="" ma:versionID="3aba055997ffeadd4291d08e12ec2159">
  <xsd:schema xmlns:xsd="http://www.w3.org/2001/XMLSchema" xmlns:xs="http://www.w3.org/2001/XMLSchema" xmlns:p="http://schemas.microsoft.com/office/2006/metadata/properties" xmlns:ns2="bd94fe42-bbdc-4890-86f8-1cce7b488dc1" xmlns:ns3="097e1a6a-fc06-45b2-8873-15e0270064ac" targetNamespace="http://schemas.microsoft.com/office/2006/metadata/properties" ma:root="true" ma:fieldsID="fe45f8cf68b585c69f4c7dd409a58a0b" ns2:_="" ns3:_="">
    <xsd:import namespace="bd94fe42-bbdc-4890-86f8-1cce7b488dc1"/>
    <xsd:import namespace="097e1a6a-fc06-45b2-8873-15e0270064ac"/>
    <xsd:element name="properties">
      <xsd:complexType>
        <xsd:sequence>
          <xsd:element name="documentManagement">
            <xsd:complexType>
              <xsd:all>
                <xsd:element ref="ns2:Industry"/>
                <xsd:element ref="ns2:Taxissue" minOccurs="0"/>
                <xsd:element ref="ns2:PIC"/>
                <xsd:element ref="ns2:MIC"/>
                <xsd:element ref="ns2:MediaServiceMetadata" minOccurs="0"/>
                <xsd:element ref="ns2:MediaServiceFastMetadata" minOccurs="0"/>
                <xsd:element ref="ns2:MediaServiceAutoKeyPoints" minOccurs="0"/>
                <xsd:element ref="ns2:MediaServiceKeyPoints" minOccurs="0"/>
                <xsd:element ref="ns2:Year"/>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94fe42-bbdc-4890-86f8-1cce7b488dc1" elementFormDefault="qualified">
    <xsd:import namespace="http://schemas.microsoft.com/office/2006/documentManagement/types"/>
    <xsd:import namespace="http://schemas.microsoft.com/office/infopath/2007/PartnerControls"/>
    <xsd:element name="Industry" ma:index="8" ma:displayName="Industry" ma:format="RadioButtons" ma:internalName="Industry">
      <xsd:simpleType>
        <xsd:restriction base="dms:Choice">
          <xsd:enumeration value="General"/>
          <xsd:enumeration value="Automotive"/>
          <xsd:enumeration value="Building and Construction"/>
          <xsd:enumeration value="Chemicals"/>
          <xsd:enumeration value="Banking and Capital Markets"/>
          <xsd:enumeration value="Energy"/>
          <xsd:enumeration value="Consumer Markets"/>
          <xsd:enumeration value="Healthcare"/>
          <xsd:enumeration value="Industrial manufacturing"/>
          <xsd:enumeration value="Infrastructure"/>
          <xsd:enumeration value="Insurance"/>
          <xsd:enumeration value="Retail"/>
          <xsd:enumeration value="Technology"/>
          <xsd:enumeration value="Transport and Logistics"/>
          <xsd:enumeration value="Real estate"/>
          <xsd:enumeration value="Goverment and Public Sector"/>
          <xsd:enumeration value="Asset Management"/>
          <xsd:enumeration value="Media"/>
          <xsd:enumeration value="Mining"/>
          <xsd:enumeration value="Telecom"/>
          <xsd:enumeration value="Private Business"/>
          <xsd:enumeration value="Sports"/>
          <xsd:enumeration value="Others"/>
        </xsd:restriction>
      </xsd:simpleType>
    </xsd:element>
    <xsd:element name="Taxissue" ma:index="9" nillable="true" ma:displayName="Technical area" ma:internalName="Taxissue" ma:requiredMultiChoice="true">
      <xsd:complexType>
        <xsd:complexContent>
          <xsd:extension base="dms:MultiChoice">
            <xsd:sequence>
              <xsd:element name="Value" maxOccurs="unbounded" minOccurs="0" nillable="true">
                <xsd:simpleType>
                  <xsd:restriction base="dms:Choice">
                    <xsd:enumeration value="Not specified"/>
                    <xsd:enumeration value="VAT"/>
                    <xsd:enumeration value="CIT"/>
                    <xsd:enumeration value="CAPT"/>
                    <xsd:enumeration value="FCT"/>
                    <xsd:enumeration value="DTA"/>
                    <xsd:enumeration value="IIT"/>
                    <xsd:enumeration value="Customs"/>
                    <xsd:enumeration value="GMS"/>
                    <xsd:enumeration value="Immigration"/>
                  </xsd:restriction>
                </xsd:simpleType>
              </xsd:element>
            </xsd:sequence>
          </xsd:extension>
        </xsd:complexContent>
      </xsd:complexType>
    </xsd:element>
    <xsd:element name="PIC" ma:index="10" ma:displayName="PIC" ma:format="Dropdown" ma:list="UserInfo" ma:SharePointGroup="0" ma:internalName="PIC">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IC" ma:index="11" ma:displayName="MIC" ma:format="Dropdown" ma:list="UserInfo" ma:SharePointGroup="0" ma:internalName="MIC">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Year" ma:index="16" ma:displayName="Year" ma:format="Dropdown" ma:internalName="Year">
      <xsd:simpleType>
        <xsd:restriction base="dms:Text">
          <xsd:maxLength value="4"/>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7e1a6a-fc06-45b2-8873-15e0270064a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IC xmlns="bd94fe42-bbdc-4890-86f8-1cce7b488dc1">
      <UserInfo>
        <DisplayName>Tran, Van Trung</DisplayName>
        <AccountId>131</AccountId>
        <AccountType/>
      </UserInfo>
    </PIC>
    <MIC xmlns="bd94fe42-bbdc-4890-86f8-1cce7b488dc1">
      <UserInfo>
        <DisplayName>Chu, Minh Long</DisplayName>
        <AccountId>18</AccountId>
        <AccountType/>
      </UserInfo>
    </MIC>
    <Taxissue xmlns="bd94fe42-bbdc-4890-86f8-1cce7b488dc1">
      <Value>CIT</Value>
    </Taxissue>
    <Industry xmlns="bd94fe42-bbdc-4890-86f8-1cce7b488dc1">Energy</Industry>
    <Year xmlns="bd94fe42-bbdc-4890-86f8-1cce7b488dc1">2021</Year>
    <SharedWithUsers xmlns="097e1a6a-fc06-45b2-8873-15e0270064ac">
      <UserInfo>
        <DisplayName>Le, Kim Ngan</DisplayName>
        <AccountId>926</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763E75-9EA9-41EA-8522-C9180D400206}"/>
</file>

<file path=customXml/itemProps2.xml><?xml version="1.0" encoding="utf-8"?>
<ds:datastoreItem xmlns:ds="http://schemas.openxmlformats.org/officeDocument/2006/customXml" ds:itemID="{4B8385E4-F7E5-47F6-939F-3FC7B93EF0F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2B05C45-B971-4CDA-8289-A390F46676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TotalTime>
  <Words>3823</Words>
  <Application>Microsoft Office PowerPoint</Application>
  <PresentationFormat>A4 Paper (210x297 mm)</PresentationFormat>
  <Paragraphs>214</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Calibri</vt:lpstr>
      <vt:lpstr>KPMG Extralight</vt:lpstr>
      <vt:lpstr>KPMG Extralight (Headings)</vt:lpstr>
      <vt:lpstr>Wingdings</vt:lpstr>
      <vt:lpstr>KPMG_Report_4x3_050216_2016</vt:lpstr>
      <vt:lpstr>1_KPMG_Report_4x3_050216_2016</vt:lpstr>
      <vt:lpstr>Background</vt:lpstr>
      <vt:lpstr>Structure and model for Vietnam</vt:lpstr>
      <vt:lpstr>Structure and model for Vietnam</vt:lpstr>
      <vt:lpstr>Executive Summary</vt:lpstr>
      <vt:lpstr>Vietnam Tax implication (1/2)</vt:lpstr>
      <vt:lpstr>Vietnam Tax implication (2/2)</vt:lpstr>
      <vt:lpstr>Corporate Income Tax incentives for RTS</vt:lpstr>
      <vt:lpstr>Overview of CIT incentive</vt:lpstr>
      <vt:lpstr>CIT incentive for New Investment Project</vt:lpstr>
      <vt:lpstr>CIT incentive for Expansion Investment Project</vt:lpstr>
      <vt:lpstr>Requirement to be entitled to CIT incentive (1/2)</vt:lpstr>
      <vt:lpstr>Requirement to be entitled to CIT incentive (2/2)</vt:lpstr>
      <vt:lpstr>Appendix</vt:lpstr>
      <vt:lpstr>Sample Vietnam CIT Incentives for “generating renewable energy” project</vt:lpstr>
      <vt:lpstr>Vietnam – Conditions to become socialised company</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Plasma - Tax Structure Paper</dc:title>
  <dc:creator>Joosten.Geert@kpmg.com</dc:creator>
  <cp:lastModifiedBy>Chu, Minh Long</cp:lastModifiedBy>
  <cp:revision>7</cp:revision>
  <cp:lastPrinted>2020-03-05T01:49:55Z</cp:lastPrinted>
  <dcterms:created xsi:type="dcterms:W3CDTF">2016-11-16T09:42:44Z</dcterms:created>
  <dcterms:modified xsi:type="dcterms:W3CDTF">2021-11-02T08:54:32Z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PMG_LayoutGrid">
    <vt:lpwstr>0</vt:lpwstr>
  </property>
  <property fmtid="{D5CDD505-2E9C-101B-9397-08002B2CF9AE}" pid="3" name="ContentTypeId">
    <vt:lpwstr>0x01010027D393A4D99C844D9A4B971B2D400DEB</vt:lpwstr>
  </property>
  <property fmtid="{D5CDD505-2E9C-101B-9397-08002B2CF9AE}" pid="4" name="MSIP_Label_4ed8881d-4062-46d6-b0ca-1cc939420954_Enabled">
    <vt:lpwstr>true</vt:lpwstr>
  </property>
  <property fmtid="{D5CDD505-2E9C-101B-9397-08002B2CF9AE}" pid="5" name="MSIP_Label_4ed8881d-4062-46d6-b0ca-1cc939420954_SetDate">
    <vt:lpwstr>2021-05-07T07:27:27Z</vt:lpwstr>
  </property>
  <property fmtid="{D5CDD505-2E9C-101B-9397-08002B2CF9AE}" pid="6" name="MSIP_Label_4ed8881d-4062-46d6-b0ca-1cc939420954_Method">
    <vt:lpwstr>Privileged</vt:lpwstr>
  </property>
  <property fmtid="{D5CDD505-2E9C-101B-9397-08002B2CF9AE}" pid="7" name="MSIP_Label_4ed8881d-4062-46d6-b0ca-1cc939420954_Name">
    <vt:lpwstr>Public</vt:lpwstr>
  </property>
  <property fmtid="{D5CDD505-2E9C-101B-9397-08002B2CF9AE}" pid="8" name="MSIP_Label_4ed8881d-4062-46d6-b0ca-1cc939420954_SiteId">
    <vt:lpwstr>deff24bb-2089-4400-8c8e-f71e680378b2</vt:lpwstr>
  </property>
  <property fmtid="{D5CDD505-2E9C-101B-9397-08002B2CF9AE}" pid="9" name="MSIP_Label_4ed8881d-4062-46d6-b0ca-1cc939420954_ActionId">
    <vt:lpwstr>792fb87c-d282-4a6e-8d4f-1ecd2b9477f0</vt:lpwstr>
  </property>
  <property fmtid="{D5CDD505-2E9C-101B-9397-08002B2CF9AE}" pid="10" name="MSIP_Label_4ed8881d-4062-46d6-b0ca-1cc939420954_ContentBits">
    <vt:lpwstr>0</vt:lpwstr>
  </property>
</Properties>
</file>